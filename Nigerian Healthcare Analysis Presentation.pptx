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4" r:id="rId8"/>
    <p:sldId id="265" r:id="rId9"/>
    <p:sldId id="269" r:id="rId10"/>
    <p:sldId id="270" r:id="rId11"/>
    <p:sldId id="271" r:id="rId12"/>
    <p:sldId id="267" r:id="rId13"/>
    <p:sldId id="263" r:id="rId14"/>
    <p:sldId id="268"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B0A8"/>
    <a:srgbClr val="1A5854"/>
    <a:srgbClr val="00FFF3"/>
    <a:srgbClr val="73493C"/>
    <a:srgbClr val="20B2AA"/>
    <a:srgbClr val="FFFFFF"/>
    <a:srgbClr val="49BA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62" d="100"/>
          <a:sy n="62" d="100"/>
        </p:scale>
        <p:origin x="71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3859D-25CD-46FD-E15B-1B72EC348E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A8C705-5972-9553-DE90-31B43BE6F9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F92121-A821-F6F9-D598-DCCC27D609F9}"/>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5" name="Footer Placeholder 4">
            <a:extLst>
              <a:ext uri="{FF2B5EF4-FFF2-40B4-BE49-F238E27FC236}">
                <a16:creationId xmlns:a16="http://schemas.microsoft.com/office/drawing/2014/main" id="{AF743BA2-BD18-D23F-09D8-FFE524F8B1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4FBE8-85C7-EF2B-CE43-E686209C0902}"/>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1342731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B9649-3533-8DDE-E5C8-0AC354D9F6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13BE9C-E4CC-4D9B-0254-E2FA623A80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9B1955-1BE8-8645-D10F-5D8F0BB675EB}"/>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5" name="Footer Placeholder 4">
            <a:extLst>
              <a:ext uri="{FF2B5EF4-FFF2-40B4-BE49-F238E27FC236}">
                <a16:creationId xmlns:a16="http://schemas.microsoft.com/office/drawing/2014/main" id="{9E1833CF-0E1A-D54C-8404-A0D26DE7EF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6FFAEE-AF31-D7F0-9C85-6CFC4D71D54C}"/>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3824450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8791F-4B00-025F-3B30-EFC894D1CB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A0DF21-5694-1ABF-DD9B-F132830E21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B10DC6-29D3-3946-899E-87DB0E5BBD6A}"/>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5" name="Footer Placeholder 4">
            <a:extLst>
              <a:ext uri="{FF2B5EF4-FFF2-40B4-BE49-F238E27FC236}">
                <a16:creationId xmlns:a16="http://schemas.microsoft.com/office/drawing/2014/main" id="{BEA17440-BBEE-E758-26CD-F912C4D2AD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7E18A1-C2B5-3F9F-3D31-A54C8AD4494A}"/>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81194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29BE3-4115-2F8E-741E-AFCADF5542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B97EF6-3815-E98C-6196-603610FFBB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53B97F-0456-81CB-A988-B6E9F0FA4E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BBD465-8A16-0444-B2A3-5AFA16EF03FE}"/>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6" name="Footer Placeholder 5">
            <a:extLst>
              <a:ext uri="{FF2B5EF4-FFF2-40B4-BE49-F238E27FC236}">
                <a16:creationId xmlns:a16="http://schemas.microsoft.com/office/drawing/2014/main" id="{52662560-3217-8054-394D-4D72C02E94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61EBA8-7B42-C6EF-E689-21FA676393C4}"/>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354860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6E310-662E-AA5F-DDD5-1D64C49F1A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6AB11C-786E-6295-DC6D-1397DEA410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84075F-77D9-93CD-6079-C177AAC3DB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6C6E00-CC8A-DDDA-ECDE-7C6003F441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4B4D75-591B-BB9E-223B-0D34EBCDC7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68EAE1-4898-8DAE-085F-05FB4AB5DC21}"/>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8" name="Footer Placeholder 7">
            <a:extLst>
              <a:ext uri="{FF2B5EF4-FFF2-40B4-BE49-F238E27FC236}">
                <a16:creationId xmlns:a16="http://schemas.microsoft.com/office/drawing/2014/main" id="{5ABA1BE2-3808-4C01-CAFF-69A0EC8FD8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1A9F1E-BBED-EB35-945D-73EAD7EC5977}"/>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3971616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500FF-B0A6-3D2C-9A80-F0331F2CCC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092E1D-A648-21D5-3609-03CCCB4207C2}"/>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4" name="Footer Placeholder 3">
            <a:extLst>
              <a:ext uri="{FF2B5EF4-FFF2-40B4-BE49-F238E27FC236}">
                <a16:creationId xmlns:a16="http://schemas.microsoft.com/office/drawing/2014/main" id="{CAD93EDF-10FB-E969-6DF8-05C1D111A7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43FCD9-F370-54D9-07EC-E4133D6A26EF}"/>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31627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8F3A06-1D31-F6E3-B4C2-8EDDC8EB2FFA}"/>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3" name="Footer Placeholder 2">
            <a:extLst>
              <a:ext uri="{FF2B5EF4-FFF2-40B4-BE49-F238E27FC236}">
                <a16:creationId xmlns:a16="http://schemas.microsoft.com/office/drawing/2014/main" id="{EAF21F8B-1D68-85F3-7202-586E41F7D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3A8D99-4184-481E-32DA-233B5C97937F}"/>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1380693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C35C0-BE81-B5BE-3A29-3D01B77744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3F550-2CFD-84E8-E24F-8C88B81BB6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8C9BA5-59B7-F2CE-B5AC-1D76D9EF5F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55B3CD-ECB8-C0F3-8573-6961BCB18FC3}"/>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6" name="Footer Placeholder 5">
            <a:extLst>
              <a:ext uri="{FF2B5EF4-FFF2-40B4-BE49-F238E27FC236}">
                <a16:creationId xmlns:a16="http://schemas.microsoft.com/office/drawing/2014/main" id="{FB9474B7-8A58-E3E9-42AD-A7AD5FE5D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B0AAA1-4A43-943E-DDB2-8B7D88D1BDDF}"/>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3168681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24FE0-839C-4867-8E86-7B8417BD03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7B161E-BD28-DAD8-9EB8-D69F2D3A58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0B445F-B212-710F-7593-AD4080E5DD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4D9B1-57A9-330C-0059-246BDA86BAFA}"/>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6" name="Footer Placeholder 5">
            <a:extLst>
              <a:ext uri="{FF2B5EF4-FFF2-40B4-BE49-F238E27FC236}">
                <a16:creationId xmlns:a16="http://schemas.microsoft.com/office/drawing/2014/main" id="{FA56F274-F612-3089-3985-FEA588A068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75318E-1FCD-8651-DEB5-9CC44CD70ECE}"/>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1997891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034D-338C-7EAD-0760-6E70127351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61F4CE-DF73-35A3-F326-C508C7447D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0591F9-D854-B3A8-E767-4D30175559D6}"/>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5" name="Footer Placeholder 4">
            <a:extLst>
              <a:ext uri="{FF2B5EF4-FFF2-40B4-BE49-F238E27FC236}">
                <a16:creationId xmlns:a16="http://schemas.microsoft.com/office/drawing/2014/main" id="{F929C570-27DC-B24F-B7BE-B0456119A5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804D4-695D-5633-AFCD-259CD2EAC4C0}"/>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2347512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3BA05E-B041-3234-A28C-9328B9DB60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7F36CD-7222-82DD-8CF3-876497D83E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7F7EE-13F3-460B-2514-7A614B6C29F8}"/>
              </a:ext>
            </a:extLst>
          </p:cNvPr>
          <p:cNvSpPr>
            <a:spLocks noGrp="1"/>
          </p:cNvSpPr>
          <p:nvPr>
            <p:ph type="dt" sz="half" idx="10"/>
          </p:nvPr>
        </p:nvSpPr>
        <p:spPr/>
        <p:txBody>
          <a:bodyPr/>
          <a:lstStyle/>
          <a:p>
            <a:fld id="{CD7A5031-DF90-43B1-B350-0246A07B2F7C}" type="datetimeFigureOut">
              <a:rPr lang="en-US" smtClean="0"/>
              <a:t>3/7/2026</a:t>
            </a:fld>
            <a:endParaRPr lang="en-US"/>
          </a:p>
        </p:txBody>
      </p:sp>
      <p:sp>
        <p:nvSpPr>
          <p:cNvPr id="5" name="Footer Placeholder 4">
            <a:extLst>
              <a:ext uri="{FF2B5EF4-FFF2-40B4-BE49-F238E27FC236}">
                <a16:creationId xmlns:a16="http://schemas.microsoft.com/office/drawing/2014/main" id="{E9CF9802-90A3-1458-9B9F-C32B0A5D8E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5B4724-BDCE-76CB-90F0-37E223258BF0}"/>
              </a:ext>
            </a:extLst>
          </p:cNvPr>
          <p:cNvSpPr>
            <a:spLocks noGrp="1"/>
          </p:cNvSpPr>
          <p:nvPr>
            <p:ph type="sldNum" sz="quarter" idx="12"/>
          </p:nvPr>
        </p:nvSpPr>
        <p:spPr/>
        <p:txBody>
          <a:bodyPr/>
          <a:lstStyle/>
          <a:p>
            <a:fld id="{C72C87EA-D0C5-42E1-BB57-7EB1CB05AD7D}" type="slidenum">
              <a:rPr lang="en-US" smtClean="0"/>
              <a:t>‹#›</a:t>
            </a:fld>
            <a:endParaRPr lang="en-US"/>
          </a:p>
        </p:txBody>
      </p:sp>
    </p:spTree>
    <p:extLst>
      <p:ext uri="{BB962C8B-B14F-4D97-AF65-F5344CB8AC3E}">
        <p14:creationId xmlns:p14="http://schemas.microsoft.com/office/powerpoint/2010/main" val="3480666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4B270C-4026-8FA7-03BD-932643428E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B38732-698D-818D-5217-A5EB5B773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F47B6-CCE8-98C6-0849-E664524776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7A5031-DF90-43B1-B350-0246A07B2F7C}" type="datetimeFigureOut">
              <a:rPr lang="en-US" smtClean="0"/>
              <a:t>3/7/2026</a:t>
            </a:fld>
            <a:endParaRPr lang="en-US"/>
          </a:p>
        </p:txBody>
      </p:sp>
      <p:sp>
        <p:nvSpPr>
          <p:cNvPr id="5" name="Footer Placeholder 4">
            <a:extLst>
              <a:ext uri="{FF2B5EF4-FFF2-40B4-BE49-F238E27FC236}">
                <a16:creationId xmlns:a16="http://schemas.microsoft.com/office/drawing/2014/main" id="{2265BF66-69FB-DE29-8189-9F6F2F4B3A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71B666-ADFB-ED88-C961-1A5666F33E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2C87EA-D0C5-42E1-BB57-7EB1CB05AD7D}" type="slidenum">
              <a:rPr lang="en-US" smtClean="0"/>
              <a:t>‹#›</a:t>
            </a:fld>
            <a:endParaRPr lang="en-US"/>
          </a:p>
        </p:txBody>
      </p:sp>
    </p:spTree>
    <p:extLst>
      <p:ext uri="{BB962C8B-B14F-4D97-AF65-F5344CB8AC3E}">
        <p14:creationId xmlns:p14="http://schemas.microsoft.com/office/powerpoint/2010/main" val="3758705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Rectangle 136">
            <a:extLst>
              <a:ext uri="{FF2B5EF4-FFF2-40B4-BE49-F238E27FC236}">
                <a16:creationId xmlns:a16="http://schemas.microsoft.com/office/drawing/2014/main" id="{157C3790-A14C-350A-8749-400B2F95F78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Google Shape;704;p43">
            <a:extLst>
              <a:ext uri="{FF2B5EF4-FFF2-40B4-BE49-F238E27FC236}">
                <a16:creationId xmlns:a16="http://schemas.microsoft.com/office/drawing/2014/main" id="{50EB627F-1C39-0D72-5FAF-500CD9B4F1C2}"/>
              </a:ext>
            </a:extLst>
          </p:cNvPr>
          <p:cNvSpPr/>
          <p:nvPr/>
        </p:nvSpPr>
        <p:spPr>
          <a:xfrm rot="8171768">
            <a:off x="1379075" y="3737671"/>
            <a:ext cx="6002703" cy="5685509"/>
          </a:xfrm>
          <a:custGeom>
            <a:avLst/>
            <a:gdLst>
              <a:gd name="connsiteX0" fmla="*/ 910429 w 1039041"/>
              <a:gd name="connsiteY0" fmla="*/ 861707 h 1039041"/>
              <a:gd name="connsiteX1" fmla="*/ 270065 w 1039041"/>
              <a:gd name="connsiteY1" fmla="*/ 975233 h 1039041"/>
              <a:gd name="connsiteX2" fmla="*/ 20614 w 1039041"/>
              <a:gd name="connsiteY2" fmla="*/ 374626 h 1039041"/>
              <a:gd name="connsiteX3" fmla="*/ 552983 w 1039041"/>
              <a:gd name="connsiteY3" fmla="*/ 1078 h 1039041"/>
              <a:gd name="connsiteX4" fmla="*/ 910429 w 1039041"/>
              <a:gd name="connsiteY4" fmla="*/ 861707 h 1039041"/>
              <a:gd name="connsiteX0" fmla="*/ 744867 w 744867"/>
              <a:gd name="connsiteY0" fmla="*/ 861696 h 1023036"/>
              <a:gd name="connsiteX1" fmla="*/ 104503 w 744867"/>
              <a:gd name="connsiteY1" fmla="*/ 975222 h 1023036"/>
              <a:gd name="connsiteX2" fmla="*/ 40704 w 744867"/>
              <a:gd name="connsiteY2" fmla="*/ 378299 h 1023036"/>
              <a:gd name="connsiteX3" fmla="*/ 387421 w 744867"/>
              <a:gd name="connsiteY3" fmla="*/ 1067 h 1023036"/>
              <a:gd name="connsiteX4" fmla="*/ 744867 w 744867"/>
              <a:gd name="connsiteY4" fmla="*/ 861696 h 1023036"/>
              <a:gd name="connsiteX0" fmla="*/ 722011 w 722011"/>
              <a:gd name="connsiteY0" fmla="*/ 861696 h 957597"/>
              <a:gd name="connsiteX1" fmla="*/ 206968 w 722011"/>
              <a:gd name="connsiteY1" fmla="*/ 842936 h 957597"/>
              <a:gd name="connsiteX2" fmla="*/ 17848 w 722011"/>
              <a:gd name="connsiteY2" fmla="*/ 378299 h 957597"/>
              <a:gd name="connsiteX3" fmla="*/ 364565 w 722011"/>
              <a:gd name="connsiteY3" fmla="*/ 1067 h 957597"/>
              <a:gd name="connsiteX4" fmla="*/ 722011 w 722011"/>
              <a:gd name="connsiteY4" fmla="*/ 861696 h 957597"/>
              <a:gd name="connsiteX0" fmla="*/ 714897 w 714897"/>
              <a:gd name="connsiteY0" fmla="*/ 861696 h 928460"/>
              <a:gd name="connsiteX1" fmla="*/ 332351 w 714897"/>
              <a:gd name="connsiteY1" fmla="*/ 720823 h 928460"/>
              <a:gd name="connsiteX2" fmla="*/ 10734 w 714897"/>
              <a:gd name="connsiteY2" fmla="*/ 378299 h 928460"/>
              <a:gd name="connsiteX3" fmla="*/ 357451 w 714897"/>
              <a:gd name="connsiteY3" fmla="*/ 1067 h 928460"/>
              <a:gd name="connsiteX4" fmla="*/ 714897 w 714897"/>
              <a:gd name="connsiteY4" fmla="*/ 861696 h 928460"/>
              <a:gd name="connsiteX0" fmla="*/ 719939 w 719939"/>
              <a:gd name="connsiteY0" fmla="*/ 880994 h 947758"/>
              <a:gd name="connsiteX1" fmla="*/ 337393 w 719939"/>
              <a:gd name="connsiteY1" fmla="*/ 740121 h 947758"/>
              <a:gd name="connsiteX2" fmla="*/ 15776 w 719939"/>
              <a:gd name="connsiteY2" fmla="*/ 397597 h 947758"/>
              <a:gd name="connsiteX3" fmla="*/ 98086 w 719939"/>
              <a:gd name="connsiteY3" fmla="*/ 283570 h 947758"/>
              <a:gd name="connsiteX4" fmla="*/ 362493 w 719939"/>
              <a:gd name="connsiteY4" fmla="*/ 20365 h 947758"/>
              <a:gd name="connsiteX5" fmla="*/ 719939 w 719939"/>
              <a:gd name="connsiteY5" fmla="*/ 880994 h 947758"/>
              <a:gd name="connsiteX0" fmla="*/ 744638 w 744638"/>
              <a:gd name="connsiteY0" fmla="*/ 887190 h 953954"/>
              <a:gd name="connsiteX1" fmla="*/ 362092 w 744638"/>
              <a:gd name="connsiteY1" fmla="*/ 746317 h 953954"/>
              <a:gd name="connsiteX2" fmla="*/ 40475 w 744638"/>
              <a:gd name="connsiteY2" fmla="*/ 403793 h 953954"/>
              <a:gd name="connsiteX3" fmla="*/ 39355 w 744638"/>
              <a:gd name="connsiteY3" fmla="*/ 201517 h 953954"/>
              <a:gd name="connsiteX4" fmla="*/ 387192 w 744638"/>
              <a:gd name="connsiteY4" fmla="*/ 26561 h 953954"/>
              <a:gd name="connsiteX5" fmla="*/ 744638 w 744638"/>
              <a:gd name="connsiteY5" fmla="*/ 887190 h 95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4638" h="953954">
                <a:moveTo>
                  <a:pt x="744638" y="887190"/>
                </a:moveTo>
                <a:cubicBezTo>
                  <a:pt x="584194" y="1070478"/>
                  <a:pt x="479452" y="826883"/>
                  <a:pt x="362092" y="746317"/>
                </a:cubicBezTo>
                <a:cubicBezTo>
                  <a:pt x="244732" y="665751"/>
                  <a:pt x="88811" y="480811"/>
                  <a:pt x="40475" y="403793"/>
                </a:cubicBezTo>
                <a:cubicBezTo>
                  <a:pt x="-7861" y="326775"/>
                  <a:pt x="-18431" y="264389"/>
                  <a:pt x="39355" y="201517"/>
                </a:cubicBezTo>
                <a:cubicBezTo>
                  <a:pt x="97141" y="138645"/>
                  <a:pt x="275098" y="-73936"/>
                  <a:pt x="387192" y="26561"/>
                </a:cubicBezTo>
                <a:lnTo>
                  <a:pt x="744638" y="887190"/>
                </a:lnTo>
                <a:close/>
              </a:path>
            </a:pathLst>
          </a:custGeom>
          <a:gradFill flip="none" rotWithShape="1">
            <a:gsLst>
              <a:gs pos="0">
                <a:srgbClr val="49BAB4">
                  <a:tint val="66000"/>
                  <a:satMod val="160000"/>
                </a:srgbClr>
              </a:gs>
              <a:gs pos="50000">
                <a:srgbClr val="49BAB4">
                  <a:tint val="44500"/>
                  <a:satMod val="160000"/>
                </a:srgbClr>
              </a:gs>
              <a:gs pos="100000">
                <a:srgbClr val="49BAB4">
                  <a:tint val="23500"/>
                  <a:satMod val="160000"/>
                </a:srgbClr>
              </a:gs>
            </a:gsLst>
            <a:lin ang="8100000" scaled="1"/>
            <a:tileRect/>
          </a:gradFill>
          <a:ln>
            <a:solidFill>
              <a:srgbClr val="49BAB4"/>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 name="Google Shape;264;p35">
            <a:extLst>
              <a:ext uri="{FF2B5EF4-FFF2-40B4-BE49-F238E27FC236}">
                <a16:creationId xmlns:a16="http://schemas.microsoft.com/office/drawing/2014/main" id="{4A397680-F6D1-C3F9-9A82-77E87945F725}"/>
              </a:ext>
            </a:extLst>
          </p:cNvPr>
          <p:cNvGrpSpPr/>
          <p:nvPr/>
        </p:nvGrpSpPr>
        <p:grpSpPr>
          <a:xfrm>
            <a:off x="588061" y="1337230"/>
            <a:ext cx="6212789" cy="5049283"/>
            <a:chOff x="-132051" y="1608692"/>
            <a:chExt cx="4255411" cy="3394827"/>
          </a:xfrm>
        </p:grpSpPr>
        <p:sp>
          <p:nvSpPr>
            <p:cNvPr id="5" name="Google Shape;265;p35">
              <a:extLst>
                <a:ext uri="{FF2B5EF4-FFF2-40B4-BE49-F238E27FC236}">
                  <a16:creationId xmlns:a16="http://schemas.microsoft.com/office/drawing/2014/main" id="{D8FF352E-CA64-AE3C-D9BD-DFFEFE93F36D}"/>
                </a:ext>
              </a:extLst>
            </p:cNvPr>
            <p:cNvSpPr/>
            <p:nvPr/>
          </p:nvSpPr>
          <p:spPr>
            <a:xfrm flipH="1">
              <a:off x="2420184" y="1617801"/>
              <a:ext cx="832070" cy="838576"/>
            </a:xfrm>
            <a:custGeom>
              <a:avLst/>
              <a:gdLst/>
              <a:ahLst/>
              <a:cxnLst/>
              <a:rect l="l" t="t" r="r" b="b"/>
              <a:pathLst>
                <a:path w="22381" h="22556" extrusionOk="0">
                  <a:moveTo>
                    <a:pt x="5631" y="0"/>
                  </a:moveTo>
                  <a:cubicBezTo>
                    <a:pt x="3745" y="0"/>
                    <a:pt x="2175" y="360"/>
                    <a:pt x="1484" y="677"/>
                  </a:cubicBezTo>
                  <a:cubicBezTo>
                    <a:pt x="548" y="1109"/>
                    <a:pt x="1" y="1973"/>
                    <a:pt x="173" y="2837"/>
                  </a:cubicBezTo>
                  <a:cubicBezTo>
                    <a:pt x="361" y="3687"/>
                    <a:pt x="1181" y="4292"/>
                    <a:pt x="1181" y="4292"/>
                  </a:cubicBezTo>
                  <a:cubicBezTo>
                    <a:pt x="1181" y="4292"/>
                    <a:pt x="1326" y="4349"/>
                    <a:pt x="1570" y="4479"/>
                  </a:cubicBezTo>
                  <a:cubicBezTo>
                    <a:pt x="2132" y="4781"/>
                    <a:pt x="2665" y="5170"/>
                    <a:pt x="3140" y="5631"/>
                  </a:cubicBezTo>
                  <a:cubicBezTo>
                    <a:pt x="3558" y="6034"/>
                    <a:pt x="3918" y="6524"/>
                    <a:pt x="4191" y="7057"/>
                  </a:cubicBezTo>
                  <a:cubicBezTo>
                    <a:pt x="4206" y="7085"/>
                    <a:pt x="4235" y="7129"/>
                    <a:pt x="4249" y="7157"/>
                  </a:cubicBezTo>
                  <a:cubicBezTo>
                    <a:pt x="5185" y="9145"/>
                    <a:pt x="4451" y="10931"/>
                    <a:pt x="4652" y="15064"/>
                  </a:cubicBezTo>
                  <a:cubicBezTo>
                    <a:pt x="4782" y="17829"/>
                    <a:pt x="6337" y="20378"/>
                    <a:pt x="9318" y="21674"/>
                  </a:cubicBezTo>
                  <a:cubicBezTo>
                    <a:pt x="10613" y="22232"/>
                    <a:pt x="12175" y="22556"/>
                    <a:pt x="14007" y="22556"/>
                  </a:cubicBezTo>
                  <a:cubicBezTo>
                    <a:pt x="14254" y="22556"/>
                    <a:pt x="14505" y="22550"/>
                    <a:pt x="14762" y="22538"/>
                  </a:cubicBezTo>
                  <a:cubicBezTo>
                    <a:pt x="17008" y="22437"/>
                    <a:pt x="20335" y="20176"/>
                    <a:pt x="21358" y="18779"/>
                  </a:cubicBezTo>
                  <a:cubicBezTo>
                    <a:pt x="22380" y="17382"/>
                    <a:pt x="21012" y="14516"/>
                    <a:pt x="21012" y="14473"/>
                  </a:cubicBezTo>
                  <a:lnTo>
                    <a:pt x="21012" y="14473"/>
                  </a:lnTo>
                  <a:cubicBezTo>
                    <a:pt x="21286" y="14776"/>
                    <a:pt x="21588" y="15078"/>
                    <a:pt x="21905" y="15366"/>
                  </a:cubicBezTo>
                  <a:cubicBezTo>
                    <a:pt x="21790" y="14344"/>
                    <a:pt x="21430" y="12414"/>
                    <a:pt x="18895" y="10743"/>
                  </a:cubicBezTo>
                  <a:cubicBezTo>
                    <a:pt x="16375" y="9058"/>
                    <a:pt x="13984" y="7229"/>
                    <a:pt x="13984" y="7229"/>
                  </a:cubicBezTo>
                  <a:cubicBezTo>
                    <a:pt x="12645" y="6077"/>
                    <a:pt x="12011" y="4724"/>
                    <a:pt x="11666" y="4018"/>
                  </a:cubicBezTo>
                  <a:cubicBezTo>
                    <a:pt x="11334" y="3312"/>
                    <a:pt x="10326" y="533"/>
                    <a:pt x="7619" y="144"/>
                  </a:cubicBezTo>
                  <a:cubicBezTo>
                    <a:pt x="6956" y="43"/>
                    <a:pt x="6294" y="0"/>
                    <a:pt x="5631"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66;p35">
              <a:extLst>
                <a:ext uri="{FF2B5EF4-FFF2-40B4-BE49-F238E27FC236}">
                  <a16:creationId xmlns:a16="http://schemas.microsoft.com/office/drawing/2014/main" id="{664233FE-EFB4-A39B-128E-AEED50F721D3}"/>
                </a:ext>
              </a:extLst>
            </p:cNvPr>
            <p:cNvSpPr/>
            <p:nvPr/>
          </p:nvSpPr>
          <p:spPr>
            <a:xfrm flipH="1">
              <a:off x="2536364" y="1683084"/>
              <a:ext cx="667150" cy="738085"/>
            </a:xfrm>
            <a:custGeom>
              <a:avLst/>
              <a:gdLst/>
              <a:ahLst/>
              <a:cxnLst/>
              <a:rect l="l" t="t" r="r" b="b"/>
              <a:pathLst>
                <a:path w="17945" h="19853" extrusionOk="0">
                  <a:moveTo>
                    <a:pt x="245" y="1"/>
                  </a:moveTo>
                  <a:lnTo>
                    <a:pt x="245" y="1"/>
                  </a:lnTo>
                  <a:cubicBezTo>
                    <a:pt x="0" y="1110"/>
                    <a:pt x="43" y="2017"/>
                    <a:pt x="259" y="2723"/>
                  </a:cubicBezTo>
                  <a:cubicBezTo>
                    <a:pt x="821" y="3025"/>
                    <a:pt x="1354" y="3414"/>
                    <a:pt x="1829" y="3875"/>
                  </a:cubicBezTo>
                  <a:cubicBezTo>
                    <a:pt x="1843" y="3889"/>
                    <a:pt x="1872" y="3918"/>
                    <a:pt x="1901" y="3947"/>
                  </a:cubicBezTo>
                  <a:cubicBezTo>
                    <a:pt x="1915" y="3947"/>
                    <a:pt x="1915" y="3961"/>
                    <a:pt x="1930" y="3976"/>
                  </a:cubicBezTo>
                  <a:cubicBezTo>
                    <a:pt x="1944" y="3990"/>
                    <a:pt x="1959" y="4005"/>
                    <a:pt x="1973" y="4019"/>
                  </a:cubicBezTo>
                  <a:cubicBezTo>
                    <a:pt x="1987" y="4033"/>
                    <a:pt x="2002" y="4048"/>
                    <a:pt x="2002" y="4062"/>
                  </a:cubicBezTo>
                  <a:cubicBezTo>
                    <a:pt x="2016" y="4077"/>
                    <a:pt x="2031" y="4091"/>
                    <a:pt x="2045" y="4105"/>
                  </a:cubicBezTo>
                  <a:lnTo>
                    <a:pt x="2088" y="4134"/>
                  </a:lnTo>
                  <a:cubicBezTo>
                    <a:pt x="2103" y="4149"/>
                    <a:pt x="2117" y="4163"/>
                    <a:pt x="2117" y="4177"/>
                  </a:cubicBezTo>
                  <a:cubicBezTo>
                    <a:pt x="2131" y="4192"/>
                    <a:pt x="2146" y="4206"/>
                    <a:pt x="2160" y="4221"/>
                  </a:cubicBezTo>
                  <a:cubicBezTo>
                    <a:pt x="2175" y="4235"/>
                    <a:pt x="2189" y="4249"/>
                    <a:pt x="2203" y="4264"/>
                  </a:cubicBezTo>
                  <a:cubicBezTo>
                    <a:pt x="2203" y="4278"/>
                    <a:pt x="2218" y="4293"/>
                    <a:pt x="2232" y="4307"/>
                  </a:cubicBezTo>
                  <a:cubicBezTo>
                    <a:pt x="2247" y="4321"/>
                    <a:pt x="2261" y="4336"/>
                    <a:pt x="2275" y="4350"/>
                  </a:cubicBezTo>
                  <a:lnTo>
                    <a:pt x="2304" y="4393"/>
                  </a:lnTo>
                  <a:lnTo>
                    <a:pt x="2333" y="4437"/>
                  </a:lnTo>
                  <a:cubicBezTo>
                    <a:pt x="2348" y="4451"/>
                    <a:pt x="2362" y="4480"/>
                    <a:pt x="2376" y="4494"/>
                  </a:cubicBezTo>
                  <a:cubicBezTo>
                    <a:pt x="2391" y="4509"/>
                    <a:pt x="2405" y="4523"/>
                    <a:pt x="2405" y="4537"/>
                  </a:cubicBezTo>
                  <a:cubicBezTo>
                    <a:pt x="2420" y="4552"/>
                    <a:pt x="2434" y="4566"/>
                    <a:pt x="2448" y="4581"/>
                  </a:cubicBezTo>
                  <a:cubicBezTo>
                    <a:pt x="2463" y="4595"/>
                    <a:pt x="2463" y="4609"/>
                    <a:pt x="2477" y="4624"/>
                  </a:cubicBezTo>
                  <a:cubicBezTo>
                    <a:pt x="2492" y="4638"/>
                    <a:pt x="2506" y="4653"/>
                    <a:pt x="2520" y="4681"/>
                  </a:cubicBezTo>
                  <a:cubicBezTo>
                    <a:pt x="2520" y="4696"/>
                    <a:pt x="2535" y="4710"/>
                    <a:pt x="2549" y="4725"/>
                  </a:cubicBezTo>
                  <a:lnTo>
                    <a:pt x="2578" y="4768"/>
                  </a:lnTo>
                  <a:lnTo>
                    <a:pt x="2607" y="4825"/>
                  </a:lnTo>
                  <a:cubicBezTo>
                    <a:pt x="2621" y="4840"/>
                    <a:pt x="2636" y="4854"/>
                    <a:pt x="2650" y="4869"/>
                  </a:cubicBezTo>
                  <a:cubicBezTo>
                    <a:pt x="2650" y="4883"/>
                    <a:pt x="2664" y="4897"/>
                    <a:pt x="2679" y="4926"/>
                  </a:cubicBezTo>
                  <a:cubicBezTo>
                    <a:pt x="2679" y="4941"/>
                    <a:pt x="2693" y="4955"/>
                    <a:pt x="2708" y="4969"/>
                  </a:cubicBezTo>
                  <a:cubicBezTo>
                    <a:pt x="2722" y="4998"/>
                    <a:pt x="2722" y="5013"/>
                    <a:pt x="2736" y="5027"/>
                  </a:cubicBezTo>
                  <a:lnTo>
                    <a:pt x="2765" y="5070"/>
                  </a:lnTo>
                  <a:cubicBezTo>
                    <a:pt x="2780" y="5099"/>
                    <a:pt x="2794" y="5113"/>
                    <a:pt x="2794" y="5128"/>
                  </a:cubicBezTo>
                  <a:cubicBezTo>
                    <a:pt x="2808" y="5157"/>
                    <a:pt x="2823" y="5171"/>
                    <a:pt x="2823" y="5185"/>
                  </a:cubicBezTo>
                  <a:cubicBezTo>
                    <a:pt x="2837" y="5200"/>
                    <a:pt x="2852" y="5229"/>
                    <a:pt x="2866" y="5243"/>
                  </a:cubicBezTo>
                  <a:cubicBezTo>
                    <a:pt x="2866" y="5257"/>
                    <a:pt x="2880" y="5272"/>
                    <a:pt x="2880" y="5286"/>
                  </a:cubicBezTo>
                  <a:cubicBezTo>
                    <a:pt x="2895" y="5329"/>
                    <a:pt x="2924" y="5358"/>
                    <a:pt x="2938" y="5401"/>
                  </a:cubicBezTo>
                  <a:cubicBezTo>
                    <a:pt x="3874" y="7389"/>
                    <a:pt x="3140" y="9175"/>
                    <a:pt x="3341" y="13308"/>
                  </a:cubicBezTo>
                  <a:cubicBezTo>
                    <a:pt x="3428" y="15655"/>
                    <a:pt x="4637" y="17815"/>
                    <a:pt x="6581" y="19126"/>
                  </a:cubicBezTo>
                  <a:cubicBezTo>
                    <a:pt x="7273" y="19595"/>
                    <a:pt x="8082" y="19853"/>
                    <a:pt x="8907" y="19853"/>
                  </a:cubicBezTo>
                  <a:cubicBezTo>
                    <a:pt x="9044" y="19853"/>
                    <a:pt x="9181" y="19846"/>
                    <a:pt x="9318" y="19832"/>
                  </a:cubicBezTo>
                  <a:lnTo>
                    <a:pt x="9332" y="19832"/>
                  </a:lnTo>
                  <a:cubicBezTo>
                    <a:pt x="10729" y="19702"/>
                    <a:pt x="12112" y="19443"/>
                    <a:pt x="13393" y="18881"/>
                  </a:cubicBezTo>
                  <a:cubicBezTo>
                    <a:pt x="14675" y="18334"/>
                    <a:pt x="15841" y="17455"/>
                    <a:pt x="16576" y="16274"/>
                  </a:cubicBezTo>
                  <a:cubicBezTo>
                    <a:pt x="17310" y="15079"/>
                    <a:pt x="17670" y="13553"/>
                    <a:pt x="17210" y="12242"/>
                  </a:cubicBezTo>
                  <a:lnTo>
                    <a:pt x="17210" y="12242"/>
                  </a:lnTo>
                  <a:cubicBezTo>
                    <a:pt x="17397" y="12516"/>
                    <a:pt x="17670" y="12688"/>
                    <a:pt x="17944" y="12890"/>
                  </a:cubicBezTo>
                  <a:cubicBezTo>
                    <a:pt x="17886" y="12588"/>
                    <a:pt x="17786" y="12300"/>
                    <a:pt x="17670" y="12012"/>
                  </a:cubicBezTo>
                  <a:cubicBezTo>
                    <a:pt x="17253" y="11061"/>
                    <a:pt x="16490" y="10096"/>
                    <a:pt x="15568" y="9621"/>
                  </a:cubicBezTo>
                  <a:cubicBezTo>
                    <a:pt x="14689" y="9160"/>
                    <a:pt x="13941" y="8570"/>
                    <a:pt x="12990" y="8210"/>
                  </a:cubicBezTo>
                  <a:cubicBezTo>
                    <a:pt x="11175" y="7518"/>
                    <a:pt x="9044" y="7187"/>
                    <a:pt x="7618" y="5747"/>
                  </a:cubicBezTo>
                  <a:cubicBezTo>
                    <a:pt x="6697" y="4811"/>
                    <a:pt x="6207" y="3544"/>
                    <a:pt x="5300" y="2608"/>
                  </a:cubicBezTo>
                  <a:cubicBezTo>
                    <a:pt x="4234" y="1499"/>
                    <a:pt x="2938" y="1412"/>
                    <a:pt x="1570" y="995"/>
                  </a:cubicBezTo>
                  <a:cubicBezTo>
                    <a:pt x="1239" y="894"/>
                    <a:pt x="130" y="563"/>
                    <a:pt x="245" y="1"/>
                  </a:cubicBezTo>
                  <a:close/>
                </a:path>
              </a:pathLst>
            </a:custGeom>
            <a:solidFill>
              <a:srgbClr val="0B1F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67;p35">
              <a:extLst>
                <a:ext uri="{FF2B5EF4-FFF2-40B4-BE49-F238E27FC236}">
                  <a16:creationId xmlns:a16="http://schemas.microsoft.com/office/drawing/2014/main" id="{33EEA9E7-D275-231B-3D6E-FB8F178DB1EE}"/>
                </a:ext>
              </a:extLst>
            </p:cNvPr>
            <p:cNvSpPr/>
            <p:nvPr/>
          </p:nvSpPr>
          <p:spPr>
            <a:xfrm flipH="1">
              <a:off x="3103915" y="4761679"/>
              <a:ext cx="530597" cy="205629"/>
            </a:xfrm>
            <a:custGeom>
              <a:avLst/>
              <a:gdLst/>
              <a:ahLst/>
              <a:cxnLst/>
              <a:rect l="l" t="t" r="r" b="b"/>
              <a:pathLst>
                <a:path w="14272" h="5531" extrusionOk="0">
                  <a:moveTo>
                    <a:pt x="8540" y="0"/>
                  </a:moveTo>
                  <a:cubicBezTo>
                    <a:pt x="8540" y="0"/>
                    <a:pt x="8655" y="1397"/>
                    <a:pt x="5919" y="2564"/>
                  </a:cubicBezTo>
                  <a:cubicBezTo>
                    <a:pt x="4997" y="2938"/>
                    <a:pt x="4047" y="3226"/>
                    <a:pt x="3068" y="3413"/>
                  </a:cubicBezTo>
                  <a:cubicBezTo>
                    <a:pt x="763" y="3889"/>
                    <a:pt x="0" y="5530"/>
                    <a:pt x="0" y="5530"/>
                  </a:cubicBezTo>
                  <a:lnTo>
                    <a:pt x="14243" y="5530"/>
                  </a:lnTo>
                  <a:lnTo>
                    <a:pt x="14257" y="3039"/>
                  </a:lnTo>
                  <a:lnTo>
                    <a:pt x="14272" y="418"/>
                  </a:lnTo>
                  <a:lnTo>
                    <a:pt x="8540" y="0"/>
                  </a:ln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68;p35">
              <a:extLst>
                <a:ext uri="{FF2B5EF4-FFF2-40B4-BE49-F238E27FC236}">
                  <a16:creationId xmlns:a16="http://schemas.microsoft.com/office/drawing/2014/main" id="{07293980-AB79-29AF-EB71-FF8A1E951F7C}"/>
                </a:ext>
              </a:extLst>
            </p:cNvPr>
            <p:cNvSpPr/>
            <p:nvPr/>
          </p:nvSpPr>
          <p:spPr>
            <a:xfrm flipH="1">
              <a:off x="3102317" y="4856444"/>
              <a:ext cx="529519" cy="113540"/>
            </a:xfrm>
            <a:custGeom>
              <a:avLst/>
              <a:gdLst/>
              <a:ahLst/>
              <a:cxnLst/>
              <a:rect l="l" t="t" r="r" b="b"/>
              <a:pathLst>
                <a:path w="14243" h="3054" extrusionOk="0">
                  <a:moveTo>
                    <a:pt x="5847" y="0"/>
                  </a:moveTo>
                  <a:cubicBezTo>
                    <a:pt x="4925" y="389"/>
                    <a:pt x="3975" y="677"/>
                    <a:pt x="2996" y="864"/>
                  </a:cubicBezTo>
                  <a:cubicBezTo>
                    <a:pt x="691" y="1340"/>
                    <a:pt x="0" y="3053"/>
                    <a:pt x="0" y="3053"/>
                  </a:cubicBezTo>
                  <a:lnTo>
                    <a:pt x="14243" y="3053"/>
                  </a:lnTo>
                  <a:lnTo>
                    <a:pt x="14185" y="490"/>
                  </a:lnTo>
                  <a:cubicBezTo>
                    <a:pt x="12889" y="850"/>
                    <a:pt x="10916" y="1685"/>
                    <a:pt x="7532" y="1959"/>
                  </a:cubicBezTo>
                  <a:cubicBezTo>
                    <a:pt x="7172" y="1268"/>
                    <a:pt x="6495" y="576"/>
                    <a:pt x="5847"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69;p35">
              <a:extLst>
                <a:ext uri="{FF2B5EF4-FFF2-40B4-BE49-F238E27FC236}">
                  <a16:creationId xmlns:a16="http://schemas.microsoft.com/office/drawing/2014/main" id="{90269ABE-7803-3DCF-C199-A2CF0A8801DD}"/>
                </a:ext>
              </a:extLst>
            </p:cNvPr>
            <p:cNvSpPr/>
            <p:nvPr/>
          </p:nvSpPr>
          <p:spPr>
            <a:xfrm flipH="1">
              <a:off x="2996287" y="2912396"/>
              <a:ext cx="420329" cy="1923192"/>
            </a:xfrm>
            <a:custGeom>
              <a:avLst/>
              <a:gdLst/>
              <a:ahLst/>
              <a:cxnLst/>
              <a:rect l="l" t="t" r="r" b="b"/>
              <a:pathLst>
                <a:path w="11306" h="51730" extrusionOk="0">
                  <a:moveTo>
                    <a:pt x="4666" y="0"/>
                  </a:moveTo>
                  <a:cubicBezTo>
                    <a:pt x="2852" y="0"/>
                    <a:pt x="1167" y="764"/>
                    <a:pt x="620" y="2578"/>
                  </a:cubicBezTo>
                  <a:cubicBezTo>
                    <a:pt x="404" y="3284"/>
                    <a:pt x="288" y="4983"/>
                    <a:pt x="231" y="7345"/>
                  </a:cubicBezTo>
                  <a:cubicBezTo>
                    <a:pt x="216" y="7719"/>
                    <a:pt x="202" y="8108"/>
                    <a:pt x="202" y="8511"/>
                  </a:cubicBezTo>
                  <a:cubicBezTo>
                    <a:pt x="0" y="21516"/>
                    <a:pt x="1426" y="50102"/>
                    <a:pt x="1426" y="50102"/>
                  </a:cubicBezTo>
                  <a:lnTo>
                    <a:pt x="9001" y="51730"/>
                  </a:lnTo>
                  <a:cubicBezTo>
                    <a:pt x="9001" y="51730"/>
                    <a:pt x="10643" y="16029"/>
                    <a:pt x="11032" y="8511"/>
                  </a:cubicBezTo>
                  <a:cubicBezTo>
                    <a:pt x="11061" y="7964"/>
                    <a:pt x="11089" y="7561"/>
                    <a:pt x="11104" y="7345"/>
                  </a:cubicBezTo>
                  <a:cubicBezTo>
                    <a:pt x="11104" y="7331"/>
                    <a:pt x="11104" y="7316"/>
                    <a:pt x="11104" y="7302"/>
                  </a:cubicBezTo>
                  <a:cubicBezTo>
                    <a:pt x="11305" y="4349"/>
                    <a:pt x="10528" y="3313"/>
                    <a:pt x="9606" y="2132"/>
                  </a:cubicBezTo>
                  <a:cubicBezTo>
                    <a:pt x="8584" y="821"/>
                    <a:pt x="6553" y="0"/>
                    <a:pt x="4666"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70;p35">
              <a:extLst>
                <a:ext uri="{FF2B5EF4-FFF2-40B4-BE49-F238E27FC236}">
                  <a16:creationId xmlns:a16="http://schemas.microsoft.com/office/drawing/2014/main" id="{2C51B719-F997-C729-26F1-4404B52C2C0E}"/>
                </a:ext>
              </a:extLst>
            </p:cNvPr>
            <p:cNvSpPr/>
            <p:nvPr/>
          </p:nvSpPr>
          <p:spPr>
            <a:xfrm flipH="1">
              <a:off x="3016458" y="2919083"/>
              <a:ext cx="411778" cy="272585"/>
            </a:xfrm>
            <a:custGeom>
              <a:avLst/>
              <a:gdLst/>
              <a:ahLst/>
              <a:cxnLst/>
              <a:rect l="l" t="t" r="r" b="b"/>
              <a:pathLst>
                <a:path w="11076" h="7332" extrusionOk="0">
                  <a:moveTo>
                    <a:pt x="4441" y="0"/>
                  </a:moveTo>
                  <a:cubicBezTo>
                    <a:pt x="2623" y="0"/>
                    <a:pt x="934" y="762"/>
                    <a:pt x="390" y="2579"/>
                  </a:cubicBezTo>
                  <a:cubicBezTo>
                    <a:pt x="174" y="3285"/>
                    <a:pt x="58" y="4984"/>
                    <a:pt x="1" y="7332"/>
                  </a:cubicBezTo>
                  <a:lnTo>
                    <a:pt x="10874" y="7332"/>
                  </a:lnTo>
                  <a:cubicBezTo>
                    <a:pt x="10874" y="7332"/>
                    <a:pt x="10874" y="7317"/>
                    <a:pt x="10874" y="7303"/>
                  </a:cubicBezTo>
                  <a:cubicBezTo>
                    <a:pt x="11075" y="4350"/>
                    <a:pt x="10298" y="3314"/>
                    <a:pt x="9376" y="2133"/>
                  </a:cubicBezTo>
                  <a:cubicBezTo>
                    <a:pt x="8350" y="820"/>
                    <a:pt x="6326" y="0"/>
                    <a:pt x="4441"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71;p35">
              <a:extLst>
                <a:ext uri="{FF2B5EF4-FFF2-40B4-BE49-F238E27FC236}">
                  <a16:creationId xmlns:a16="http://schemas.microsoft.com/office/drawing/2014/main" id="{AD225132-73F4-40BA-0F9F-ED3F49420DE2}"/>
                </a:ext>
              </a:extLst>
            </p:cNvPr>
            <p:cNvSpPr/>
            <p:nvPr/>
          </p:nvSpPr>
          <p:spPr>
            <a:xfrm flipH="1">
              <a:off x="2744112" y="4761679"/>
              <a:ext cx="529556" cy="205629"/>
            </a:xfrm>
            <a:custGeom>
              <a:avLst/>
              <a:gdLst/>
              <a:ahLst/>
              <a:cxnLst/>
              <a:rect l="l" t="t" r="r" b="b"/>
              <a:pathLst>
                <a:path w="14244" h="5531" extrusionOk="0">
                  <a:moveTo>
                    <a:pt x="8411" y="0"/>
                  </a:moveTo>
                  <a:lnTo>
                    <a:pt x="8411" y="0"/>
                  </a:lnTo>
                  <a:cubicBezTo>
                    <a:pt x="8411" y="0"/>
                    <a:pt x="8569" y="1397"/>
                    <a:pt x="5862" y="2564"/>
                  </a:cubicBezTo>
                  <a:cubicBezTo>
                    <a:pt x="4940" y="2938"/>
                    <a:pt x="3990" y="3226"/>
                    <a:pt x="3025" y="3413"/>
                  </a:cubicBezTo>
                  <a:cubicBezTo>
                    <a:pt x="721" y="3889"/>
                    <a:pt x="1" y="5530"/>
                    <a:pt x="1" y="5530"/>
                  </a:cubicBezTo>
                  <a:lnTo>
                    <a:pt x="14243" y="5530"/>
                  </a:lnTo>
                  <a:lnTo>
                    <a:pt x="14200" y="3039"/>
                  </a:lnTo>
                  <a:lnTo>
                    <a:pt x="14171" y="418"/>
                  </a:lnTo>
                  <a:lnTo>
                    <a:pt x="8411" y="0"/>
                  </a:ln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72;p35">
              <a:extLst>
                <a:ext uri="{FF2B5EF4-FFF2-40B4-BE49-F238E27FC236}">
                  <a16:creationId xmlns:a16="http://schemas.microsoft.com/office/drawing/2014/main" id="{2FD416CC-B6D7-2F5E-C8E8-E4F407FB90AB}"/>
                </a:ext>
              </a:extLst>
            </p:cNvPr>
            <p:cNvSpPr/>
            <p:nvPr/>
          </p:nvSpPr>
          <p:spPr>
            <a:xfrm flipH="1">
              <a:off x="2744112" y="4856444"/>
              <a:ext cx="529556" cy="110863"/>
            </a:xfrm>
            <a:custGeom>
              <a:avLst/>
              <a:gdLst/>
              <a:ahLst/>
              <a:cxnLst/>
              <a:rect l="l" t="t" r="r" b="b"/>
              <a:pathLst>
                <a:path w="14244" h="2982" extrusionOk="0">
                  <a:moveTo>
                    <a:pt x="5862" y="0"/>
                  </a:moveTo>
                  <a:cubicBezTo>
                    <a:pt x="4940" y="389"/>
                    <a:pt x="3990" y="677"/>
                    <a:pt x="3025" y="864"/>
                  </a:cubicBezTo>
                  <a:cubicBezTo>
                    <a:pt x="721" y="1340"/>
                    <a:pt x="1" y="2981"/>
                    <a:pt x="1" y="2981"/>
                  </a:cubicBezTo>
                  <a:lnTo>
                    <a:pt x="14243" y="2981"/>
                  </a:lnTo>
                  <a:lnTo>
                    <a:pt x="14200" y="490"/>
                  </a:lnTo>
                  <a:cubicBezTo>
                    <a:pt x="12918" y="850"/>
                    <a:pt x="10960" y="1685"/>
                    <a:pt x="7590" y="1959"/>
                  </a:cubicBezTo>
                  <a:cubicBezTo>
                    <a:pt x="7201" y="1268"/>
                    <a:pt x="6510" y="576"/>
                    <a:pt x="5862"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73;p35">
              <a:extLst>
                <a:ext uri="{FF2B5EF4-FFF2-40B4-BE49-F238E27FC236}">
                  <a16:creationId xmlns:a16="http://schemas.microsoft.com/office/drawing/2014/main" id="{7042CC93-970D-59E2-3FB8-6A463E329F25}"/>
                </a:ext>
              </a:extLst>
            </p:cNvPr>
            <p:cNvSpPr/>
            <p:nvPr/>
          </p:nvSpPr>
          <p:spPr>
            <a:xfrm flipH="1">
              <a:off x="2678270" y="2912396"/>
              <a:ext cx="409622" cy="1923192"/>
            </a:xfrm>
            <a:custGeom>
              <a:avLst/>
              <a:gdLst/>
              <a:ahLst/>
              <a:cxnLst/>
              <a:rect l="l" t="t" r="r" b="b"/>
              <a:pathLst>
                <a:path w="11018" h="51730" extrusionOk="0">
                  <a:moveTo>
                    <a:pt x="4292" y="0"/>
                  </a:moveTo>
                  <a:cubicBezTo>
                    <a:pt x="2478" y="0"/>
                    <a:pt x="793" y="764"/>
                    <a:pt x="289" y="2578"/>
                  </a:cubicBezTo>
                  <a:cubicBezTo>
                    <a:pt x="102" y="3284"/>
                    <a:pt x="15" y="4983"/>
                    <a:pt x="1" y="7345"/>
                  </a:cubicBezTo>
                  <a:cubicBezTo>
                    <a:pt x="1" y="7719"/>
                    <a:pt x="1" y="8108"/>
                    <a:pt x="15" y="8511"/>
                  </a:cubicBezTo>
                  <a:cubicBezTo>
                    <a:pt x="116" y="21516"/>
                    <a:pt x="2175" y="50102"/>
                    <a:pt x="2175" y="50102"/>
                  </a:cubicBezTo>
                  <a:lnTo>
                    <a:pt x="9794" y="51730"/>
                  </a:lnTo>
                  <a:cubicBezTo>
                    <a:pt x="9794" y="51730"/>
                    <a:pt x="10615" y="16029"/>
                    <a:pt x="10845" y="8511"/>
                  </a:cubicBezTo>
                  <a:cubicBezTo>
                    <a:pt x="10859" y="7964"/>
                    <a:pt x="10874" y="7561"/>
                    <a:pt x="10888" y="7345"/>
                  </a:cubicBezTo>
                  <a:cubicBezTo>
                    <a:pt x="10888" y="7331"/>
                    <a:pt x="10888" y="7316"/>
                    <a:pt x="10888" y="7302"/>
                  </a:cubicBezTo>
                  <a:cubicBezTo>
                    <a:pt x="11018" y="4349"/>
                    <a:pt x="10226" y="3313"/>
                    <a:pt x="9275" y="2132"/>
                  </a:cubicBezTo>
                  <a:cubicBezTo>
                    <a:pt x="8209" y="821"/>
                    <a:pt x="6179" y="0"/>
                    <a:pt x="4292" y="0"/>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74;p35">
              <a:extLst>
                <a:ext uri="{FF2B5EF4-FFF2-40B4-BE49-F238E27FC236}">
                  <a16:creationId xmlns:a16="http://schemas.microsoft.com/office/drawing/2014/main" id="{9CC4DC3D-B484-B7DE-D82D-451EA49B8471}"/>
                </a:ext>
              </a:extLst>
            </p:cNvPr>
            <p:cNvSpPr/>
            <p:nvPr/>
          </p:nvSpPr>
          <p:spPr>
            <a:xfrm flipH="1">
              <a:off x="2678270" y="2912359"/>
              <a:ext cx="409622" cy="272585"/>
            </a:xfrm>
            <a:custGeom>
              <a:avLst/>
              <a:gdLst/>
              <a:ahLst/>
              <a:cxnLst/>
              <a:rect l="l" t="t" r="r" b="b"/>
              <a:pathLst>
                <a:path w="11018" h="7332" extrusionOk="0">
                  <a:moveTo>
                    <a:pt x="4291" y="0"/>
                  </a:moveTo>
                  <a:cubicBezTo>
                    <a:pt x="2473" y="0"/>
                    <a:pt x="798" y="762"/>
                    <a:pt x="289" y="2579"/>
                  </a:cubicBezTo>
                  <a:cubicBezTo>
                    <a:pt x="102" y="3285"/>
                    <a:pt x="15" y="4984"/>
                    <a:pt x="1" y="7332"/>
                  </a:cubicBezTo>
                  <a:lnTo>
                    <a:pt x="10888" y="7332"/>
                  </a:lnTo>
                  <a:cubicBezTo>
                    <a:pt x="10888" y="7332"/>
                    <a:pt x="10888" y="7317"/>
                    <a:pt x="10888" y="7303"/>
                  </a:cubicBezTo>
                  <a:cubicBezTo>
                    <a:pt x="11018" y="4350"/>
                    <a:pt x="10226" y="3314"/>
                    <a:pt x="9275" y="2133"/>
                  </a:cubicBezTo>
                  <a:cubicBezTo>
                    <a:pt x="8219" y="820"/>
                    <a:pt x="6178" y="0"/>
                    <a:pt x="4291"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75;p35">
              <a:extLst>
                <a:ext uri="{FF2B5EF4-FFF2-40B4-BE49-F238E27FC236}">
                  <a16:creationId xmlns:a16="http://schemas.microsoft.com/office/drawing/2014/main" id="{97C4E84E-31EB-3EBB-A2BC-981DF0378407}"/>
                </a:ext>
              </a:extLst>
            </p:cNvPr>
            <p:cNvSpPr/>
            <p:nvPr/>
          </p:nvSpPr>
          <p:spPr>
            <a:xfrm flipH="1">
              <a:off x="3343227" y="2144085"/>
              <a:ext cx="599710" cy="525207"/>
            </a:xfrm>
            <a:custGeom>
              <a:avLst/>
              <a:gdLst/>
              <a:ahLst/>
              <a:cxnLst/>
              <a:rect l="l" t="t" r="r" b="b"/>
              <a:pathLst>
                <a:path w="16131" h="14127" extrusionOk="0">
                  <a:moveTo>
                    <a:pt x="1585" y="0"/>
                  </a:moveTo>
                  <a:lnTo>
                    <a:pt x="1" y="1829"/>
                  </a:lnTo>
                  <a:cubicBezTo>
                    <a:pt x="1" y="1829"/>
                    <a:pt x="5848" y="13451"/>
                    <a:pt x="8656" y="14099"/>
                  </a:cubicBezTo>
                  <a:cubicBezTo>
                    <a:pt x="8736" y="14118"/>
                    <a:pt x="8819" y="14127"/>
                    <a:pt x="8907" y="14127"/>
                  </a:cubicBezTo>
                  <a:cubicBezTo>
                    <a:pt x="11211" y="14127"/>
                    <a:pt x="16130" y="7964"/>
                    <a:pt x="16130" y="7964"/>
                  </a:cubicBezTo>
                  <a:lnTo>
                    <a:pt x="12184" y="4695"/>
                  </a:lnTo>
                  <a:lnTo>
                    <a:pt x="9319" y="7129"/>
                  </a:lnTo>
                  <a:lnTo>
                    <a:pt x="1585" y="0"/>
                  </a:ln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76;p35">
              <a:extLst>
                <a:ext uri="{FF2B5EF4-FFF2-40B4-BE49-F238E27FC236}">
                  <a16:creationId xmlns:a16="http://schemas.microsoft.com/office/drawing/2014/main" id="{D6ABD82C-3A4E-3A13-B91F-6CB7FD3486F7}"/>
                </a:ext>
              </a:extLst>
            </p:cNvPr>
            <p:cNvSpPr/>
            <p:nvPr/>
          </p:nvSpPr>
          <p:spPr>
            <a:xfrm flipH="1">
              <a:off x="3882375" y="2115161"/>
              <a:ext cx="240985" cy="118373"/>
            </a:xfrm>
            <a:custGeom>
              <a:avLst/>
              <a:gdLst/>
              <a:ahLst/>
              <a:cxnLst/>
              <a:rect l="l" t="t" r="r" b="b"/>
              <a:pathLst>
                <a:path w="6482" h="3184" extrusionOk="0">
                  <a:moveTo>
                    <a:pt x="418" y="1"/>
                  </a:moveTo>
                  <a:cubicBezTo>
                    <a:pt x="73" y="87"/>
                    <a:pt x="1" y="548"/>
                    <a:pt x="303" y="735"/>
                  </a:cubicBezTo>
                  <a:cubicBezTo>
                    <a:pt x="505" y="822"/>
                    <a:pt x="3011" y="980"/>
                    <a:pt x="3011" y="980"/>
                  </a:cubicBezTo>
                  <a:lnTo>
                    <a:pt x="3011" y="3155"/>
                  </a:lnTo>
                  <a:lnTo>
                    <a:pt x="5012" y="3183"/>
                  </a:lnTo>
                  <a:cubicBezTo>
                    <a:pt x="5019" y="3184"/>
                    <a:pt x="5025" y="3184"/>
                    <a:pt x="5032" y="3184"/>
                  </a:cubicBezTo>
                  <a:cubicBezTo>
                    <a:pt x="5423" y="3184"/>
                    <a:pt x="6067" y="2758"/>
                    <a:pt x="6251" y="2305"/>
                  </a:cubicBezTo>
                  <a:cubicBezTo>
                    <a:pt x="6452" y="1743"/>
                    <a:pt x="6481" y="1138"/>
                    <a:pt x="6352" y="562"/>
                  </a:cubicBezTo>
                  <a:cubicBezTo>
                    <a:pt x="6265" y="231"/>
                    <a:pt x="5977" y="1"/>
                    <a:pt x="5646"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77;p35">
              <a:extLst>
                <a:ext uri="{FF2B5EF4-FFF2-40B4-BE49-F238E27FC236}">
                  <a16:creationId xmlns:a16="http://schemas.microsoft.com/office/drawing/2014/main" id="{4FBDC0D4-BAB0-79D3-605C-A43A7482BCB2}"/>
                </a:ext>
              </a:extLst>
            </p:cNvPr>
            <p:cNvSpPr/>
            <p:nvPr/>
          </p:nvSpPr>
          <p:spPr>
            <a:xfrm flipH="1">
              <a:off x="3880776" y="2073411"/>
              <a:ext cx="127482" cy="89003"/>
            </a:xfrm>
            <a:custGeom>
              <a:avLst/>
              <a:gdLst/>
              <a:ahLst/>
              <a:cxnLst/>
              <a:rect l="l" t="t" r="r" b="b"/>
              <a:pathLst>
                <a:path w="3429" h="2394" extrusionOk="0">
                  <a:moveTo>
                    <a:pt x="318" y="0"/>
                  </a:moveTo>
                  <a:cubicBezTo>
                    <a:pt x="275" y="0"/>
                    <a:pt x="231" y="0"/>
                    <a:pt x="188" y="15"/>
                  </a:cubicBezTo>
                  <a:cubicBezTo>
                    <a:pt x="1" y="87"/>
                    <a:pt x="188" y="605"/>
                    <a:pt x="390" y="764"/>
                  </a:cubicBezTo>
                  <a:cubicBezTo>
                    <a:pt x="548" y="893"/>
                    <a:pt x="793" y="1138"/>
                    <a:pt x="1110" y="1196"/>
                  </a:cubicBezTo>
                  <a:cubicBezTo>
                    <a:pt x="1192" y="1206"/>
                    <a:pt x="1275" y="1211"/>
                    <a:pt x="1359" y="1211"/>
                  </a:cubicBezTo>
                  <a:cubicBezTo>
                    <a:pt x="1512" y="1211"/>
                    <a:pt x="1667" y="1195"/>
                    <a:pt x="1816" y="1167"/>
                  </a:cubicBezTo>
                  <a:cubicBezTo>
                    <a:pt x="1816" y="1167"/>
                    <a:pt x="1902" y="1973"/>
                    <a:pt x="2075" y="2218"/>
                  </a:cubicBezTo>
                  <a:cubicBezTo>
                    <a:pt x="2161" y="2362"/>
                    <a:pt x="2377" y="2377"/>
                    <a:pt x="2737" y="2391"/>
                  </a:cubicBezTo>
                  <a:cubicBezTo>
                    <a:pt x="2755" y="2393"/>
                    <a:pt x="2773" y="2394"/>
                    <a:pt x="2791" y="2394"/>
                  </a:cubicBezTo>
                  <a:cubicBezTo>
                    <a:pt x="3072" y="2394"/>
                    <a:pt x="3315" y="2186"/>
                    <a:pt x="3342" y="1901"/>
                  </a:cubicBezTo>
                  <a:cubicBezTo>
                    <a:pt x="3428" y="1282"/>
                    <a:pt x="3184" y="533"/>
                    <a:pt x="2708" y="173"/>
                  </a:cubicBezTo>
                  <a:cubicBezTo>
                    <a:pt x="2661" y="141"/>
                    <a:pt x="2579" y="128"/>
                    <a:pt x="2476" y="128"/>
                  </a:cubicBezTo>
                  <a:cubicBezTo>
                    <a:pt x="2172" y="128"/>
                    <a:pt x="1685" y="238"/>
                    <a:pt x="1384" y="260"/>
                  </a:cubicBezTo>
                  <a:cubicBezTo>
                    <a:pt x="836" y="116"/>
                    <a:pt x="519" y="0"/>
                    <a:pt x="318"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78;p35">
              <a:extLst>
                <a:ext uri="{FF2B5EF4-FFF2-40B4-BE49-F238E27FC236}">
                  <a16:creationId xmlns:a16="http://schemas.microsoft.com/office/drawing/2014/main" id="{1A10055D-110F-B883-DD60-BD9839E1EAF4}"/>
                </a:ext>
              </a:extLst>
            </p:cNvPr>
            <p:cNvSpPr/>
            <p:nvPr/>
          </p:nvSpPr>
          <p:spPr>
            <a:xfrm flipH="1">
              <a:off x="3958403" y="2148175"/>
              <a:ext cx="75545" cy="90341"/>
            </a:xfrm>
            <a:custGeom>
              <a:avLst/>
              <a:gdLst/>
              <a:ahLst/>
              <a:cxnLst/>
              <a:rect l="l" t="t" r="r" b="b"/>
              <a:pathLst>
                <a:path w="2032" h="2430" extrusionOk="0">
                  <a:moveTo>
                    <a:pt x="672" y="0"/>
                  </a:moveTo>
                  <a:cubicBezTo>
                    <a:pt x="555" y="0"/>
                    <a:pt x="437" y="2"/>
                    <a:pt x="318" y="6"/>
                  </a:cubicBezTo>
                  <a:cubicBezTo>
                    <a:pt x="159" y="6"/>
                    <a:pt x="30" y="135"/>
                    <a:pt x="30" y="294"/>
                  </a:cubicBezTo>
                  <a:lnTo>
                    <a:pt x="15" y="625"/>
                  </a:lnTo>
                  <a:lnTo>
                    <a:pt x="15" y="884"/>
                  </a:lnTo>
                  <a:lnTo>
                    <a:pt x="1" y="1662"/>
                  </a:lnTo>
                  <a:lnTo>
                    <a:pt x="1" y="1935"/>
                  </a:lnTo>
                  <a:lnTo>
                    <a:pt x="1" y="2022"/>
                  </a:lnTo>
                  <a:cubicBezTo>
                    <a:pt x="1" y="2238"/>
                    <a:pt x="130" y="2425"/>
                    <a:pt x="274" y="2425"/>
                  </a:cubicBezTo>
                  <a:cubicBezTo>
                    <a:pt x="334" y="2428"/>
                    <a:pt x="399" y="2430"/>
                    <a:pt x="466" y="2430"/>
                  </a:cubicBezTo>
                  <a:cubicBezTo>
                    <a:pt x="721" y="2430"/>
                    <a:pt x="998" y="2404"/>
                    <a:pt x="1066" y="2324"/>
                  </a:cubicBezTo>
                  <a:cubicBezTo>
                    <a:pt x="1124" y="2223"/>
                    <a:pt x="1153" y="2108"/>
                    <a:pt x="1153" y="1993"/>
                  </a:cubicBezTo>
                  <a:cubicBezTo>
                    <a:pt x="1153" y="1878"/>
                    <a:pt x="1153" y="1763"/>
                    <a:pt x="1138" y="1662"/>
                  </a:cubicBezTo>
                  <a:lnTo>
                    <a:pt x="1138" y="1662"/>
                  </a:lnTo>
                  <a:cubicBezTo>
                    <a:pt x="1138" y="1662"/>
                    <a:pt x="1160" y="1664"/>
                    <a:pt x="1194" y="1664"/>
                  </a:cubicBezTo>
                  <a:cubicBezTo>
                    <a:pt x="1286" y="1664"/>
                    <a:pt x="1472" y="1648"/>
                    <a:pt x="1556" y="1532"/>
                  </a:cubicBezTo>
                  <a:cubicBezTo>
                    <a:pt x="1671" y="1374"/>
                    <a:pt x="1570" y="884"/>
                    <a:pt x="1570" y="884"/>
                  </a:cubicBezTo>
                  <a:cubicBezTo>
                    <a:pt x="1570" y="884"/>
                    <a:pt x="1945" y="884"/>
                    <a:pt x="2003" y="755"/>
                  </a:cubicBezTo>
                  <a:cubicBezTo>
                    <a:pt x="2031" y="683"/>
                    <a:pt x="2031" y="596"/>
                    <a:pt x="2031" y="524"/>
                  </a:cubicBezTo>
                  <a:cubicBezTo>
                    <a:pt x="2031" y="452"/>
                    <a:pt x="2031" y="395"/>
                    <a:pt x="2031" y="322"/>
                  </a:cubicBezTo>
                  <a:cubicBezTo>
                    <a:pt x="2031" y="193"/>
                    <a:pt x="1930" y="78"/>
                    <a:pt x="1801" y="63"/>
                  </a:cubicBezTo>
                  <a:cubicBezTo>
                    <a:pt x="1427" y="19"/>
                    <a:pt x="1053" y="0"/>
                    <a:pt x="672"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79;p35">
              <a:extLst>
                <a:ext uri="{FF2B5EF4-FFF2-40B4-BE49-F238E27FC236}">
                  <a16:creationId xmlns:a16="http://schemas.microsoft.com/office/drawing/2014/main" id="{D3BCAA51-CE30-F49B-B1C6-E07870675572}"/>
                </a:ext>
              </a:extLst>
            </p:cNvPr>
            <p:cNvSpPr/>
            <p:nvPr/>
          </p:nvSpPr>
          <p:spPr>
            <a:xfrm flipH="1">
              <a:off x="3958403" y="2167247"/>
              <a:ext cx="74987" cy="13830"/>
            </a:xfrm>
            <a:custGeom>
              <a:avLst/>
              <a:gdLst/>
              <a:ahLst/>
              <a:cxnLst/>
              <a:rect l="l" t="t" r="r" b="b"/>
              <a:pathLst>
                <a:path w="2017" h="372" extrusionOk="0">
                  <a:moveTo>
                    <a:pt x="1746" y="1"/>
                  </a:moveTo>
                  <a:cubicBezTo>
                    <a:pt x="1227" y="1"/>
                    <a:pt x="371" y="76"/>
                    <a:pt x="0" y="112"/>
                  </a:cubicBezTo>
                  <a:lnTo>
                    <a:pt x="0" y="371"/>
                  </a:lnTo>
                  <a:lnTo>
                    <a:pt x="1555" y="371"/>
                  </a:lnTo>
                  <a:cubicBezTo>
                    <a:pt x="1555" y="371"/>
                    <a:pt x="1930" y="371"/>
                    <a:pt x="1988" y="242"/>
                  </a:cubicBezTo>
                  <a:cubicBezTo>
                    <a:pt x="2016" y="170"/>
                    <a:pt x="2016" y="83"/>
                    <a:pt x="2016" y="11"/>
                  </a:cubicBezTo>
                  <a:cubicBezTo>
                    <a:pt x="1945" y="4"/>
                    <a:pt x="1853" y="1"/>
                    <a:pt x="1746"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80;p35">
              <a:extLst>
                <a:ext uri="{FF2B5EF4-FFF2-40B4-BE49-F238E27FC236}">
                  <a16:creationId xmlns:a16="http://schemas.microsoft.com/office/drawing/2014/main" id="{4B703F6A-9D12-CD89-B2A3-CC279F9D4E15}"/>
                </a:ext>
              </a:extLst>
            </p:cNvPr>
            <p:cNvSpPr/>
            <p:nvPr/>
          </p:nvSpPr>
          <p:spPr>
            <a:xfrm flipH="1">
              <a:off x="3990524" y="2208886"/>
              <a:ext cx="43423" cy="11785"/>
            </a:xfrm>
            <a:custGeom>
              <a:avLst/>
              <a:gdLst/>
              <a:ahLst/>
              <a:cxnLst/>
              <a:rect l="l" t="t" r="r" b="b"/>
              <a:pathLst>
                <a:path w="1168" h="317" extrusionOk="0">
                  <a:moveTo>
                    <a:pt x="1" y="0"/>
                  </a:moveTo>
                  <a:lnTo>
                    <a:pt x="1" y="259"/>
                  </a:lnTo>
                  <a:lnTo>
                    <a:pt x="1167" y="317"/>
                  </a:lnTo>
                  <a:cubicBezTo>
                    <a:pt x="1167" y="216"/>
                    <a:pt x="1167" y="101"/>
                    <a:pt x="1153" y="14"/>
                  </a:cubicBezTo>
                  <a:lnTo>
                    <a:pt x="1" y="0"/>
                  </a:ln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81;p35">
              <a:extLst>
                <a:ext uri="{FF2B5EF4-FFF2-40B4-BE49-F238E27FC236}">
                  <a16:creationId xmlns:a16="http://schemas.microsoft.com/office/drawing/2014/main" id="{8BB8C74F-7175-D232-6C19-58CF21BE0D45}"/>
                </a:ext>
              </a:extLst>
            </p:cNvPr>
            <p:cNvSpPr/>
            <p:nvPr/>
          </p:nvSpPr>
          <p:spPr>
            <a:xfrm flipH="1">
              <a:off x="3082501" y="2071255"/>
              <a:ext cx="466355" cy="449773"/>
            </a:xfrm>
            <a:custGeom>
              <a:avLst/>
              <a:gdLst/>
              <a:ahLst/>
              <a:cxnLst/>
              <a:rect l="l" t="t" r="r" b="b"/>
              <a:pathLst>
                <a:path w="12544" h="12098" extrusionOk="0">
                  <a:moveTo>
                    <a:pt x="9188" y="1"/>
                  </a:moveTo>
                  <a:cubicBezTo>
                    <a:pt x="9131" y="1"/>
                    <a:pt x="9059" y="1"/>
                    <a:pt x="8987" y="30"/>
                  </a:cubicBezTo>
                  <a:cubicBezTo>
                    <a:pt x="7561" y="534"/>
                    <a:pt x="3327" y="4220"/>
                    <a:pt x="0" y="7331"/>
                  </a:cubicBezTo>
                  <a:lnTo>
                    <a:pt x="5228" y="12098"/>
                  </a:lnTo>
                  <a:cubicBezTo>
                    <a:pt x="6855" y="10499"/>
                    <a:pt x="9836" y="7475"/>
                    <a:pt x="10326" y="6611"/>
                  </a:cubicBezTo>
                  <a:cubicBezTo>
                    <a:pt x="12544" y="2708"/>
                    <a:pt x="10340" y="1"/>
                    <a:pt x="9188" y="1"/>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82;p35">
              <a:extLst>
                <a:ext uri="{FF2B5EF4-FFF2-40B4-BE49-F238E27FC236}">
                  <a16:creationId xmlns:a16="http://schemas.microsoft.com/office/drawing/2014/main" id="{E24D6333-69F7-5FFD-0C4F-635D585788B8}"/>
                </a:ext>
              </a:extLst>
            </p:cNvPr>
            <p:cNvSpPr/>
            <p:nvPr/>
          </p:nvSpPr>
          <p:spPr>
            <a:xfrm flipH="1">
              <a:off x="2678270" y="2046729"/>
              <a:ext cx="763514" cy="1050041"/>
            </a:xfrm>
            <a:custGeom>
              <a:avLst/>
              <a:gdLst/>
              <a:ahLst/>
              <a:cxnLst/>
              <a:rect l="l" t="t" r="r" b="b"/>
              <a:pathLst>
                <a:path w="20537" h="28244" extrusionOk="0">
                  <a:moveTo>
                    <a:pt x="12355" y="0"/>
                  </a:moveTo>
                  <a:cubicBezTo>
                    <a:pt x="12269" y="0"/>
                    <a:pt x="12183" y="1"/>
                    <a:pt x="12098" y="2"/>
                  </a:cubicBezTo>
                  <a:cubicBezTo>
                    <a:pt x="9865" y="2"/>
                    <a:pt x="7561" y="247"/>
                    <a:pt x="7561" y="247"/>
                  </a:cubicBezTo>
                  <a:lnTo>
                    <a:pt x="7576" y="247"/>
                  </a:lnTo>
                  <a:cubicBezTo>
                    <a:pt x="7273" y="276"/>
                    <a:pt x="6985" y="319"/>
                    <a:pt x="6712" y="391"/>
                  </a:cubicBezTo>
                  <a:cubicBezTo>
                    <a:pt x="6496" y="449"/>
                    <a:pt x="6308" y="521"/>
                    <a:pt x="6107" y="593"/>
                  </a:cubicBezTo>
                  <a:cubicBezTo>
                    <a:pt x="5588" y="780"/>
                    <a:pt x="5142" y="1140"/>
                    <a:pt x="4854" y="1601"/>
                  </a:cubicBezTo>
                  <a:cubicBezTo>
                    <a:pt x="4566" y="2119"/>
                    <a:pt x="4364" y="4265"/>
                    <a:pt x="4249" y="6684"/>
                  </a:cubicBezTo>
                  <a:cubicBezTo>
                    <a:pt x="4076" y="9997"/>
                    <a:pt x="4033" y="13799"/>
                    <a:pt x="4033" y="14620"/>
                  </a:cubicBezTo>
                  <a:cubicBezTo>
                    <a:pt x="3428" y="17413"/>
                    <a:pt x="1009" y="23087"/>
                    <a:pt x="1" y="28243"/>
                  </a:cubicBezTo>
                  <a:lnTo>
                    <a:pt x="20537" y="28243"/>
                  </a:lnTo>
                  <a:cubicBezTo>
                    <a:pt x="20321" y="26731"/>
                    <a:pt x="19442" y="20610"/>
                    <a:pt x="18650" y="17413"/>
                  </a:cubicBezTo>
                  <a:cubicBezTo>
                    <a:pt x="18535" y="16909"/>
                    <a:pt x="18391" y="16405"/>
                    <a:pt x="18204" y="15916"/>
                  </a:cubicBezTo>
                  <a:cubicBezTo>
                    <a:pt x="18938" y="11077"/>
                    <a:pt x="19399" y="7059"/>
                    <a:pt x="19471" y="4553"/>
                  </a:cubicBezTo>
                  <a:cubicBezTo>
                    <a:pt x="19500" y="3127"/>
                    <a:pt x="19399" y="2191"/>
                    <a:pt x="19154" y="1874"/>
                  </a:cubicBezTo>
                  <a:cubicBezTo>
                    <a:pt x="18722" y="1313"/>
                    <a:pt x="18017" y="938"/>
                    <a:pt x="16922" y="636"/>
                  </a:cubicBezTo>
                  <a:cubicBezTo>
                    <a:pt x="16692" y="564"/>
                    <a:pt x="16461" y="506"/>
                    <a:pt x="16216" y="449"/>
                  </a:cubicBezTo>
                  <a:cubicBezTo>
                    <a:pt x="16015" y="405"/>
                    <a:pt x="15799" y="362"/>
                    <a:pt x="15568" y="319"/>
                  </a:cubicBezTo>
                  <a:cubicBezTo>
                    <a:pt x="15280" y="276"/>
                    <a:pt x="14963" y="218"/>
                    <a:pt x="14632" y="161"/>
                  </a:cubicBezTo>
                  <a:cubicBezTo>
                    <a:pt x="13868" y="57"/>
                    <a:pt x="13116" y="0"/>
                    <a:pt x="12355" y="0"/>
                  </a:cubicBezTo>
                  <a:close/>
                </a:path>
              </a:pathLst>
            </a:custGeom>
            <a:solidFill>
              <a:srgbClr val="A5FF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83;p35">
              <a:extLst>
                <a:ext uri="{FF2B5EF4-FFF2-40B4-BE49-F238E27FC236}">
                  <a16:creationId xmlns:a16="http://schemas.microsoft.com/office/drawing/2014/main" id="{E5EA20CE-6C98-8890-B6CE-1C83581B8141}"/>
                </a:ext>
              </a:extLst>
            </p:cNvPr>
            <p:cNvSpPr/>
            <p:nvPr/>
          </p:nvSpPr>
          <p:spPr>
            <a:xfrm flipH="1">
              <a:off x="2854417" y="2050361"/>
              <a:ext cx="345379" cy="254926"/>
            </a:xfrm>
            <a:custGeom>
              <a:avLst/>
              <a:gdLst/>
              <a:ahLst/>
              <a:cxnLst/>
              <a:rect l="l" t="t" r="r" b="b"/>
              <a:pathLst>
                <a:path w="9290" h="6857" extrusionOk="0">
                  <a:moveTo>
                    <a:pt x="5579" y="0"/>
                  </a:moveTo>
                  <a:cubicBezTo>
                    <a:pt x="3357" y="0"/>
                    <a:pt x="1067" y="246"/>
                    <a:pt x="1067" y="246"/>
                  </a:cubicBezTo>
                  <a:cubicBezTo>
                    <a:pt x="764" y="275"/>
                    <a:pt x="476" y="318"/>
                    <a:pt x="188" y="390"/>
                  </a:cubicBezTo>
                  <a:cubicBezTo>
                    <a:pt x="1" y="448"/>
                    <a:pt x="1513" y="5315"/>
                    <a:pt x="2809" y="6856"/>
                  </a:cubicBezTo>
                  <a:cubicBezTo>
                    <a:pt x="5805" y="3414"/>
                    <a:pt x="9290" y="361"/>
                    <a:pt x="9059" y="318"/>
                  </a:cubicBezTo>
                  <a:cubicBezTo>
                    <a:pt x="8771" y="275"/>
                    <a:pt x="8454" y="217"/>
                    <a:pt x="8123" y="160"/>
                  </a:cubicBezTo>
                  <a:cubicBezTo>
                    <a:pt x="7397" y="42"/>
                    <a:pt x="6493" y="0"/>
                    <a:pt x="5579" y="0"/>
                  </a:cubicBez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84;p35">
              <a:extLst>
                <a:ext uri="{FF2B5EF4-FFF2-40B4-BE49-F238E27FC236}">
                  <a16:creationId xmlns:a16="http://schemas.microsoft.com/office/drawing/2014/main" id="{0086DCE3-2738-D9CB-99A5-2685C2EFA408}"/>
                </a:ext>
              </a:extLst>
            </p:cNvPr>
            <p:cNvSpPr/>
            <p:nvPr/>
          </p:nvSpPr>
          <p:spPr>
            <a:xfrm flipH="1">
              <a:off x="2879029" y="2319154"/>
              <a:ext cx="152093" cy="174139"/>
            </a:xfrm>
            <a:custGeom>
              <a:avLst/>
              <a:gdLst/>
              <a:ahLst/>
              <a:cxnLst/>
              <a:rect l="l" t="t" r="r" b="b"/>
              <a:pathLst>
                <a:path w="4091" h="4684" extrusionOk="0">
                  <a:moveTo>
                    <a:pt x="0" y="1"/>
                  </a:moveTo>
                  <a:lnTo>
                    <a:pt x="0" y="3270"/>
                  </a:lnTo>
                  <a:cubicBezTo>
                    <a:pt x="0" y="3270"/>
                    <a:pt x="101" y="4220"/>
                    <a:pt x="1368" y="4580"/>
                  </a:cubicBezTo>
                  <a:cubicBezTo>
                    <a:pt x="1621" y="4652"/>
                    <a:pt x="1870" y="4684"/>
                    <a:pt x="2108" y="4684"/>
                  </a:cubicBezTo>
                  <a:cubicBezTo>
                    <a:pt x="3069" y="4684"/>
                    <a:pt x="3857" y="4169"/>
                    <a:pt x="3961" y="3673"/>
                  </a:cubicBezTo>
                  <a:cubicBezTo>
                    <a:pt x="4090" y="2996"/>
                    <a:pt x="4018" y="145"/>
                    <a:pt x="4004" y="87"/>
                  </a:cubicBezTo>
                  <a:lnTo>
                    <a:pt x="0" y="1"/>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85;p35">
              <a:extLst>
                <a:ext uri="{FF2B5EF4-FFF2-40B4-BE49-F238E27FC236}">
                  <a16:creationId xmlns:a16="http://schemas.microsoft.com/office/drawing/2014/main" id="{13016005-455D-482C-D580-E82EE9632A9F}"/>
                </a:ext>
              </a:extLst>
            </p:cNvPr>
            <p:cNvSpPr/>
            <p:nvPr/>
          </p:nvSpPr>
          <p:spPr>
            <a:xfrm flipH="1">
              <a:off x="2274560" y="2309005"/>
              <a:ext cx="547216" cy="882371"/>
            </a:xfrm>
            <a:custGeom>
              <a:avLst/>
              <a:gdLst/>
              <a:ahLst/>
              <a:cxnLst/>
              <a:rect l="l" t="t" r="r" b="b"/>
              <a:pathLst>
                <a:path w="14719" h="23734" extrusionOk="0">
                  <a:moveTo>
                    <a:pt x="8324" y="0"/>
                  </a:moveTo>
                  <a:lnTo>
                    <a:pt x="3788" y="3946"/>
                  </a:lnTo>
                  <a:lnTo>
                    <a:pt x="7158" y="7402"/>
                  </a:lnTo>
                  <a:cubicBezTo>
                    <a:pt x="7158" y="7402"/>
                    <a:pt x="922" y="18232"/>
                    <a:pt x="735" y="18390"/>
                  </a:cubicBezTo>
                  <a:cubicBezTo>
                    <a:pt x="547" y="18549"/>
                    <a:pt x="605" y="20191"/>
                    <a:pt x="605" y="20191"/>
                  </a:cubicBezTo>
                  <a:cubicBezTo>
                    <a:pt x="605" y="20191"/>
                    <a:pt x="0" y="20738"/>
                    <a:pt x="115" y="20939"/>
                  </a:cubicBezTo>
                  <a:cubicBezTo>
                    <a:pt x="187" y="21094"/>
                    <a:pt x="252" y="21153"/>
                    <a:pt x="378" y="21153"/>
                  </a:cubicBezTo>
                  <a:cubicBezTo>
                    <a:pt x="428" y="21153"/>
                    <a:pt x="488" y="21143"/>
                    <a:pt x="562" y="21127"/>
                  </a:cubicBezTo>
                  <a:cubicBezTo>
                    <a:pt x="821" y="21069"/>
                    <a:pt x="1296" y="20752"/>
                    <a:pt x="1368" y="20565"/>
                  </a:cubicBezTo>
                  <a:cubicBezTo>
                    <a:pt x="1455" y="20234"/>
                    <a:pt x="1512" y="19888"/>
                    <a:pt x="1556" y="19543"/>
                  </a:cubicBezTo>
                  <a:lnTo>
                    <a:pt x="2088" y="19543"/>
                  </a:lnTo>
                  <a:cubicBezTo>
                    <a:pt x="2088" y="19543"/>
                    <a:pt x="3096" y="21184"/>
                    <a:pt x="3240" y="21501"/>
                  </a:cubicBezTo>
                  <a:cubicBezTo>
                    <a:pt x="3240" y="21919"/>
                    <a:pt x="3500" y="23733"/>
                    <a:pt x="4047" y="23733"/>
                  </a:cubicBezTo>
                  <a:cubicBezTo>
                    <a:pt x="4407" y="23733"/>
                    <a:pt x="4249" y="22164"/>
                    <a:pt x="4177" y="21746"/>
                  </a:cubicBezTo>
                  <a:cubicBezTo>
                    <a:pt x="4090" y="21328"/>
                    <a:pt x="3572" y="19456"/>
                    <a:pt x="3572" y="19456"/>
                  </a:cubicBezTo>
                  <a:cubicBezTo>
                    <a:pt x="3572" y="19456"/>
                    <a:pt x="13869" y="9001"/>
                    <a:pt x="14301" y="6970"/>
                  </a:cubicBezTo>
                  <a:cubicBezTo>
                    <a:pt x="14718" y="4954"/>
                    <a:pt x="8324" y="0"/>
                    <a:pt x="8324"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86;p35">
              <a:extLst>
                <a:ext uri="{FF2B5EF4-FFF2-40B4-BE49-F238E27FC236}">
                  <a16:creationId xmlns:a16="http://schemas.microsoft.com/office/drawing/2014/main" id="{518F4994-399E-4106-C92F-907C2A44AE4C}"/>
                </a:ext>
              </a:extLst>
            </p:cNvPr>
            <p:cNvSpPr/>
            <p:nvPr/>
          </p:nvSpPr>
          <p:spPr>
            <a:xfrm flipH="1">
              <a:off x="2408956" y="2098580"/>
              <a:ext cx="466912" cy="449773"/>
            </a:xfrm>
            <a:custGeom>
              <a:avLst/>
              <a:gdLst/>
              <a:ahLst/>
              <a:cxnLst/>
              <a:rect l="l" t="t" r="r" b="b"/>
              <a:pathLst>
                <a:path w="12559" h="12098" extrusionOk="0">
                  <a:moveTo>
                    <a:pt x="3356" y="0"/>
                  </a:moveTo>
                  <a:cubicBezTo>
                    <a:pt x="2204" y="0"/>
                    <a:pt x="1" y="2708"/>
                    <a:pt x="2218" y="6611"/>
                  </a:cubicBezTo>
                  <a:cubicBezTo>
                    <a:pt x="2708" y="7475"/>
                    <a:pt x="5704" y="10499"/>
                    <a:pt x="7317" y="12097"/>
                  </a:cubicBezTo>
                  <a:lnTo>
                    <a:pt x="12559" y="7331"/>
                  </a:lnTo>
                  <a:cubicBezTo>
                    <a:pt x="9232" y="4220"/>
                    <a:pt x="4998" y="533"/>
                    <a:pt x="3558" y="29"/>
                  </a:cubicBezTo>
                  <a:cubicBezTo>
                    <a:pt x="3500" y="15"/>
                    <a:pt x="3428" y="0"/>
                    <a:pt x="3356" y="0"/>
                  </a:cubicBez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87;p35">
              <a:extLst>
                <a:ext uri="{FF2B5EF4-FFF2-40B4-BE49-F238E27FC236}">
                  <a16:creationId xmlns:a16="http://schemas.microsoft.com/office/drawing/2014/main" id="{3F3E50F5-1FD3-5A94-C964-BA8C883C6558}"/>
                </a:ext>
              </a:extLst>
            </p:cNvPr>
            <p:cNvSpPr/>
            <p:nvPr/>
          </p:nvSpPr>
          <p:spPr>
            <a:xfrm flipH="1">
              <a:off x="2897766" y="1683084"/>
              <a:ext cx="336270" cy="560079"/>
            </a:xfrm>
            <a:custGeom>
              <a:avLst/>
              <a:gdLst/>
              <a:ahLst/>
              <a:cxnLst/>
              <a:rect l="l" t="t" r="r" b="b"/>
              <a:pathLst>
                <a:path w="9045" h="15065" extrusionOk="0">
                  <a:moveTo>
                    <a:pt x="1066" y="1"/>
                  </a:moveTo>
                  <a:cubicBezTo>
                    <a:pt x="778" y="318"/>
                    <a:pt x="591" y="865"/>
                    <a:pt x="562" y="1931"/>
                  </a:cubicBezTo>
                  <a:cubicBezTo>
                    <a:pt x="663" y="3616"/>
                    <a:pt x="792" y="3961"/>
                    <a:pt x="591" y="4408"/>
                  </a:cubicBezTo>
                  <a:cubicBezTo>
                    <a:pt x="389" y="4825"/>
                    <a:pt x="0" y="4797"/>
                    <a:pt x="29" y="4998"/>
                  </a:cubicBezTo>
                  <a:cubicBezTo>
                    <a:pt x="43" y="5200"/>
                    <a:pt x="691" y="5272"/>
                    <a:pt x="706" y="5848"/>
                  </a:cubicBezTo>
                  <a:cubicBezTo>
                    <a:pt x="706" y="6453"/>
                    <a:pt x="691" y="7360"/>
                    <a:pt x="908" y="7533"/>
                  </a:cubicBezTo>
                  <a:cubicBezTo>
                    <a:pt x="1113" y="7710"/>
                    <a:pt x="1470" y="7803"/>
                    <a:pt x="1931" y="7803"/>
                  </a:cubicBezTo>
                  <a:cubicBezTo>
                    <a:pt x="2181" y="7803"/>
                    <a:pt x="2462" y="7776"/>
                    <a:pt x="2765" y="7720"/>
                  </a:cubicBezTo>
                  <a:cubicBezTo>
                    <a:pt x="2866" y="7706"/>
                    <a:pt x="2952" y="7691"/>
                    <a:pt x="3024" y="7691"/>
                  </a:cubicBezTo>
                  <a:cubicBezTo>
                    <a:pt x="3077" y="7686"/>
                    <a:pt x="3125" y="7684"/>
                    <a:pt x="3170" y="7684"/>
                  </a:cubicBezTo>
                  <a:cubicBezTo>
                    <a:pt x="3653" y="7684"/>
                    <a:pt x="3703" y="7954"/>
                    <a:pt x="3716" y="8152"/>
                  </a:cubicBezTo>
                  <a:cubicBezTo>
                    <a:pt x="3759" y="8671"/>
                    <a:pt x="3586" y="9189"/>
                    <a:pt x="3241" y="9578"/>
                  </a:cubicBezTo>
                  <a:cubicBezTo>
                    <a:pt x="2924" y="9938"/>
                    <a:pt x="2016" y="10082"/>
                    <a:pt x="2016" y="10082"/>
                  </a:cubicBezTo>
                  <a:cubicBezTo>
                    <a:pt x="2016" y="10082"/>
                    <a:pt x="3039" y="14834"/>
                    <a:pt x="3989" y="15065"/>
                  </a:cubicBezTo>
                  <a:cubicBezTo>
                    <a:pt x="4781" y="14474"/>
                    <a:pt x="7532" y="11508"/>
                    <a:pt x="9044" y="10039"/>
                  </a:cubicBezTo>
                  <a:cubicBezTo>
                    <a:pt x="8065" y="9722"/>
                    <a:pt x="7100" y="9203"/>
                    <a:pt x="6783" y="8267"/>
                  </a:cubicBezTo>
                  <a:cubicBezTo>
                    <a:pt x="6466" y="7331"/>
                    <a:pt x="6740" y="4998"/>
                    <a:pt x="6740" y="4998"/>
                  </a:cubicBezTo>
                  <a:lnTo>
                    <a:pt x="6740" y="4998"/>
                  </a:lnTo>
                  <a:cubicBezTo>
                    <a:pt x="6740" y="4998"/>
                    <a:pt x="6817" y="5037"/>
                    <a:pt x="6957" y="5037"/>
                  </a:cubicBezTo>
                  <a:cubicBezTo>
                    <a:pt x="7074" y="5037"/>
                    <a:pt x="7235" y="5010"/>
                    <a:pt x="7431" y="4912"/>
                  </a:cubicBezTo>
                  <a:cubicBezTo>
                    <a:pt x="7863" y="4681"/>
                    <a:pt x="8223" y="2651"/>
                    <a:pt x="7518" y="2478"/>
                  </a:cubicBezTo>
                  <a:cubicBezTo>
                    <a:pt x="7437" y="2459"/>
                    <a:pt x="7359" y="2449"/>
                    <a:pt x="7285" y="2449"/>
                  </a:cubicBezTo>
                  <a:cubicBezTo>
                    <a:pt x="6752" y="2449"/>
                    <a:pt x="6395" y="2935"/>
                    <a:pt x="6193" y="3731"/>
                  </a:cubicBezTo>
                  <a:cubicBezTo>
                    <a:pt x="5545" y="3155"/>
                    <a:pt x="5401" y="2478"/>
                    <a:pt x="4652" y="2363"/>
                  </a:cubicBezTo>
                  <a:cubicBezTo>
                    <a:pt x="3903" y="2248"/>
                    <a:pt x="2204" y="2046"/>
                    <a:pt x="1512" y="1095"/>
                  </a:cubicBezTo>
                  <a:cubicBezTo>
                    <a:pt x="1282" y="764"/>
                    <a:pt x="1138" y="390"/>
                    <a:pt x="1066"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8;p35">
              <a:extLst>
                <a:ext uri="{FF2B5EF4-FFF2-40B4-BE49-F238E27FC236}">
                  <a16:creationId xmlns:a16="http://schemas.microsoft.com/office/drawing/2014/main" id="{12E6409F-1784-C91E-704E-8296F098E8B6}"/>
                </a:ext>
              </a:extLst>
            </p:cNvPr>
            <p:cNvSpPr/>
            <p:nvPr/>
          </p:nvSpPr>
          <p:spPr>
            <a:xfrm flipH="1">
              <a:off x="3146744" y="1892989"/>
              <a:ext cx="44464" cy="28775"/>
            </a:xfrm>
            <a:custGeom>
              <a:avLst/>
              <a:gdLst/>
              <a:ahLst/>
              <a:cxnLst/>
              <a:rect l="l" t="t" r="r" b="b"/>
              <a:pathLst>
                <a:path w="1196" h="774" extrusionOk="0">
                  <a:moveTo>
                    <a:pt x="1196" y="0"/>
                  </a:moveTo>
                  <a:lnTo>
                    <a:pt x="0" y="605"/>
                  </a:lnTo>
                  <a:cubicBezTo>
                    <a:pt x="145" y="719"/>
                    <a:pt x="328" y="773"/>
                    <a:pt x="510" y="773"/>
                  </a:cubicBezTo>
                  <a:cubicBezTo>
                    <a:pt x="581" y="773"/>
                    <a:pt x="652" y="765"/>
                    <a:pt x="720" y="749"/>
                  </a:cubicBezTo>
                  <a:cubicBezTo>
                    <a:pt x="1152" y="620"/>
                    <a:pt x="1196" y="0"/>
                    <a:pt x="11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89;p35">
              <a:extLst>
                <a:ext uri="{FF2B5EF4-FFF2-40B4-BE49-F238E27FC236}">
                  <a16:creationId xmlns:a16="http://schemas.microsoft.com/office/drawing/2014/main" id="{06A67D73-0A42-CE1E-74D6-5444F152943B}"/>
                </a:ext>
              </a:extLst>
            </p:cNvPr>
            <p:cNvSpPr/>
            <p:nvPr/>
          </p:nvSpPr>
          <p:spPr>
            <a:xfrm flipH="1">
              <a:off x="3001640" y="1770117"/>
              <a:ext cx="219570" cy="94394"/>
            </a:xfrm>
            <a:custGeom>
              <a:avLst/>
              <a:gdLst/>
              <a:ahLst/>
              <a:cxnLst/>
              <a:rect l="l" t="t" r="r" b="b"/>
              <a:pathLst>
                <a:path w="5906" h="2539" extrusionOk="0">
                  <a:moveTo>
                    <a:pt x="1813" y="345"/>
                  </a:moveTo>
                  <a:cubicBezTo>
                    <a:pt x="2037" y="345"/>
                    <a:pt x="2265" y="428"/>
                    <a:pt x="2449" y="612"/>
                  </a:cubicBezTo>
                  <a:cubicBezTo>
                    <a:pt x="3040" y="1203"/>
                    <a:pt x="2622" y="2196"/>
                    <a:pt x="1801" y="2196"/>
                  </a:cubicBezTo>
                  <a:cubicBezTo>
                    <a:pt x="1297" y="2196"/>
                    <a:pt x="879" y="1779"/>
                    <a:pt x="879" y="1275"/>
                  </a:cubicBezTo>
                  <a:cubicBezTo>
                    <a:pt x="879" y="717"/>
                    <a:pt x="1338" y="345"/>
                    <a:pt x="1813" y="345"/>
                  </a:cubicBezTo>
                  <a:close/>
                  <a:moveTo>
                    <a:pt x="1803" y="0"/>
                  </a:moveTo>
                  <a:cubicBezTo>
                    <a:pt x="1250" y="0"/>
                    <a:pt x="699" y="339"/>
                    <a:pt x="563" y="1015"/>
                  </a:cubicBezTo>
                  <a:cubicBezTo>
                    <a:pt x="548" y="1073"/>
                    <a:pt x="491" y="1116"/>
                    <a:pt x="433" y="1116"/>
                  </a:cubicBezTo>
                  <a:lnTo>
                    <a:pt x="145" y="1116"/>
                  </a:lnTo>
                  <a:cubicBezTo>
                    <a:pt x="73" y="1116"/>
                    <a:pt x="15" y="1174"/>
                    <a:pt x="15" y="1246"/>
                  </a:cubicBezTo>
                  <a:cubicBezTo>
                    <a:pt x="1" y="1318"/>
                    <a:pt x="73" y="1390"/>
                    <a:pt x="145" y="1390"/>
                  </a:cubicBezTo>
                  <a:lnTo>
                    <a:pt x="433" y="1390"/>
                  </a:lnTo>
                  <a:cubicBezTo>
                    <a:pt x="491" y="1390"/>
                    <a:pt x="534" y="1433"/>
                    <a:pt x="548" y="1491"/>
                  </a:cubicBezTo>
                  <a:cubicBezTo>
                    <a:pt x="671" y="2189"/>
                    <a:pt x="1236" y="2538"/>
                    <a:pt x="1801" y="2538"/>
                  </a:cubicBezTo>
                  <a:cubicBezTo>
                    <a:pt x="2366" y="2538"/>
                    <a:pt x="2932" y="2189"/>
                    <a:pt x="3054" y="1491"/>
                  </a:cubicBezTo>
                  <a:cubicBezTo>
                    <a:pt x="3068" y="1433"/>
                    <a:pt x="3112" y="1390"/>
                    <a:pt x="3184" y="1390"/>
                  </a:cubicBezTo>
                  <a:lnTo>
                    <a:pt x="5761" y="1390"/>
                  </a:lnTo>
                  <a:cubicBezTo>
                    <a:pt x="5833" y="1390"/>
                    <a:pt x="5905" y="1318"/>
                    <a:pt x="5905" y="1246"/>
                  </a:cubicBezTo>
                  <a:cubicBezTo>
                    <a:pt x="5891" y="1174"/>
                    <a:pt x="5833" y="1116"/>
                    <a:pt x="5761" y="1116"/>
                  </a:cubicBezTo>
                  <a:lnTo>
                    <a:pt x="3169" y="1116"/>
                  </a:lnTo>
                  <a:cubicBezTo>
                    <a:pt x="3112" y="1116"/>
                    <a:pt x="3054" y="1073"/>
                    <a:pt x="3054" y="1015"/>
                  </a:cubicBezTo>
                  <a:cubicBezTo>
                    <a:pt x="2910" y="339"/>
                    <a:pt x="2355" y="0"/>
                    <a:pt x="1803"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90;p35">
              <a:extLst>
                <a:ext uri="{FF2B5EF4-FFF2-40B4-BE49-F238E27FC236}">
                  <a16:creationId xmlns:a16="http://schemas.microsoft.com/office/drawing/2014/main" id="{5B3A3E14-88DD-0E27-F7AA-1E314E6ED1E5}"/>
                </a:ext>
              </a:extLst>
            </p:cNvPr>
            <p:cNvSpPr/>
            <p:nvPr/>
          </p:nvSpPr>
          <p:spPr>
            <a:xfrm flipH="1">
              <a:off x="2897766" y="1846405"/>
              <a:ext cx="261321" cy="396758"/>
            </a:xfrm>
            <a:custGeom>
              <a:avLst/>
              <a:gdLst/>
              <a:ahLst/>
              <a:cxnLst/>
              <a:rect l="l" t="t" r="r" b="b"/>
              <a:pathLst>
                <a:path w="7029" h="10672" extrusionOk="0">
                  <a:moveTo>
                    <a:pt x="4292" y="0"/>
                  </a:moveTo>
                  <a:cubicBezTo>
                    <a:pt x="4234" y="303"/>
                    <a:pt x="4177" y="490"/>
                    <a:pt x="4148" y="634"/>
                  </a:cubicBezTo>
                  <a:cubicBezTo>
                    <a:pt x="3500" y="2665"/>
                    <a:pt x="1685" y="3169"/>
                    <a:pt x="1008" y="3298"/>
                  </a:cubicBezTo>
                  <a:cubicBezTo>
                    <a:pt x="1061" y="3293"/>
                    <a:pt x="1109" y="3291"/>
                    <a:pt x="1154" y="3291"/>
                  </a:cubicBezTo>
                  <a:cubicBezTo>
                    <a:pt x="1637" y="3291"/>
                    <a:pt x="1687" y="3561"/>
                    <a:pt x="1700" y="3759"/>
                  </a:cubicBezTo>
                  <a:cubicBezTo>
                    <a:pt x="1743" y="4278"/>
                    <a:pt x="1570" y="4796"/>
                    <a:pt x="1225" y="5185"/>
                  </a:cubicBezTo>
                  <a:cubicBezTo>
                    <a:pt x="908" y="5545"/>
                    <a:pt x="0" y="5689"/>
                    <a:pt x="0" y="5689"/>
                  </a:cubicBezTo>
                  <a:cubicBezTo>
                    <a:pt x="0" y="5689"/>
                    <a:pt x="1023" y="10441"/>
                    <a:pt x="1973" y="10672"/>
                  </a:cubicBezTo>
                  <a:cubicBezTo>
                    <a:pt x="2765" y="10081"/>
                    <a:pt x="5516" y="7115"/>
                    <a:pt x="7028" y="5646"/>
                  </a:cubicBezTo>
                  <a:cubicBezTo>
                    <a:pt x="6049" y="5329"/>
                    <a:pt x="5084" y="4810"/>
                    <a:pt x="4767" y="3874"/>
                  </a:cubicBezTo>
                  <a:cubicBezTo>
                    <a:pt x="4450" y="2938"/>
                    <a:pt x="4724" y="605"/>
                    <a:pt x="4724" y="605"/>
                  </a:cubicBezTo>
                  <a:cubicBezTo>
                    <a:pt x="4724" y="605"/>
                    <a:pt x="4393" y="519"/>
                    <a:pt x="4292"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91;p35">
              <a:extLst>
                <a:ext uri="{FF2B5EF4-FFF2-40B4-BE49-F238E27FC236}">
                  <a16:creationId xmlns:a16="http://schemas.microsoft.com/office/drawing/2014/main" id="{F2A10C54-8789-B2F3-FE9B-18A1DAA5DF12}"/>
                </a:ext>
              </a:extLst>
            </p:cNvPr>
            <p:cNvSpPr/>
            <p:nvPr/>
          </p:nvSpPr>
          <p:spPr>
            <a:xfrm flipH="1">
              <a:off x="2955057" y="1790490"/>
              <a:ext cx="35913" cy="59707"/>
            </a:xfrm>
            <a:custGeom>
              <a:avLst/>
              <a:gdLst/>
              <a:ahLst/>
              <a:cxnLst/>
              <a:rect l="l" t="t" r="r" b="b"/>
              <a:pathLst>
                <a:path w="966" h="1606" extrusionOk="0">
                  <a:moveTo>
                    <a:pt x="772" y="1"/>
                  </a:moveTo>
                  <a:cubicBezTo>
                    <a:pt x="694" y="1"/>
                    <a:pt x="595" y="29"/>
                    <a:pt x="476" y="122"/>
                  </a:cubicBezTo>
                  <a:cubicBezTo>
                    <a:pt x="58" y="424"/>
                    <a:pt x="0" y="1605"/>
                    <a:pt x="432" y="1605"/>
                  </a:cubicBezTo>
                  <a:cubicBezTo>
                    <a:pt x="879" y="1605"/>
                    <a:pt x="893" y="871"/>
                    <a:pt x="591" y="799"/>
                  </a:cubicBezTo>
                  <a:cubicBezTo>
                    <a:pt x="533" y="784"/>
                    <a:pt x="461" y="770"/>
                    <a:pt x="389" y="755"/>
                  </a:cubicBezTo>
                  <a:cubicBezTo>
                    <a:pt x="389" y="755"/>
                    <a:pt x="461" y="79"/>
                    <a:pt x="965" y="79"/>
                  </a:cubicBezTo>
                  <a:cubicBezTo>
                    <a:pt x="965" y="79"/>
                    <a:pt x="898" y="1"/>
                    <a:pt x="772"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92;p35">
              <a:extLst>
                <a:ext uri="{FF2B5EF4-FFF2-40B4-BE49-F238E27FC236}">
                  <a16:creationId xmlns:a16="http://schemas.microsoft.com/office/drawing/2014/main" id="{1CF82108-5557-339F-48FD-1BA43AAACD3E}"/>
                </a:ext>
              </a:extLst>
            </p:cNvPr>
            <p:cNvSpPr/>
            <p:nvPr/>
          </p:nvSpPr>
          <p:spPr>
            <a:xfrm flipH="1">
              <a:off x="3137635" y="1740263"/>
              <a:ext cx="45542" cy="18886"/>
            </a:xfrm>
            <a:custGeom>
              <a:avLst/>
              <a:gdLst/>
              <a:ahLst/>
              <a:cxnLst/>
              <a:rect l="l" t="t" r="r" b="b"/>
              <a:pathLst>
                <a:path w="1225" h="508" extrusionOk="0">
                  <a:moveTo>
                    <a:pt x="643" y="0"/>
                  </a:moveTo>
                  <a:cubicBezTo>
                    <a:pt x="352" y="0"/>
                    <a:pt x="65" y="231"/>
                    <a:pt x="0" y="508"/>
                  </a:cubicBezTo>
                  <a:cubicBezTo>
                    <a:pt x="199" y="427"/>
                    <a:pt x="414" y="387"/>
                    <a:pt x="627" y="387"/>
                  </a:cubicBezTo>
                  <a:cubicBezTo>
                    <a:pt x="831" y="387"/>
                    <a:pt x="1035" y="423"/>
                    <a:pt x="1224" y="494"/>
                  </a:cubicBezTo>
                  <a:cubicBezTo>
                    <a:pt x="1093" y="137"/>
                    <a:pt x="866" y="0"/>
                    <a:pt x="643" y="0"/>
                  </a:cubicBezTo>
                  <a:close/>
                </a:path>
              </a:pathLst>
            </a:custGeom>
            <a:solidFill>
              <a:srgbClr val="1D22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93;p35">
              <a:extLst>
                <a:ext uri="{FF2B5EF4-FFF2-40B4-BE49-F238E27FC236}">
                  <a16:creationId xmlns:a16="http://schemas.microsoft.com/office/drawing/2014/main" id="{E2EBDFD7-C45E-234A-0606-7F06FF540C1D}"/>
                </a:ext>
              </a:extLst>
            </p:cNvPr>
            <p:cNvSpPr/>
            <p:nvPr/>
          </p:nvSpPr>
          <p:spPr>
            <a:xfrm flipH="1">
              <a:off x="1477883" y="1608692"/>
              <a:ext cx="622723" cy="706707"/>
            </a:xfrm>
            <a:custGeom>
              <a:avLst/>
              <a:gdLst/>
              <a:ahLst/>
              <a:cxnLst/>
              <a:rect l="l" t="t" r="r" b="b"/>
              <a:pathLst>
                <a:path w="16750" h="19009" extrusionOk="0">
                  <a:moveTo>
                    <a:pt x="5344" y="0"/>
                  </a:moveTo>
                  <a:cubicBezTo>
                    <a:pt x="4494" y="0"/>
                    <a:pt x="3601" y="115"/>
                    <a:pt x="2967" y="475"/>
                  </a:cubicBezTo>
                  <a:cubicBezTo>
                    <a:pt x="2723" y="605"/>
                    <a:pt x="2521" y="792"/>
                    <a:pt x="2377" y="1023"/>
                  </a:cubicBezTo>
                  <a:cubicBezTo>
                    <a:pt x="1614" y="2189"/>
                    <a:pt x="1902" y="4335"/>
                    <a:pt x="1585" y="5674"/>
                  </a:cubicBezTo>
                  <a:cubicBezTo>
                    <a:pt x="1412" y="6452"/>
                    <a:pt x="735" y="6913"/>
                    <a:pt x="375" y="7590"/>
                  </a:cubicBezTo>
                  <a:cubicBezTo>
                    <a:pt x="73" y="8195"/>
                    <a:pt x="1" y="8871"/>
                    <a:pt x="174" y="9519"/>
                  </a:cubicBezTo>
                  <a:cubicBezTo>
                    <a:pt x="332" y="10182"/>
                    <a:pt x="778" y="10513"/>
                    <a:pt x="1110" y="11075"/>
                  </a:cubicBezTo>
                  <a:cubicBezTo>
                    <a:pt x="1844" y="12299"/>
                    <a:pt x="951" y="13624"/>
                    <a:pt x="778" y="14862"/>
                  </a:cubicBezTo>
                  <a:cubicBezTo>
                    <a:pt x="548" y="16461"/>
                    <a:pt x="1671" y="18074"/>
                    <a:pt x="3183" y="18679"/>
                  </a:cubicBezTo>
                  <a:cubicBezTo>
                    <a:pt x="3746" y="18906"/>
                    <a:pt x="4345" y="19009"/>
                    <a:pt x="4949" y="19009"/>
                  </a:cubicBezTo>
                  <a:cubicBezTo>
                    <a:pt x="5954" y="19009"/>
                    <a:pt x="6973" y="18723"/>
                    <a:pt x="7864" y="18247"/>
                  </a:cubicBezTo>
                  <a:cubicBezTo>
                    <a:pt x="8551" y="17873"/>
                    <a:pt x="9348" y="17767"/>
                    <a:pt x="10183" y="17767"/>
                  </a:cubicBezTo>
                  <a:cubicBezTo>
                    <a:pt x="10731" y="17767"/>
                    <a:pt x="11294" y="17812"/>
                    <a:pt x="11853" y="17858"/>
                  </a:cubicBezTo>
                  <a:cubicBezTo>
                    <a:pt x="12412" y="17901"/>
                    <a:pt x="12972" y="17944"/>
                    <a:pt x="13510" y="17944"/>
                  </a:cubicBezTo>
                  <a:cubicBezTo>
                    <a:pt x="13872" y="17944"/>
                    <a:pt x="14224" y="17924"/>
                    <a:pt x="14560" y="17872"/>
                  </a:cubicBezTo>
                  <a:cubicBezTo>
                    <a:pt x="16749" y="17512"/>
                    <a:pt x="16519" y="15424"/>
                    <a:pt x="16505" y="13537"/>
                  </a:cubicBezTo>
                  <a:cubicBezTo>
                    <a:pt x="16490" y="11982"/>
                    <a:pt x="16461" y="10355"/>
                    <a:pt x="15828" y="8929"/>
                  </a:cubicBezTo>
                  <a:cubicBezTo>
                    <a:pt x="15237" y="7647"/>
                    <a:pt x="14200" y="6625"/>
                    <a:pt x="13365" y="5487"/>
                  </a:cubicBezTo>
                  <a:cubicBezTo>
                    <a:pt x="12371" y="4133"/>
                    <a:pt x="11637" y="2535"/>
                    <a:pt x="10326" y="1484"/>
                  </a:cubicBezTo>
                  <a:cubicBezTo>
                    <a:pt x="9390" y="763"/>
                    <a:pt x="8281" y="303"/>
                    <a:pt x="7115" y="144"/>
                  </a:cubicBezTo>
                  <a:cubicBezTo>
                    <a:pt x="6524" y="43"/>
                    <a:pt x="5934" y="0"/>
                    <a:pt x="5344" y="0"/>
                  </a:cubicBezTo>
                  <a:close/>
                </a:path>
              </a:pathLst>
            </a:custGeom>
            <a:solidFill>
              <a:srgbClr val="ED30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94;p35">
              <a:extLst>
                <a:ext uri="{FF2B5EF4-FFF2-40B4-BE49-F238E27FC236}">
                  <a16:creationId xmlns:a16="http://schemas.microsoft.com/office/drawing/2014/main" id="{32F81FF0-B82F-C00F-588C-597F9E86F185}"/>
                </a:ext>
              </a:extLst>
            </p:cNvPr>
            <p:cNvSpPr/>
            <p:nvPr/>
          </p:nvSpPr>
          <p:spPr>
            <a:xfrm flipH="1">
              <a:off x="1627783" y="1680742"/>
              <a:ext cx="436389" cy="443044"/>
            </a:xfrm>
            <a:custGeom>
              <a:avLst/>
              <a:gdLst/>
              <a:ahLst/>
              <a:cxnLst/>
              <a:rect l="l" t="t" r="r" b="b"/>
              <a:pathLst>
                <a:path w="11738" h="11917" extrusionOk="0">
                  <a:moveTo>
                    <a:pt x="6866" y="1"/>
                  </a:moveTo>
                  <a:cubicBezTo>
                    <a:pt x="6555" y="1"/>
                    <a:pt x="6192" y="58"/>
                    <a:pt x="5761" y="194"/>
                  </a:cubicBezTo>
                  <a:cubicBezTo>
                    <a:pt x="4864" y="479"/>
                    <a:pt x="4205" y="578"/>
                    <a:pt x="3722" y="578"/>
                  </a:cubicBezTo>
                  <a:cubicBezTo>
                    <a:pt x="2622" y="578"/>
                    <a:pt x="2434" y="64"/>
                    <a:pt x="2434" y="64"/>
                  </a:cubicBezTo>
                  <a:lnTo>
                    <a:pt x="2434" y="64"/>
                  </a:lnTo>
                  <a:cubicBezTo>
                    <a:pt x="2319" y="1663"/>
                    <a:pt x="2880" y="3290"/>
                    <a:pt x="1714" y="4644"/>
                  </a:cubicBezTo>
                  <a:cubicBezTo>
                    <a:pt x="1152" y="5234"/>
                    <a:pt x="706" y="5896"/>
                    <a:pt x="389" y="6631"/>
                  </a:cubicBezTo>
                  <a:cubicBezTo>
                    <a:pt x="0" y="7466"/>
                    <a:pt x="216" y="8503"/>
                    <a:pt x="821" y="9180"/>
                  </a:cubicBezTo>
                  <a:cubicBezTo>
                    <a:pt x="1426" y="9871"/>
                    <a:pt x="1656" y="10318"/>
                    <a:pt x="2563" y="10318"/>
                  </a:cubicBezTo>
                  <a:cubicBezTo>
                    <a:pt x="3365" y="10306"/>
                    <a:pt x="4273" y="9711"/>
                    <a:pt x="5058" y="9711"/>
                  </a:cubicBezTo>
                  <a:cubicBezTo>
                    <a:pt x="5274" y="9711"/>
                    <a:pt x="5481" y="9756"/>
                    <a:pt x="5674" y="9871"/>
                  </a:cubicBezTo>
                  <a:cubicBezTo>
                    <a:pt x="6351" y="10274"/>
                    <a:pt x="6855" y="11052"/>
                    <a:pt x="7503" y="11542"/>
                  </a:cubicBezTo>
                  <a:cubicBezTo>
                    <a:pt x="7848" y="11797"/>
                    <a:pt x="8218" y="11917"/>
                    <a:pt x="8585" y="11917"/>
                  </a:cubicBezTo>
                  <a:cubicBezTo>
                    <a:pt x="9045" y="11917"/>
                    <a:pt x="9501" y="11728"/>
                    <a:pt x="9894" y="11383"/>
                  </a:cubicBezTo>
                  <a:cubicBezTo>
                    <a:pt x="10182" y="11124"/>
                    <a:pt x="10412" y="10807"/>
                    <a:pt x="10585" y="10447"/>
                  </a:cubicBezTo>
                  <a:cubicBezTo>
                    <a:pt x="10844" y="10001"/>
                    <a:pt x="11204" y="9641"/>
                    <a:pt x="11420" y="9166"/>
                  </a:cubicBezTo>
                  <a:cubicBezTo>
                    <a:pt x="11679" y="8647"/>
                    <a:pt x="11737" y="8057"/>
                    <a:pt x="11579" y="7509"/>
                  </a:cubicBezTo>
                  <a:cubicBezTo>
                    <a:pt x="11363" y="6876"/>
                    <a:pt x="10815" y="6444"/>
                    <a:pt x="10355" y="5968"/>
                  </a:cubicBezTo>
                  <a:cubicBezTo>
                    <a:pt x="9678" y="5292"/>
                    <a:pt x="9476" y="4456"/>
                    <a:pt x="9404" y="3535"/>
                  </a:cubicBezTo>
                  <a:cubicBezTo>
                    <a:pt x="9361" y="2901"/>
                    <a:pt x="9462" y="1735"/>
                    <a:pt x="8958" y="1259"/>
                  </a:cubicBezTo>
                  <a:cubicBezTo>
                    <a:pt x="8448" y="772"/>
                    <a:pt x="8010" y="1"/>
                    <a:pt x="6866" y="1"/>
                  </a:cubicBezTo>
                  <a:close/>
                </a:path>
              </a:pathLst>
            </a:custGeom>
            <a:solidFill>
              <a:srgbClr val="CD2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95;p35">
              <a:extLst>
                <a:ext uri="{FF2B5EF4-FFF2-40B4-BE49-F238E27FC236}">
                  <a16:creationId xmlns:a16="http://schemas.microsoft.com/office/drawing/2014/main" id="{8D87CB7E-955A-6551-907F-509684C8FBC9}"/>
                </a:ext>
              </a:extLst>
            </p:cNvPr>
            <p:cNvSpPr/>
            <p:nvPr/>
          </p:nvSpPr>
          <p:spPr>
            <a:xfrm flipH="1">
              <a:off x="1882895" y="2098506"/>
              <a:ext cx="929252" cy="619637"/>
            </a:xfrm>
            <a:custGeom>
              <a:avLst/>
              <a:gdLst/>
              <a:ahLst/>
              <a:cxnLst/>
              <a:rect l="l" t="t" r="r" b="b"/>
              <a:pathLst>
                <a:path w="24995" h="16667" extrusionOk="0">
                  <a:moveTo>
                    <a:pt x="21890" y="0"/>
                  </a:moveTo>
                  <a:cubicBezTo>
                    <a:pt x="21377" y="0"/>
                    <a:pt x="20882" y="160"/>
                    <a:pt x="20565" y="492"/>
                  </a:cubicBezTo>
                  <a:cubicBezTo>
                    <a:pt x="17340" y="3862"/>
                    <a:pt x="12371" y="10213"/>
                    <a:pt x="12371" y="10213"/>
                  </a:cubicBezTo>
                  <a:lnTo>
                    <a:pt x="87" y="4481"/>
                  </a:lnTo>
                  <a:lnTo>
                    <a:pt x="0" y="8168"/>
                  </a:lnTo>
                  <a:cubicBezTo>
                    <a:pt x="0" y="8168"/>
                    <a:pt x="8641" y="15945"/>
                    <a:pt x="12717" y="16636"/>
                  </a:cubicBezTo>
                  <a:cubicBezTo>
                    <a:pt x="12841" y="16657"/>
                    <a:pt x="12969" y="16667"/>
                    <a:pt x="13099" y="16667"/>
                  </a:cubicBezTo>
                  <a:cubicBezTo>
                    <a:pt x="17417" y="16667"/>
                    <a:pt x="24995" y="5616"/>
                    <a:pt x="23835" y="1226"/>
                  </a:cubicBezTo>
                  <a:cubicBezTo>
                    <a:pt x="23620" y="430"/>
                    <a:pt x="22732" y="0"/>
                    <a:pt x="21890" y="0"/>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96;p35">
              <a:extLst>
                <a:ext uri="{FF2B5EF4-FFF2-40B4-BE49-F238E27FC236}">
                  <a16:creationId xmlns:a16="http://schemas.microsoft.com/office/drawing/2014/main" id="{81B9BA40-D810-D59D-47A2-2B4BF8AB3E5E}"/>
                </a:ext>
              </a:extLst>
            </p:cNvPr>
            <p:cNvSpPr/>
            <p:nvPr/>
          </p:nvSpPr>
          <p:spPr>
            <a:xfrm flipH="1">
              <a:off x="1860700" y="2064786"/>
              <a:ext cx="431036" cy="529073"/>
            </a:xfrm>
            <a:custGeom>
              <a:avLst/>
              <a:gdLst/>
              <a:ahLst/>
              <a:cxnLst/>
              <a:rect l="l" t="t" r="r" b="b"/>
              <a:pathLst>
                <a:path w="11594" h="14231" extrusionOk="0">
                  <a:moveTo>
                    <a:pt x="8553" y="0"/>
                  </a:moveTo>
                  <a:cubicBezTo>
                    <a:pt x="8292" y="0"/>
                    <a:pt x="6901" y="151"/>
                    <a:pt x="4422" y="3070"/>
                  </a:cubicBezTo>
                  <a:cubicBezTo>
                    <a:pt x="1657" y="6310"/>
                    <a:pt x="0" y="8456"/>
                    <a:pt x="0" y="8456"/>
                  </a:cubicBezTo>
                  <a:lnTo>
                    <a:pt x="5934" y="14231"/>
                  </a:lnTo>
                  <a:cubicBezTo>
                    <a:pt x="5934" y="14231"/>
                    <a:pt x="11377" y="7448"/>
                    <a:pt x="11478" y="4726"/>
                  </a:cubicBezTo>
                  <a:cubicBezTo>
                    <a:pt x="11593" y="1860"/>
                    <a:pt x="10528" y="2"/>
                    <a:pt x="8814" y="2"/>
                  </a:cubicBezTo>
                  <a:lnTo>
                    <a:pt x="8598" y="2"/>
                  </a:lnTo>
                  <a:cubicBezTo>
                    <a:pt x="8598" y="2"/>
                    <a:pt x="8583" y="0"/>
                    <a:pt x="8553"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97;p35">
              <a:extLst>
                <a:ext uri="{FF2B5EF4-FFF2-40B4-BE49-F238E27FC236}">
                  <a16:creationId xmlns:a16="http://schemas.microsoft.com/office/drawing/2014/main" id="{47C7BCD6-4B0A-B7F7-9416-CD0CCC2B87C9}"/>
                </a:ext>
              </a:extLst>
            </p:cNvPr>
            <p:cNvSpPr/>
            <p:nvPr/>
          </p:nvSpPr>
          <p:spPr>
            <a:xfrm flipH="1">
              <a:off x="1523388" y="4761679"/>
              <a:ext cx="529556" cy="205629"/>
            </a:xfrm>
            <a:custGeom>
              <a:avLst/>
              <a:gdLst/>
              <a:ahLst/>
              <a:cxnLst/>
              <a:rect l="l" t="t" r="r" b="b"/>
              <a:pathLst>
                <a:path w="14244" h="5531" extrusionOk="0">
                  <a:moveTo>
                    <a:pt x="8411" y="0"/>
                  </a:moveTo>
                  <a:cubicBezTo>
                    <a:pt x="8411" y="0"/>
                    <a:pt x="8569" y="1397"/>
                    <a:pt x="5862" y="2564"/>
                  </a:cubicBezTo>
                  <a:cubicBezTo>
                    <a:pt x="4940" y="2938"/>
                    <a:pt x="3990" y="3226"/>
                    <a:pt x="3010" y="3413"/>
                  </a:cubicBezTo>
                  <a:cubicBezTo>
                    <a:pt x="720" y="3889"/>
                    <a:pt x="0" y="5530"/>
                    <a:pt x="0" y="5530"/>
                  </a:cubicBezTo>
                  <a:lnTo>
                    <a:pt x="14243" y="5530"/>
                  </a:lnTo>
                  <a:lnTo>
                    <a:pt x="14200" y="3039"/>
                  </a:lnTo>
                  <a:lnTo>
                    <a:pt x="14157" y="418"/>
                  </a:lnTo>
                  <a:lnTo>
                    <a:pt x="8411" y="0"/>
                  </a:ln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98;p35">
              <a:extLst>
                <a:ext uri="{FF2B5EF4-FFF2-40B4-BE49-F238E27FC236}">
                  <a16:creationId xmlns:a16="http://schemas.microsoft.com/office/drawing/2014/main" id="{155BE802-433E-B9FD-4880-F14AE8FBE055}"/>
                </a:ext>
              </a:extLst>
            </p:cNvPr>
            <p:cNvSpPr/>
            <p:nvPr/>
          </p:nvSpPr>
          <p:spPr>
            <a:xfrm flipH="1">
              <a:off x="1523388" y="4856444"/>
              <a:ext cx="529556" cy="110863"/>
            </a:xfrm>
            <a:custGeom>
              <a:avLst/>
              <a:gdLst/>
              <a:ahLst/>
              <a:cxnLst/>
              <a:rect l="l" t="t" r="r" b="b"/>
              <a:pathLst>
                <a:path w="14244" h="2982" extrusionOk="0">
                  <a:moveTo>
                    <a:pt x="5862" y="0"/>
                  </a:moveTo>
                  <a:cubicBezTo>
                    <a:pt x="4940" y="389"/>
                    <a:pt x="3990" y="677"/>
                    <a:pt x="3010" y="864"/>
                  </a:cubicBezTo>
                  <a:cubicBezTo>
                    <a:pt x="720" y="1340"/>
                    <a:pt x="0" y="2981"/>
                    <a:pt x="0" y="2981"/>
                  </a:cubicBezTo>
                  <a:lnTo>
                    <a:pt x="14243" y="2981"/>
                  </a:lnTo>
                  <a:lnTo>
                    <a:pt x="14200" y="490"/>
                  </a:lnTo>
                  <a:cubicBezTo>
                    <a:pt x="12918" y="850"/>
                    <a:pt x="10960" y="1685"/>
                    <a:pt x="7590" y="1959"/>
                  </a:cubicBezTo>
                  <a:cubicBezTo>
                    <a:pt x="7201" y="1268"/>
                    <a:pt x="6510" y="576"/>
                    <a:pt x="5862"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99;p35">
              <a:extLst>
                <a:ext uri="{FF2B5EF4-FFF2-40B4-BE49-F238E27FC236}">
                  <a16:creationId xmlns:a16="http://schemas.microsoft.com/office/drawing/2014/main" id="{13BA28F9-7EBA-7FCF-AB24-216F353D8160}"/>
                </a:ext>
              </a:extLst>
            </p:cNvPr>
            <p:cNvSpPr/>
            <p:nvPr/>
          </p:nvSpPr>
          <p:spPr>
            <a:xfrm flipH="1">
              <a:off x="1457547" y="2912396"/>
              <a:ext cx="409622" cy="1923192"/>
            </a:xfrm>
            <a:custGeom>
              <a:avLst/>
              <a:gdLst/>
              <a:ahLst/>
              <a:cxnLst/>
              <a:rect l="l" t="t" r="r" b="b"/>
              <a:pathLst>
                <a:path w="11018" h="51730" extrusionOk="0">
                  <a:moveTo>
                    <a:pt x="4292" y="0"/>
                  </a:moveTo>
                  <a:cubicBezTo>
                    <a:pt x="2463" y="0"/>
                    <a:pt x="793" y="764"/>
                    <a:pt x="289" y="2578"/>
                  </a:cubicBezTo>
                  <a:cubicBezTo>
                    <a:pt x="101" y="3284"/>
                    <a:pt x="15" y="4983"/>
                    <a:pt x="1" y="7345"/>
                  </a:cubicBezTo>
                  <a:lnTo>
                    <a:pt x="1" y="7575"/>
                  </a:lnTo>
                  <a:cubicBezTo>
                    <a:pt x="1" y="7878"/>
                    <a:pt x="1" y="8195"/>
                    <a:pt x="15" y="8511"/>
                  </a:cubicBezTo>
                  <a:cubicBezTo>
                    <a:pt x="116" y="21516"/>
                    <a:pt x="2175" y="50102"/>
                    <a:pt x="2175" y="50102"/>
                  </a:cubicBezTo>
                  <a:lnTo>
                    <a:pt x="9794" y="51730"/>
                  </a:lnTo>
                  <a:cubicBezTo>
                    <a:pt x="9794" y="51730"/>
                    <a:pt x="10614" y="16029"/>
                    <a:pt x="10845" y="8511"/>
                  </a:cubicBezTo>
                  <a:cubicBezTo>
                    <a:pt x="10859" y="8123"/>
                    <a:pt x="10859" y="7806"/>
                    <a:pt x="10874" y="7575"/>
                  </a:cubicBezTo>
                  <a:cubicBezTo>
                    <a:pt x="10874" y="7489"/>
                    <a:pt x="10874" y="7403"/>
                    <a:pt x="10888" y="7345"/>
                  </a:cubicBezTo>
                  <a:cubicBezTo>
                    <a:pt x="10888" y="7331"/>
                    <a:pt x="10888" y="7316"/>
                    <a:pt x="10888" y="7302"/>
                  </a:cubicBezTo>
                  <a:cubicBezTo>
                    <a:pt x="11018" y="4349"/>
                    <a:pt x="10226" y="3313"/>
                    <a:pt x="9275" y="2132"/>
                  </a:cubicBezTo>
                  <a:cubicBezTo>
                    <a:pt x="8209" y="821"/>
                    <a:pt x="6179" y="0"/>
                    <a:pt x="4292"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00;p35">
              <a:extLst>
                <a:ext uri="{FF2B5EF4-FFF2-40B4-BE49-F238E27FC236}">
                  <a16:creationId xmlns:a16="http://schemas.microsoft.com/office/drawing/2014/main" id="{D8A9C5FD-49FD-F7C1-3DCD-F116478BE90F}"/>
                </a:ext>
              </a:extLst>
            </p:cNvPr>
            <p:cNvSpPr/>
            <p:nvPr/>
          </p:nvSpPr>
          <p:spPr>
            <a:xfrm flipH="1">
              <a:off x="1457547" y="2912359"/>
              <a:ext cx="409622" cy="281694"/>
            </a:xfrm>
            <a:custGeom>
              <a:avLst/>
              <a:gdLst/>
              <a:ahLst/>
              <a:cxnLst/>
              <a:rect l="l" t="t" r="r" b="b"/>
              <a:pathLst>
                <a:path w="11018" h="7577" extrusionOk="0">
                  <a:moveTo>
                    <a:pt x="4291" y="0"/>
                  </a:moveTo>
                  <a:cubicBezTo>
                    <a:pt x="2473" y="0"/>
                    <a:pt x="798" y="762"/>
                    <a:pt x="289" y="2579"/>
                  </a:cubicBezTo>
                  <a:cubicBezTo>
                    <a:pt x="101" y="3285"/>
                    <a:pt x="15" y="4984"/>
                    <a:pt x="1" y="7332"/>
                  </a:cubicBezTo>
                  <a:lnTo>
                    <a:pt x="1" y="7576"/>
                  </a:lnTo>
                  <a:lnTo>
                    <a:pt x="10874" y="7576"/>
                  </a:lnTo>
                  <a:cubicBezTo>
                    <a:pt x="10874" y="7476"/>
                    <a:pt x="10874" y="7404"/>
                    <a:pt x="10888" y="7332"/>
                  </a:cubicBezTo>
                  <a:cubicBezTo>
                    <a:pt x="10888" y="7332"/>
                    <a:pt x="10888" y="7317"/>
                    <a:pt x="10888" y="7303"/>
                  </a:cubicBezTo>
                  <a:cubicBezTo>
                    <a:pt x="11018" y="4350"/>
                    <a:pt x="10226" y="3314"/>
                    <a:pt x="9275" y="2133"/>
                  </a:cubicBezTo>
                  <a:cubicBezTo>
                    <a:pt x="8219" y="820"/>
                    <a:pt x="6178" y="0"/>
                    <a:pt x="4291"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01;p35">
              <a:extLst>
                <a:ext uri="{FF2B5EF4-FFF2-40B4-BE49-F238E27FC236}">
                  <a16:creationId xmlns:a16="http://schemas.microsoft.com/office/drawing/2014/main" id="{35B112EC-BE14-F1E8-641B-8B1D4ED8017E}"/>
                </a:ext>
              </a:extLst>
            </p:cNvPr>
            <p:cNvSpPr/>
            <p:nvPr/>
          </p:nvSpPr>
          <p:spPr>
            <a:xfrm flipH="1">
              <a:off x="1982791" y="4761679"/>
              <a:ext cx="537549" cy="205629"/>
            </a:xfrm>
            <a:custGeom>
              <a:avLst/>
              <a:gdLst/>
              <a:ahLst/>
              <a:cxnLst/>
              <a:rect l="l" t="t" r="r" b="b"/>
              <a:pathLst>
                <a:path w="14459" h="5531" extrusionOk="0">
                  <a:moveTo>
                    <a:pt x="8727" y="0"/>
                  </a:moveTo>
                  <a:cubicBezTo>
                    <a:pt x="8727" y="0"/>
                    <a:pt x="8799" y="1397"/>
                    <a:pt x="6034" y="2564"/>
                  </a:cubicBezTo>
                  <a:cubicBezTo>
                    <a:pt x="5098" y="2938"/>
                    <a:pt x="4133" y="3226"/>
                    <a:pt x="3140" y="3413"/>
                  </a:cubicBezTo>
                  <a:cubicBezTo>
                    <a:pt x="821" y="3889"/>
                    <a:pt x="0" y="5530"/>
                    <a:pt x="0" y="5530"/>
                  </a:cubicBezTo>
                  <a:lnTo>
                    <a:pt x="14257" y="5530"/>
                  </a:lnTo>
                  <a:lnTo>
                    <a:pt x="14344" y="3039"/>
                  </a:lnTo>
                  <a:lnTo>
                    <a:pt x="14459" y="418"/>
                  </a:lnTo>
                  <a:lnTo>
                    <a:pt x="8727" y="0"/>
                  </a:ln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02;p35">
              <a:extLst>
                <a:ext uri="{FF2B5EF4-FFF2-40B4-BE49-F238E27FC236}">
                  <a16:creationId xmlns:a16="http://schemas.microsoft.com/office/drawing/2014/main" id="{415AAD6E-4786-80B2-BA2C-F54D4F5AF830}"/>
                </a:ext>
              </a:extLst>
            </p:cNvPr>
            <p:cNvSpPr/>
            <p:nvPr/>
          </p:nvSpPr>
          <p:spPr>
            <a:xfrm flipH="1">
              <a:off x="1987066" y="4856444"/>
              <a:ext cx="533274" cy="110863"/>
            </a:xfrm>
            <a:custGeom>
              <a:avLst/>
              <a:gdLst/>
              <a:ahLst/>
              <a:cxnLst/>
              <a:rect l="l" t="t" r="r" b="b"/>
              <a:pathLst>
                <a:path w="14344" h="2982" extrusionOk="0">
                  <a:moveTo>
                    <a:pt x="6034" y="0"/>
                  </a:moveTo>
                  <a:cubicBezTo>
                    <a:pt x="5098" y="389"/>
                    <a:pt x="4133" y="677"/>
                    <a:pt x="3140" y="864"/>
                  </a:cubicBezTo>
                  <a:cubicBezTo>
                    <a:pt x="821" y="1340"/>
                    <a:pt x="0" y="2981"/>
                    <a:pt x="0" y="2981"/>
                  </a:cubicBezTo>
                  <a:lnTo>
                    <a:pt x="14257" y="2981"/>
                  </a:lnTo>
                  <a:lnTo>
                    <a:pt x="14344" y="490"/>
                  </a:lnTo>
                  <a:lnTo>
                    <a:pt x="14344" y="490"/>
                  </a:lnTo>
                  <a:cubicBezTo>
                    <a:pt x="13048" y="850"/>
                    <a:pt x="11046" y="1685"/>
                    <a:pt x="7647" y="1959"/>
                  </a:cubicBezTo>
                  <a:cubicBezTo>
                    <a:pt x="7302" y="1268"/>
                    <a:pt x="6654" y="576"/>
                    <a:pt x="6034"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03;p35">
              <a:extLst>
                <a:ext uri="{FF2B5EF4-FFF2-40B4-BE49-F238E27FC236}">
                  <a16:creationId xmlns:a16="http://schemas.microsoft.com/office/drawing/2014/main" id="{E47CAB4C-1514-77F9-E292-822BBA430415}"/>
                </a:ext>
              </a:extLst>
            </p:cNvPr>
            <p:cNvSpPr/>
            <p:nvPr/>
          </p:nvSpPr>
          <p:spPr>
            <a:xfrm flipH="1">
              <a:off x="1776121" y="2999651"/>
              <a:ext cx="486170" cy="1834338"/>
            </a:xfrm>
            <a:custGeom>
              <a:avLst/>
              <a:gdLst/>
              <a:ahLst/>
              <a:cxnLst/>
              <a:rect l="l" t="t" r="r" b="b"/>
              <a:pathLst>
                <a:path w="13077" h="49340" extrusionOk="0">
                  <a:moveTo>
                    <a:pt x="13077" y="1"/>
                  </a:moveTo>
                  <a:lnTo>
                    <a:pt x="3514" y="289"/>
                  </a:lnTo>
                  <a:cubicBezTo>
                    <a:pt x="3514" y="289"/>
                    <a:pt x="3154" y="2362"/>
                    <a:pt x="2665" y="5315"/>
                  </a:cubicBezTo>
                  <a:cubicBezTo>
                    <a:pt x="2550" y="5992"/>
                    <a:pt x="2420" y="6726"/>
                    <a:pt x="2305" y="7489"/>
                  </a:cubicBezTo>
                  <a:cubicBezTo>
                    <a:pt x="1369" y="13264"/>
                    <a:pt x="217" y="20897"/>
                    <a:pt x="145" y="24036"/>
                  </a:cubicBezTo>
                  <a:cubicBezTo>
                    <a:pt x="1" y="29379"/>
                    <a:pt x="562" y="47510"/>
                    <a:pt x="562" y="47510"/>
                  </a:cubicBezTo>
                  <a:lnTo>
                    <a:pt x="9001" y="49339"/>
                  </a:lnTo>
                  <a:cubicBezTo>
                    <a:pt x="9001" y="49339"/>
                    <a:pt x="9837" y="29797"/>
                    <a:pt x="9837" y="25304"/>
                  </a:cubicBezTo>
                  <a:cubicBezTo>
                    <a:pt x="10182" y="22510"/>
                    <a:pt x="11277" y="13898"/>
                    <a:pt x="12098" y="7504"/>
                  </a:cubicBezTo>
                  <a:cubicBezTo>
                    <a:pt x="12198" y="6740"/>
                    <a:pt x="12299" y="6006"/>
                    <a:pt x="12386" y="5315"/>
                  </a:cubicBezTo>
                  <a:cubicBezTo>
                    <a:pt x="12789" y="2204"/>
                    <a:pt x="13077" y="1"/>
                    <a:pt x="13077" y="1"/>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04;p35">
              <a:extLst>
                <a:ext uri="{FF2B5EF4-FFF2-40B4-BE49-F238E27FC236}">
                  <a16:creationId xmlns:a16="http://schemas.microsoft.com/office/drawing/2014/main" id="{FCD7CED1-2A47-08C6-5771-D1F20B2E4EF0}"/>
                </a:ext>
              </a:extLst>
            </p:cNvPr>
            <p:cNvSpPr/>
            <p:nvPr/>
          </p:nvSpPr>
          <p:spPr>
            <a:xfrm flipH="1">
              <a:off x="1776121" y="2999651"/>
              <a:ext cx="386572" cy="194401"/>
            </a:xfrm>
            <a:custGeom>
              <a:avLst/>
              <a:gdLst/>
              <a:ahLst/>
              <a:cxnLst/>
              <a:rect l="l" t="t" r="r" b="b"/>
              <a:pathLst>
                <a:path w="10398" h="5229" extrusionOk="0">
                  <a:moveTo>
                    <a:pt x="10398" y="1"/>
                  </a:moveTo>
                  <a:lnTo>
                    <a:pt x="835" y="289"/>
                  </a:lnTo>
                  <a:cubicBezTo>
                    <a:pt x="835" y="289"/>
                    <a:pt x="475" y="2319"/>
                    <a:pt x="0" y="5228"/>
                  </a:cubicBezTo>
                  <a:lnTo>
                    <a:pt x="9721" y="5228"/>
                  </a:lnTo>
                  <a:cubicBezTo>
                    <a:pt x="10110" y="2161"/>
                    <a:pt x="10398" y="1"/>
                    <a:pt x="10398" y="1"/>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05;p35">
              <a:extLst>
                <a:ext uri="{FF2B5EF4-FFF2-40B4-BE49-F238E27FC236}">
                  <a16:creationId xmlns:a16="http://schemas.microsoft.com/office/drawing/2014/main" id="{98890A97-DE3F-B6F4-47B0-9078755EAAC5}"/>
                </a:ext>
              </a:extLst>
            </p:cNvPr>
            <p:cNvSpPr/>
            <p:nvPr/>
          </p:nvSpPr>
          <p:spPr>
            <a:xfrm flipH="1">
              <a:off x="1457547" y="2050324"/>
              <a:ext cx="763514" cy="1050041"/>
            </a:xfrm>
            <a:custGeom>
              <a:avLst/>
              <a:gdLst/>
              <a:ahLst/>
              <a:cxnLst/>
              <a:rect l="l" t="t" r="r" b="b"/>
              <a:pathLst>
                <a:path w="20537" h="28244" extrusionOk="0">
                  <a:moveTo>
                    <a:pt x="12355" y="0"/>
                  </a:moveTo>
                  <a:cubicBezTo>
                    <a:pt x="12269" y="0"/>
                    <a:pt x="12183" y="1"/>
                    <a:pt x="12097" y="2"/>
                  </a:cubicBezTo>
                  <a:cubicBezTo>
                    <a:pt x="9865" y="2"/>
                    <a:pt x="7561" y="247"/>
                    <a:pt x="7561" y="247"/>
                  </a:cubicBezTo>
                  <a:cubicBezTo>
                    <a:pt x="7273" y="276"/>
                    <a:pt x="6985" y="319"/>
                    <a:pt x="6697" y="391"/>
                  </a:cubicBezTo>
                  <a:cubicBezTo>
                    <a:pt x="6495" y="449"/>
                    <a:pt x="6308" y="521"/>
                    <a:pt x="6107" y="593"/>
                  </a:cubicBezTo>
                  <a:cubicBezTo>
                    <a:pt x="5588" y="780"/>
                    <a:pt x="5142" y="1140"/>
                    <a:pt x="4839" y="1601"/>
                  </a:cubicBezTo>
                  <a:cubicBezTo>
                    <a:pt x="4551" y="2119"/>
                    <a:pt x="4364" y="4265"/>
                    <a:pt x="4249" y="6684"/>
                  </a:cubicBezTo>
                  <a:cubicBezTo>
                    <a:pt x="4076" y="9997"/>
                    <a:pt x="4033" y="13799"/>
                    <a:pt x="4033" y="14620"/>
                  </a:cubicBezTo>
                  <a:cubicBezTo>
                    <a:pt x="3428" y="17413"/>
                    <a:pt x="1009" y="23087"/>
                    <a:pt x="0" y="28243"/>
                  </a:cubicBezTo>
                  <a:lnTo>
                    <a:pt x="20537" y="28243"/>
                  </a:lnTo>
                  <a:cubicBezTo>
                    <a:pt x="20321" y="26731"/>
                    <a:pt x="19428" y="20610"/>
                    <a:pt x="18650" y="17413"/>
                  </a:cubicBezTo>
                  <a:cubicBezTo>
                    <a:pt x="18535" y="16909"/>
                    <a:pt x="18391" y="16405"/>
                    <a:pt x="18204" y="15916"/>
                  </a:cubicBezTo>
                  <a:cubicBezTo>
                    <a:pt x="18938" y="11077"/>
                    <a:pt x="19399" y="7059"/>
                    <a:pt x="19457" y="4553"/>
                  </a:cubicBezTo>
                  <a:cubicBezTo>
                    <a:pt x="19500" y="3127"/>
                    <a:pt x="19399" y="2191"/>
                    <a:pt x="19154" y="1874"/>
                  </a:cubicBezTo>
                  <a:cubicBezTo>
                    <a:pt x="18722" y="1313"/>
                    <a:pt x="18016" y="938"/>
                    <a:pt x="16922" y="636"/>
                  </a:cubicBezTo>
                  <a:cubicBezTo>
                    <a:pt x="16692" y="564"/>
                    <a:pt x="16461" y="506"/>
                    <a:pt x="16216" y="449"/>
                  </a:cubicBezTo>
                  <a:cubicBezTo>
                    <a:pt x="16015" y="405"/>
                    <a:pt x="15799" y="362"/>
                    <a:pt x="15568" y="319"/>
                  </a:cubicBezTo>
                  <a:cubicBezTo>
                    <a:pt x="15280" y="276"/>
                    <a:pt x="14963" y="218"/>
                    <a:pt x="14618" y="161"/>
                  </a:cubicBezTo>
                  <a:cubicBezTo>
                    <a:pt x="13867" y="57"/>
                    <a:pt x="13116" y="0"/>
                    <a:pt x="12355" y="0"/>
                  </a:cubicBezTo>
                  <a:close/>
                </a:path>
              </a:pathLst>
            </a:custGeom>
            <a:solidFill>
              <a:srgbClr val="00FFF3"/>
            </a:solidFill>
            <a:ln>
              <a:solidFill>
                <a:srgbClr val="20B2A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06;p35">
              <a:extLst>
                <a:ext uri="{FF2B5EF4-FFF2-40B4-BE49-F238E27FC236}">
                  <a16:creationId xmlns:a16="http://schemas.microsoft.com/office/drawing/2014/main" id="{F4CFEC82-A152-C1B2-48B1-0EC845E4ECFC}"/>
                </a:ext>
              </a:extLst>
            </p:cNvPr>
            <p:cNvSpPr/>
            <p:nvPr/>
          </p:nvSpPr>
          <p:spPr>
            <a:xfrm flipH="1">
              <a:off x="1633694" y="2050361"/>
              <a:ext cx="345379" cy="254926"/>
            </a:xfrm>
            <a:custGeom>
              <a:avLst/>
              <a:gdLst/>
              <a:ahLst/>
              <a:cxnLst/>
              <a:rect l="l" t="t" r="r" b="b"/>
              <a:pathLst>
                <a:path w="9290" h="6857" extrusionOk="0">
                  <a:moveTo>
                    <a:pt x="5571" y="0"/>
                  </a:moveTo>
                  <a:cubicBezTo>
                    <a:pt x="3350" y="0"/>
                    <a:pt x="1052" y="246"/>
                    <a:pt x="1052" y="246"/>
                  </a:cubicBezTo>
                  <a:cubicBezTo>
                    <a:pt x="764" y="275"/>
                    <a:pt x="476" y="318"/>
                    <a:pt x="188" y="390"/>
                  </a:cubicBezTo>
                  <a:cubicBezTo>
                    <a:pt x="1" y="448"/>
                    <a:pt x="1513" y="5315"/>
                    <a:pt x="2809" y="6856"/>
                  </a:cubicBezTo>
                  <a:cubicBezTo>
                    <a:pt x="5805" y="3414"/>
                    <a:pt x="9290" y="361"/>
                    <a:pt x="9059" y="318"/>
                  </a:cubicBezTo>
                  <a:cubicBezTo>
                    <a:pt x="8771" y="275"/>
                    <a:pt x="8454" y="217"/>
                    <a:pt x="8109" y="160"/>
                  </a:cubicBezTo>
                  <a:cubicBezTo>
                    <a:pt x="7386" y="42"/>
                    <a:pt x="6485" y="0"/>
                    <a:pt x="5571" y="0"/>
                  </a:cubicBez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07;p35">
              <a:extLst>
                <a:ext uri="{FF2B5EF4-FFF2-40B4-BE49-F238E27FC236}">
                  <a16:creationId xmlns:a16="http://schemas.microsoft.com/office/drawing/2014/main" id="{CBE55DEB-FC09-CE5E-26C7-B54091A7A955}"/>
                </a:ext>
              </a:extLst>
            </p:cNvPr>
            <p:cNvSpPr/>
            <p:nvPr/>
          </p:nvSpPr>
          <p:spPr>
            <a:xfrm flipH="1">
              <a:off x="1658306" y="2319154"/>
              <a:ext cx="152093" cy="174139"/>
            </a:xfrm>
            <a:custGeom>
              <a:avLst/>
              <a:gdLst/>
              <a:ahLst/>
              <a:cxnLst/>
              <a:rect l="l" t="t" r="r" b="b"/>
              <a:pathLst>
                <a:path w="4091" h="4684" extrusionOk="0">
                  <a:moveTo>
                    <a:pt x="0" y="1"/>
                  </a:moveTo>
                  <a:lnTo>
                    <a:pt x="0" y="3270"/>
                  </a:lnTo>
                  <a:cubicBezTo>
                    <a:pt x="0" y="3270"/>
                    <a:pt x="87" y="4220"/>
                    <a:pt x="1368" y="4580"/>
                  </a:cubicBezTo>
                  <a:cubicBezTo>
                    <a:pt x="1620" y="4652"/>
                    <a:pt x="1870" y="4684"/>
                    <a:pt x="2108" y="4684"/>
                  </a:cubicBezTo>
                  <a:cubicBezTo>
                    <a:pt x="3069" y="4684"/>
                    <a:pt x="3857" y="4169"/>
                    <a:pt x="3961" y="3673"/>
                  </a:cubicBezTo>
                  <a:cubicBezTo>
                    <a:pt x="4090" y="2996"/>
                    <a:pt x="4004" y="145"/>
                    <a:pt x="4004" y="87"/>
                  </a:cubicBezTo>
                  <a:lnTo>
                    <a:pt x="0" y="1"/>
                  </a:ln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08;p35">
              <a:extLst>
                <a:ext uri="{FF2B5EF4-FFF2-40B4-BE49-F238E27FC236}">
                  <a16:creationId xmlns:a16="http://schemas.microsoft.com/office/drawing/2014/main" id="{514D3618-22FB-4891-F642-722360896A1F}"/>
                </a:ext>
              </a:extLst>
            </p:cNvPr>
            <p:cNvSpPr/>
            <p:nvPr/>
          </p:nvSpPr>
          <p:spPr>
            <a:xfrm flipH="1">
              <a:off x="1677601" y="1683084"/>
              <a:ext cx="335713" cy="560079"/>
            </a:xfrm>
            <a:custGeom>
              <a:avLst/>
              <a:gdLst/>
              <a:ahLst/>
              <a:cxnLst/>
              <a:rect l="l" t="t" r="r" b="b"/>
              <a:pathLst>
                <a:path w="9030" h="15065" extrusionOk="0">
                  <a:moveTo>
                    <a:pt x="1066" y="1"/>
                  </a:moveTo>
                  <a:cubicBezTo>
                    <a:pt x="778" y="318"/>
                    <a:pt x="591" y="865"/>
                    <a:pt x="562" y="1931"/>
                  </a:cubicBezTo>
                  <a:cubicBezTo>
                    <a:pt x="648" y="3616"/>
                    <a:pt x="792" y="3961"/>
                    <a:pt x="591" y="4408"/>
                  </a:cubicBezTo>
                  <a:cubicBezTo>
                    <a:pt x="389" y="4825"/>
                    <a:pt x="0" y="4797"/>
                    <a:pt x="29" y="4998"/>
                  </a:cubicBezTo>
                  <a:cubicBezTo>
                    <a:pt x="43" y="5200"/>
                    <a:pt x="691" y="5272"/>
                    <a:pt x="691" y="5848"/>
                  </a:cubicBezTo>
                  <a:cubicBezTo>
                    <a:pt x="706" y="6453"/>
                    <a:pt x="691" y="7360"/>
                    <a:pt x="907" y="7533"/>
                  </a:cubicBezTo>
                  <a:cubicBezTo>
                    <a:pt x="1113" y="7710"/>
                    <a:pt x="1470" y="7803"/>
                    <a:pt x="1931" y="7803"/>
                  </a:cubicBezTo>
                  <a:cubicBezTo>
                    <a:pt x="2181" y="7803"/>
                    <a:pt x="2461" y="7776"/>
                    <a:pt x="2765" y="7720"/>
                  </a:cubicBezTo>
                  <a:cubicBezTo>
                    <a:pt x="2866" y="7706"/>
                    <a:pt x="2952" y="7691"/>
                    <a:pt x="3024" y="7691"/>
                  </a:cubicBezTo>
                  <a:cubicBezTo>
                    <a:pt x="3077" y="7686"/>
                    <a:pt x="3125" y="7684"/>
                    <a:pt x="3170" y="7684"/>
                  </a:cubicBezTo>
                  <a:cubicBezTo>
                    <a:pt x="3653" y="7684"/>
                    <a:pt x="3702" y="7954"/>
                    <a:pt x="3716" y="8152"/>
                  </a:cubicBezTo>
                  <a:cubicBezTo>
                    <a:pt x="3759" y="8671"/>
                    <a:pt x="3586" y="9189"/>
                    <a:pt x="3240" y="9578"/>
                  </a:cubicBezTo>
                  <a:cubicBezTo>
                    <a:pt x="2924" y="9938"/>
                    <a:pt x="2016" y="10082"/>
                    <a:pt x="2016" y="10082"/>
                  </a:cubicBezTo>
                  <a:cubicBezTo>
                    <a:pt x="2016" y="10082"/>
                    <a:pt x="3039" y="14834"/>
                    <a:pt x="3989" y="15065"/>
                  </a:cubicBezTo>
                  <a:cubicBezTo>
                    <a:pt x="4781" y="14474"/>
                    <a:pt x="7518" y="11508"/>
                    <a:pt x="9030" y="10039"/>
                  </a:cubicBezTo>
                  <a:cubicBezTo>
                    <a:pt x="8065" y="9722"/>
                    <a:pt x="7100" y="9203"/>
                    <a:pt x="6783" y="8267"/>
                  </a:cubicBezTo>
                  <a:cubicBezTo>
                    <a:pt x="6466" y="7331"/>
                    <a:pt x="6740" y="4998"/>
                    <a:pt x="6740" y="4998"/>
                  </a:cubicBezTo>
                  <a:lnTo>
                    <a:pt x="6740" y="4998"/>
                  </a:lnTo>
                  <a:cubicBezTo>
                    <a:pt x="6740" y="4998"/>
                    <a:pt x="6817" y="5037"/>
                    <a:pt x="6955" y="5037"/>
                  </a:cubicBezTo>
                  <a:cubicBezTo>
                    <a:pt x="7070" y="5037"/>
                    <a:pt x="7227" y="5010"/>
                    <a:pt x="7417" y="4912"/>
                  </a:cubicBezTo>
                  <a:cubicBezTo>
                    <a:pt x="7849" y="4681"/>
                    <a:pt x="8223" y="2651"/>
                    <a:pt x="7518" y="2478"/>
                  </a:cubicBezTo>
                  <a:cubicBezTo>
                    <a:pt x="7436" y="2459"/>
                    <a:pt x="7359" y="2449"/>
                    <a:pt x="7284" y="2449"/>
                  </a:cubicBezTo>
                  <a:cubicBezTo>
                    <a:pt x="6752" y="2449"/>
                    <a:pt x="6395" y="2935"/>
                    <a:pt x="6193" y="3731"/>
                  </a:cubicBezTo>
                  <a:cubicBezTo>
                    <a:pt x="5530" y="3155"/>
                    <a:pt x="5401" y="2478"/>
                    <a:pt x="4652" y="2363"/>
                  </a:cubicBezTo>
                  <a:cubicBezTo>
                    <a:pt x="3903" y="2248"/>
                    <a:pt x="2204" y="2046"/>
                    <a:pt x="1512" y="1095"/>
                  </a:cubicBezTo>
                  <a:cubicBezTo>
                    <a:pt x="1282" y="764"/>
                    <a:pt x="1138" y="390"/>
                    <a:pt x="1066" y="1"/>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09;p35">
              <a:extLst>
                <a:ext uri="{FF2B5EF4-FFF2-40B4-BE49-F238E27FC236}">
                  <a16:creationId xmlns:a16="http://schemas.microsoft.com/office/drawing/2014/main" id="{3335836D-7A43-8D3D-51BB-9CBC8FD7619B}"/>
                </a:ext>
              </a:extLst>
            </p:cNvPr>
            <p:cNvSpPr/>
            <p:nvPr/>
          </p:nvSpPr>
          <p:spPr>
            <a:xfrm flipH="1">
              <a:off x="1677601" y="1846405"/>
              <a:ext cx="260763" cy="396758"/>
            </a:xfrm>
            <a:custGeom>
              <a:avLst/>
              <a:gdLst/>
              <a:ahLst/>
              <a:cxnLst/>
              <a:rect l="l" t="t" r="r" b="b"/>
              <a:pathLst>
                <a:path w="7014" h="10672" extrusionOk="0">
                  <a:moveTo>
                    <a:pt x="4292" y="0"/>
                  </a:moveTo>
                  <a:cubicBezTo>
                    <a:pt x="4234" y="303"/>
                    <a:pt x="4177" y="490"/>
                    <a:pt x="4148" y="634"/>
                  </a:cubicBezTo>
                  <a:cubicBezTo>
                    <a:pt x="3500" y="2665"/>
                    <a:pt x="1685" y="3169"/>
                    <a:pt x="1008" y="3298"/>
                  </a:cubicBezTo>
                  <a:cubicBezTo>
                    <a:pt x="1061" y="3293"/>
                    <a:pt x="1109" y="3291"/>
                    <a:pt x="1154" y="3291"/>
                  </a:cubicBezTo>
                  <a:cubicBezTo>
                    <a:pt x="1637" y="3291"/>
                    <a:pt x="1686" y="3561"/>
                    <a:pt x="1700" y="3759"/>
                  </a:cubicBezTo>
                  <a:cubicBezTo>
                    <a:pt x="1743" y="4278"/>
                    <a:pt x="1570" y="4796"/>
                    <a:pt x="1224" y="5185"/>
                  </a:cubicBezTo>
                  <a:cubicBezTo>
                    <a:pt x="908" y="5545"/>
                    <a:pt x="0" y="5689"/>
                    <a:pt x="0" y="5689"/>
                  </a:cubicBezTo>
                  <a:cubicBezTo>
                    <a:pt x="0" y="5689"/>
                    <a:pt x="1023" y="10441"/>
                    <a:pt x="1973" y="10672"/>
                  </a:cubicBezTo>
                  <a:cubicBezTo>
                    <a:pt x="2765" y="10081"/>
                    <a:pt x="5502" y="7115"/>
                    <a:pt x="7014" y="5646"/>
                  </a:cubicBezTo>
                  <a:cubicBezTo>
                    <a:pt x="6049" y="5329"/>
                    <a:pt x="5084" y="4810"/>
                    <a:pt x="4767" y="3874"/>
                  </a:cubicBezTo>
                  <a:cubicBezTo>
                    <a:pt x="4450" y="2938"/>
                    <a:pt x="4724" y="605"/>
                    <a:pt x="4724" y="605"/>
                  </a:cubicBezTo>
                  <a:cubicBezTo>
                    <a:pt x="4724" y="605"/>
                    <a:pt x="4378" y="519"/>
                    <a:pt x="4292"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10;p35">
              <a:extLst>
                <a:ext uri="{FF2B5EF4-FFF2-40B4-BE49-F238E27FC236}">
                  <a16:creationId xmlns:a16="http://schemas.microsoft.com/office/drawing/2014/main" id="{8F190993-3BA2-4CE6-0F50-7B75155FB461}"/>
                </a:ext>
              </a:extLst>
            </p:cNvPr>
            <p:cNvSpPr/>
            <p:nvPr/>
          </p:nvSpPr>
          <p:spPr>
            <a:xfrm flipH="1">
              <a:off x="1734334" y="1790490"/>
              <a:ext cx="36471" cy="59707"/>
            </a:xfrm>
            <a:custGeom>
              <a:avLst/>
              <a:gdLst/>
              <a:ahLst/>
              <a:cxnLst/>
              <a:rect l="l" t="t" r="r" b="b"/>
              <a:pathLst>
                <a:path w="981" h="1606" extrusionOk="0">
                  <a:moveTo>
                    <a:pt x="786" y="1"/>
                  </a:moveTo>
                  <a:cubicBezTo>
                    <a:pt x="709" y="1"/>
                    <a:pt x="610" y="29"/>
                    <a:pt x="491" y="122"/>
                  </a:cubicBezTo>
                  <a:cubicBezTo>
                    <a:pt x="59" y="424"/>
                    <a:pt x="1" y="1605"/>
                    <a:pt x="447" y="1605"/>
                  </a:cubicBezTo>
                  <a:cubicBezTo>
                    <a:pt x="879" y="1605"/>
                    <a:pt x="908" y="871"/>
                    <a:pt x="606" y="799"/>
                  </a:cubicBezTo>
                  <a:cubicBezTo>
                    <a:pt x="548" y="784"/>
                    <a:pt x="476" y="770"/>
                    <a:pt x="404" y="755"/>
                  </a:cubicBezTo>
                  <a:cubicBezTo>
                    <a:pt x="404" y="755"/>
                    <a:pt x="476" y="79"/>
                    <a:pt x="980" y="79"/>
                  </a:cubicBezTo>
                  <a:cubicBezTo>
                    <a:pt x="980" y="79"/>
                    <a:pt x="913" y="1"/>
                    <a:pt x="786"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11;p35">
              <a:extLst>
                <a:ext uri="{FF2B5EF4-FFF2-40B4-BE49-F238E27FC236}">
                  <a16:creationId xmlns:a16="http://schemas.microsoft.com/office/drawing/2014/main" id="{CAD63423-9E36-3F49-E749-D982DD9BCAD5}"/>
                </a:ext>
              </a:extLst>
            </p:cNvPr>
            <p:cNvSpPr/>
            <p:nvPr/>
          </p:nvSpPr>
          <p:spPr>
            <a:xfrm flipH="1">
              <a:off x="2416466" y="1943290"/>
              <a:ext cx="492044" cy="734627"/>
            </a:xfrm>
            <a:custGeom>
              <a:avLst/>
              <a:gdLst/>
              <a:ahLst/>
              <a:cxnLst/>
              <a:rect l="l" t="t" r="r" b="b"/>
              <a:pathLst>
                <a:path w="13235" h="19760" extrusionOk="0">
                  <a:moveTo>
                    <a:pt x="0" y="1"/>
                  </a:moveTo>
                  <a:lnTo>
                    <a:pt x="576" y="1988"/>
                  </a:lnTo>
                  <a:cubicBezTo>
                    <a:pt x="2088" y="7101"/>
                    <a:pt x="2751" y="12444"/>
                    <a:pt x="2535" y="17772"/>
                  </a:cubicBezTo>
                  <a:lnTo>
                    <a:pt x="13235" y="19760"/>
                  </a:lnTo>
                  <a:lnTo>
                    <a:pt x="12904" y="332"/>
                  </a:lnTo>
                  <a:lnTo>
                    <a:pt x="0" y="1"/>
                  </a:lnTo>
                  <a:close/>
                </a:path>
              </a:pathLst>
            </a:custGeom>
            <a:solidFill>
              <a:schemeClr val="bg1">
                <a:lumMod val="8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12;p35">
              <a:extLst>
                <a:ext uri="{FF2B5EF4-FFF2-40B4-BE49-F238E27FC236}">
                  <a16:creationId xmlns:a16="http://schemas.microsoft.com/office/drawing/2014/main" id="{272B927D-D969-A487-7385-BAABD18F37C1}"/>
                </a:ext>
              </a:extLst>
            </p:cNvPr>
            <p:cNvSpPr/>
            <p:nvPr/>
          </p:nvSpPr>
          <p:spPr>
            <a:xfrm flipH="1">
              <a:off x="2465689" y="2009168"/>
              <a:ext cx="368950" cy="574504"/>
            </a:xfrm>
            <a:custGeom>
              <a:avLst/>
              <a:gdLst/>
              <a:ahLst/>
              <a:cxnLst/>
              <a:rect l="l" t="t" r="r" b="b"/>
              <a:pathLst>
                <a:path w="9924" h="15453" extrusionOk="0">
                  <a:moveTo>
                    <a:pt x="1" y="0"/>
                  </a:moveTo>
                  <a:lnTo>
                    <a:pt x="1" y="0"/>
                  </a:lnTo>
                  <a:cubicBezTo>
                    <a:pt x="2089" y="4076"/>
                    <a:pt x="2204" y="14560"/>
                    <a:pt x="2204" y="14560"/>
                  </a:cubicBezTo>
                  <a:lnTo>
                    <a:pt x="9923" y="15453"/>
                  </a:lnTo>
                  <a:lnTo>
                    <a:pt x="9592" y="332"/>
                  </a:lnTo>
                  <a:lnTo>
                    <a:pt x="1" y="0"/>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13;p35">
              <a:extLst>
                <a:ext uri="{FF2B5EF4-FFF2-40B4-BE49-F238E27FC236}">
                  <a16:creationId xmlns:a16="http://schemas.microsoft.com/office/drawing/2014/main" id="{10D20CBA-EC23-49F8-610A-1E898C05E5C9}"/>
                </a:ext>
              </a:extLst>
            </p:cNvPr>
            <p:cNvSpPr/>
            <p:nvPr/>
          </p:nvSpPr>
          <p:spPr>
            <a:xfrm flipH="1">
              <a:off x="2758574" y="2220113"/>
              <a:ext cx="124768" cy="152614"/>
            </a:xfrm>
            <a:custGeom>
              <a:avLst/>
              <a:gdLst/>
              <a:ahLst/>
              <a:cxnLst/>
              <a:rect l="l" t="t" r="r" b="b"/>
              <a:pathLst>
                <a:path w="3356" h="4105" extrusionOk="0">
                  <a:moveTo>
                    <a:pt x="302" y="0"/>
                  </a:moveTo>
                  <a:cubicBezTo>
                    <a:pt x="259" y="0"/>
                    <a:pt x="245" y="0"/>
                    <a:pt x="245" y="15"/>
                  </a:cubicBezTo>
                  <a:cubicBezTo>
                    <a:pt x="0" y="346"/>
                    <a:pt x="418" y="1210"/>
                    <a:pt x="418" y="1210"/>
                  </a:cubicBezTo>
                  <a:cubicBezTo>
                    <a:pt x="418" y="1210"/>
                    <a:pt x="259" y="1700"/>
                    <a:pt x="202" y="1930"/>
                  </a:cubicBezTo>
                  <a:cubicBezTo>
                    <a:pt x="158" y="2161"/>
                    <a:pt x="547" y="2362"/>
                    <a:pt x="547" y="2362"/>
                  </a:cubicBezTo>
                  <a:cubicBezTo>
                    <a:pt x="533" y="2578"/>
                    <a:pt x="533" y="2794"/>
                    <a:pt x="576" y="3010"/>
                  </a:cubicBezTo>
                  <a:cubicBezTo>
                    <a:pt x="619" y="3126"/>
                    <a:pt x="1008" y="3212"/>
                    <a:pt x="1008" y="3212"/>
                  </a:cubicBezTo>
                  <a:lnTo>
                    <a:pt x="1023" y="3514"/>
                  </a:lnTo>
                  <a:lnTo>
                    <a:pt x="1066" y="3975"/>
                  </a:lnTo>
                  <a:cubicBezTo>
                    <a:pt x="1282" y="4047"/>
                    <a:pt x="1527" y="4090"/>
                    <a:pt x="1757" y="4105"/>
                  </a:cubicBezTo>
                  <a:cubicBezTo>
                    <a:pt x="2016" y="4090"/>
                    <a:pt x="3125" y="3975"/>
                    <a:pt x="3269" y="3817"/>
                  </a:cubicBezTo>
                  <a:cubicBezTo>
                    <a:pt x="3341" y="3702"/>
                    <a:pt x="3356" y="3572"/>
                    <a:pt x="3312" y="3457"/>
                  </a:cubicBezTo>
                  <a:cubicBezTo>
                    <a:pt x="3284" y="3327"/>
                    <a:pt x="3226" y="3212"/>
                    <a:pt x="3140" y="3111"/>
                  </a:cubicBezTo>
                  <a:cubicBezTo>
                    <a:pt x="3124" y="3102"/>
                    <a:pt x="3096" y="3099"/>
                    <a:pt x="3060" y="3099"/>
                  </a:cubicBezTo>
                  <a:cubicBezTo>
                    <a:pt x="2859" y="3099"/>
                    <a:pt x="2396" y="3214"/>
                    <a:pt x="2347" y="3226"/>
                  </a:cubicBezTo>
                  <a:lnTo>
                    <a:pt x="2333" y="3226"/>
                  </a:lnTo>
                  <a:cubicBezTo>
                    <a:pt x="2333" y="3226"/>
                    <a:pt x="2506" y="3068"/>
                    <a:pt x="2650" y="2938"/>
                  </a:cubicBezTo>
                  <a:cubicBezTo>
                    <a:pt x="2751" y="2809"/>
                    <a:pt x="2780" y="2636"/>
                    <a:pt x="2751" y="2477"/>
                  </a:cubicBezTo>
                  <a:cubicBezTo>
                    <a:pt x="2751" y="2405"/>
                    <a:pt x="2736" y="2333"/>
                    <a:pt x="2736" y="2261"/>
                  </a:cubicBezTo>
                  <a:cubicBezTo>
                    <a:pt x="2852" y="2161"/>
                    <a:pt x="2650" y="1340"/>
                    <a:pt x="2650" y="1340"/>
                  </a:cubicBezTo>
                  <a:cubicBezTo>
                    <a:pt x="2794" y="1311"/>
                    <a:pt x="2952" y="1253"/>
                    <a:pt x="3068" y="1167"/>
                  </a:cubicBezTo>
                  <a:cubicBezTo>
                    <a:pt x="3096" y="1138"/>
                    <a:pt x="3111" y="1124"/>
                    <a:pt x="3140" y="1095"/>
                  </a:cubicBezTo>
                  <a:cubicBezTo>
                    <a:pt x="3240" y="850"/>
                    <a:pt x="3183" y="562"/>
                    <a:pt x="2981" y="389"/>
                  </a:cubicBezTo>
                  <a:cubicBezTo>
                    <a:pt x="2794" y="274"/>
                    <a:pt x="677" y="0"/>
                    <a:pt x="302" y="0"/>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14;p35">
              <a:extLst>
                <a:ext uri="{FF2B5EF4-FFF2-40B4-BE49-F238E27FC236}">
                  <a16:creationId xmlns:a16="http://schemas.microsoft.com/office/drawing/2014/main" id="{0DAD5508-7E8A-A679-897B-522605D02556}"/>
                </a:ext>
              </a:extLst>
            </p:cNvPr>
            <p:cNvSpPr/>
            <p:nvPr/>
          </p:nvSpPr>
          <p:spPr>
            <a:xfrm flipH="1">
              <a:off x="2769281" y="2258183"/>
              <a:ext cx="72868" cy="11748"/>
            </a:xfrm>
            <a:custGeom>
              <a:avLst/>
              <a:gdLst/>
              <a:ahLst/>
              <a:cxnLst/>
              <a:rect l="l" t="t" r="r" b="b"/>
              <a:pathLst>
                <a:path w="1960" h="316" extrusionOk="0">
                  <a:moveTo>
                    <a:pt x="863" y="1"/>
                  </a:moveTo>
                  <a:cubicBezTo>
                    <a:pt x="563" y="1"/>
                    <a:pt x="268" y="70"/>
                    <a:pt x="1" y="186"/>
                  </a:cubicBezTo>
                  <a:lnTo>
                    <a:pt x="1542" y="316"/>
                  </a:lnTo>
                  <a:cubicBezTo>
                    <a:pt x="1686" y="287"/>
                    <a:pt x="1830" y="229"/>
                    <a:pt x="1960" y="143"/>
                  </a:cubicBezTo>
                  <a:cubicBezTo>
                    <a:pt x="1758" y="129"/>
                    <a:pt x="1470" y="28"/>
                    <a:pt x="1081" y="13"/>
                  </a:cubicBezTo>
                  <a:cubicBezTo>
                    <a:pt x="1008" y="5"/>
                    <a:pt x="935" y="1"/>
                    <a:pt x="863"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15;p35">
              <a:extLst>
                <a:ext uri="{FF2B5EF4-FFF2-40B4-BE49-F238E27FC236}">
                  <a16:creationId xmlns:a16="http://schemas.microsoft.com/office/drawing/2014/main" id="{55DCFFE4-B6D1-DEF0-6438-C95508179C24}"/>
                </a:ext>
              </a:extLst>
            </p:cNvPr>
            <p:cNvSpPr/>
            <p:nvPr/>
          </p:nvSpPr>
          <p:spPr>
            <a:xfrm flipH="1">
              <a:off x="2781066" y="2304172"/>
              <a:ext cx="61603" cy="14016"/>
            </a:xfrm>
            <a:custGeom>
              <a:avLst/>
              <a:gdLst/>
              <a:ahLst/>
              <a:cxnLst/>
              <a:rect l="l" t="t" r="r" b="b"/>
              <a:pathLst>
                <a:path w="1657" h="377" extrusionOk="0">
                  <a:moveTo>
                    <a:pt x="1642" y="0"/>
                  </a:moveTo>
                  <a:cubicBezTo>
                    <a:pt x="1642" y="0"/>
                    <a:pt x="762" y="60"/>
                    <a:pt x="169" y="60"/>
                  </a:cubicBezTo>
                  <a:cubicBezTo>
                    <a:pt x="109" y="60"/>
                    <a:pt x="53" y="59"/>
                    <a:pt x="1" y="58"/>
                  </a:cubicBezTo>
                  <a:lnTo>
                    <a:pt x="1" y="58"/>
                  </a:lnTo>
                  <a:cubicBezTo>
                    <a:pt x="355" y="202"/>
                    <a:pt x="626" y="377"/>
                    <a:pt x="997" y="377"/>
                  </a:cubicBezTo>
                  <a:cubicBezTo>
                    <a:pt x="1184" y="377"/>
                    <a:pt x="1396" y="332"/>
                    <a:pt x="1657" y="216"/>
                  </a:cubicBezTo>
                  <a:cubicBezTo>
                    <a:pt x="1657" y="144"/>
                    <a:pt x="1642" y="72"/>
                    <a:pt x="1642"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16;p35">
              <a:extLst>
                <a:ext uri="{FF2B5EF4-FFF2-40B4-BE49-F238E27FC236}">
                  <a16:creationId xmlns:a16="http://schemas.microsoft.com/office/drawing/2014/main" id="{88BD15F0-5685-D2C3-E5A9-99CF5B1A2044}"/>
                </a:ext>
              </a:extLst>
            </p:cNvPr>
            <p:cNvSpPr/>
            <p:nvPr/>
          </p:nvSpPr>
          <p:spPr>
            <a:xfrm flipH="1">
              <a:off x="2765005" y="2335289"/>
              <a:ext cx="80861" cy="23533"/>
            </a:xfrm>
            <a:custGeom>
              <a:avLst/>
              <a:gdLst/>
              <a:ahLst/>
              <a:cxnLst/>
              <a:rect l="l" t="t" r="r" b="b"/>
              <a:pathLst>
                <a:path w="2175" h="633" extrusionOk="0">
                  <a:moveTo>
                    <a:pt x="2052" y="1"/>
                  </a:moveTo>
                  <a:cubicBezTo>
                    <a:pt x="1851" y="1"/>
                    <a:pt x="1388" y="116"/>
                    <a:pt x="1339" y="128"/>
                  </a:cubicBezTo>
                  <a:lnTo>
                    <a:pt x="1325" y="128"/>
                  </a:lnTo>
                  <a:cubicBezTo>
                    <a:pt x="1181" y="200"/>
                    <a:pt x="1037" y="258"/>
                    <a:pt x="879" y="301"/>
                  </a:cubicBezTo>
                  <a:cubicBezTo>
                    <a:pt x="856" y="305"/>
                    <a:pt x="832" y="307"/>
                    <a:pt x="805" y="307"/>
                  </a:cubicBezTo>
                  <a:cubicBezTo>
                    <a:pt x="518" y="307"/>
                    <a:pt x="0" y="114"/>
                    <a:pt x="0" y="114"/>
                  </a:cubicBezTo>
                  <a:lnTo>
                    <a:pt x="0" y="114"/>
                  </a:lnTo>
                  <a:lnTo>
                    <a:pt x="15" y="416"/>
                  </a:lnTo>
                  <a:cubicBezTo>
                    <a:pt x="245" y="503"/>
                    <a:pt x="490" y="575"/>
                    <a:pt x="720" y="632"/>
                  </a:cubicBezTo>
                  <a:cubicBezTo>
                    <a:pt x="722" y="633"/>
                    <a:pt x="724" y="633"/>
                    <a:pt x="726" y="633"/>
                  </a:cubicBezTo>
                  <a:cubicBezTo>
                    <a:pt x="909" y="633"/>
                    <a:pt x="2174" y="42"/>
                    <a:pt x="2132" y="13"/>
                  </a:cubicBezTo>
                  <a:cubicBezTo>
                    <a:pt x="2116" y="4"/>
                    <a:pt x="2088" y="1"/>
                    <a:pt x="2052"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17;p35">
              <a:extLst>
                <a:ext uri="{FF2B5EF4-FFF2-40B4-BE49-F238E27FC236}">
                  <a16:creationId xmlns:a16="http://schemas.microsoft.com/office/drawing/2014/main" id="{E4FA348A-7489-93C5-411E-0D8A8866E93D}"/>
                </a:ext>
              </a:extLst>
            </p:cNvPr>
            <p:cNvSpPr/>
            <p:nvPr/>
          </p:nvSpPr>
          <p:spPr>
            <a:xfrm flipH="1">
              <a:off x="1628861" y="2189591"/>
              <a:ext cx="871143" cy="609897"/>
            </a:xfrm>
            <a:custGeom>
              <a:avLst/>
              <a:gdLst/>
              <a:ahLst/>
              <a:cxnLst/>
              <a:rect l="l" t="t" r="r" b="b"/>
              <a:pathLst>
                <a:path w="23432" h="16405" extrusionOk="0">
                  <a:moveTo>
                    <a:pt x="2161" y="1"/>
                  </a:moveTo>
                  <a:cubicBezTo>
                    <a:pt x="2132" y="1"/>
                    <a:pt x="2089" y="1"/>
                    <a:pt x="2060" y="15"/>
                  </a:cubicBezTo>
                  <a:cubicBezTo>
                    <a:pt x="1642" y="217"/>
                    <a:pt x="1873" y="994"/>
                    <a:pt x="1873" y="994"/>
                  </a:cubicBezTo>
                  <a:cubicBezTo>
                    <a:pt x="1845" y="994"/>
                    <a:pt x="943" y="660"/>
                    <a:pt x="698" y="660"/>
                  </a:cubicBezTo>
                  <a:cubicBezTo>
                    <a:pt x="684" y="660"/>
                    <a:pt x="672" y="661"/>
                    <a:pt x="663" y="663"/>
                  </a:cubicBezTo>
                  <a:cubicBezTo>
                    <a:pt x="490" y="692"/>
                    <a:pt x="735" y="1786"/>
                    <a:pt x="735" y="1786"/>
                  </a:cubicBezTo>
                  <a:cubicBezTo>
                    <a:pt x="735" y="1786"/>
                    <a:pt x="0" y="4321"/>
                    <a:pt x="447" y="4695"/>
                  </a:cubicBezTo>
                  <a:cubicBezTo>
                    <a:pt x="908" y="5070"/>
                    <a:pt x="3269" y="5646"/>
                    <a:pt x="3269" y="5646"/>
                  </a:cubicBezTo>
                  <a:lnTo>
                    <a:pt x="3284" y="5617"/>
                  </a:lnTo>
                  <a:cubicBezTo>
                    <a:pt x="4990" y="8026"/>
                    <a:pt x="11152" y="16404"/>
                    <a:pt x="14475" y="16404"/>
                  </a:cubicBezTo>
                  <a:cubicBezTo>
                    <a:pt x="14489" y="16404"/>
                    <a:pt x="14503" y="16404"/>
                    <a:pt x="14517" y="16404"/>
                  </a:cubicBezTo>
                  <a:cubicBezTo>
                    <a:pt x="18391" y="16317"/>
                    <a:pt x="23431" y="9765"/>
                    <a:pt x="23431" y="9765"/>
                  </a:cubicBezTo>
                  <a:lnTo>
                    <a:pt x="19053" y="5401"/>
                  </a:lnTo>
                  <a:lnTo>
                    <a:pt x="15021" y="9765"/>
                  </a:lnTo>
                  <a:lnTo>
                    <a:pt x="4479" y="3068"/>
                  </a:lnTo>
                  <a:cubicBezTo>
                    <a:pt x="4537" y="2838"/>
                    <a:pt x="4594" y="2578"/>
                    <a:pt x="4638" y="2334"/>
                  </a:cubicBezTo>
                  <a:cubicBezTo>
                    <a:pt x="4724" y="1873"/>
                    <a:pt x="4767" y="1455"/>
                    <a:pt x="4666" y="1383"/>
                  </a:cubicBezTo>
                  <a:cubicBezTo>
                    <a:pt x="4422" y="1210"/>
                    <a:pt x="2823" y="649"/>
                    <a:pt x="2823" y="649"/>
                  </a:cubicBezTo>
                  <a:cubicBezTo>
                    <a:pt x="2823" y="649"/>
                    <a:pt x="2477" y="1"/>
                    <a:pt x="2161" y="1"/>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18;p35">
              <a:extLst>
                <a:ext uri="{FF2B5EF4-FFF2-40B4-BE49-F238E27FC236}">
                  <a16:creationId xmlns:a16="http://schemas.microsoft.com/office/drawing/2014/main" id="{F6871ED0-E0EB-3BC7-82C7-2CFADC1D1181}"/>
                </a:ext>
              </a:extLst>
            </p:cNvPr>
            <p:cNvSpPr/>
            <p:nvPr/>
          </p:nvSpPr>
          <p:spPr>
            <a:xfrm flipH="1">
              <a:off x="1407209" y="2121593"/>
              <a:ext cx="493680" cy="593799"/>
            </a:xfrm>
            <a:custGeom>
              <a:avLst/>
              <a:gdLst/>
              <a:ahLst/>
              <a:cxnLst/>
              <a:rect l="l" t="t" r="r" b="b"/>
              <a:pathLst>
                <a:path w="13279" h="15972" extrusionOk="0">
                  <a:moveTo>
                    <a:pt x="10729" y="1"/>
                  </a:moveTo>
                  <a:cubicBezTo>
                    <a:pt x="10629" y="1"/>
                    <a:pt x="10542" y="15"/>
                    <a:pt x="10456" y="44"/>
                  </a:cubicBezTo>
                  <a:cubicBezTo>
                    <a:pt x="7143" y="1009"/>
                    <a:pt x="0" y="9419"/>
                    <a:pt x="0" y="9419"/>
                  </a:cubicBezTo>
                  <a:lnTo>
                    <a:pt x="6639" y="15972"/>
                  </a:lnTo>
                  <a:cubicBezTo>
                    <a:pt x="6639" y="15972"/>
                    <a:pt x="13278" y="6308"/>
                    <a:pt x="12947" y="3356"/>
                  </a:cubicBezTo>
                  <a:cubicBezTo>
                    <a:pt x="12645" y="764"/>
                    <a:pt x="11464" y="1"/>
                    <a:pt x="10729"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19;p35">
              <a:extLst>
                <a:ext uri="{FF2B5EF4-FFF2-40B4-BE49-F238E27FC236}">
                  <a16:creationId xmlns:a16="http://schemas.microsoft.com/office/drawing/2014/main" id="{E3B6DD11-BB4B-D1E2-5C3C-A4160C439450}"/>
                </a:ext>
              </a:extLst>
            </p:cNvPr>
            <p:cNvSpPr/>
            <p:nvPr/>
          </p:nvSpPr>
          <p:spPr>
            <a:xfrm flipH="1">
              <a:off x="555398" y="2114083"/>
              <a:ext cx="724441" cy="1034984"/>
            </a:xfrm>
            <a:custGeom>
              <a:avLst/>
              <a:gdLst/>
              <a:ahLst/>
              <a:cxnLst/>
              <a:rect l="l" t="t" r="r" b="b"/>
              <a:pathLst>
                <a:path w="19486" h="27839" extrusionOk="0">
                  <a:moveTo>
                    <a:pt x="17902" y="1"/>
                  </a:moveTo>
                  <a:cubicBezTo>
                    <a:pt x="16260" y="188"/>
                    <a:pt x="15137" y="1571"/>
                    <a:pt x="14834" y="3428"/>
                  </a:cubicBezTo>
                  <a:cubicBezTo>
                    <a:pt x="14517" y="5272"/>
                    <a:pt x="9592" y="14921"/>
                    <a:pt x="9592" y="14921"/>
                  </a:cubicBezTo>
                  <a:lnTo>
                    <a:pt x="1" y="26110"/>
                  </a:lnTo>
                  <a:lnTo>
                    <a:pt x="3284" y="27839"/>
                  </a:lnTo>
                  <a:cubicBezTo>
                    <a:pt x="3284" y="27839"/>
                    <a:pt x="12775" y="21588"/>
                    <a:pt x="14719" y="18204"/>
                  </a:cubicBezTo>
                  <a:cubicBezTo>
                    <a:pt x="16663" y="14834"/>
                    <a:pt x="19486" y="1"/>
                    <a:pt x="17930" y="1"/>
                  </a:cubicBezTo>
                  <a:close/>
                </a:path>
              </a:pathLst>
            </a:custGeom>
            <a:solidFill>
              <a:srgbClr val="49BA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0;p35">
              <a:extLst>
                <a:ext uri="{FF2B5EF4-FFF2-40B4-BE49-F238E27FC236}">
                  <a16:creationId xmlns:a16="http://schemas.microsoft.com/office/drawing/2014/main" id="{D9D2E2EB-9401-1DC7-C767-A395AA9E43C1}"/>
                </a:ext>
              </a:extLst>
            </p:cNvPr>
            <p:cNvSpPr/>
            <p:nvPr/>
          </p:nvSpPr>
          <p:spPr>
            <a:xfrm flipH="1">
              <a:off x="1147003" y="3031996"/>
              <a:ext cx="186891" cy="144397"/>
            </a:xfrm>
            <a:custGeom>
              <a:avLst/>
              <a:gdLst/>
              <a:ahLst/>
              <a:cxnLst/>
              <a:rect l="l" t="t" r="r" b="b"/>
              <a:pathLst>
                <a:path w="5027" h="3884" extrusionOk="0">
                  <a:moveTo>
                    <a:pt x="2337" y="0"/>
                  </a:moveTo>
                  <a:cubicBezTo>
                    <a:pt x="1762" y="0"/>
                    <a:pt x="1241" y="120"/>
                    <a:pt x="1066" y="470"/>
                  </a:cubicBezTo>
                  <a:cubicBezTo>
                    <a:pt x="879" y="844"/>
                    <a:pt x="936" y="2025"/>
                    <a:pt x="504" y="2213"/>
                  </a:cubicBezTo>
                  <a:cubicBezTo>
                    <a:pt x="245" y="2328"/>
                    <a:pt x="0" y="2472"/>
                    <a:pt x="15" y="2573"/>
                  </a:cubicBezTo>
                  <a:cubicBezTo>
                    <a:pt x="29" y="2774"/>
                    <a:pt x="389" y="2904"/>
                    <a:pt x="591" y="2947"/>
                  </a:cubicBezTo>
                  <a:cubicBezTo>
                    <a:pt x="618" y="2952"/>
                    <a:pt x="649" y="2955"/>
                    <a:pt x="683" y="2955"/>
                  </a:cubicBezTo>
                  <a:cubicBezTo>
                    <a:pt x="1021" y="2955"/>
                    <a:pt x="1628" y="2717"/>
                    <a:pt x="1628" y="2717"/>
                  </a:cubicBezTo>
                  <a:cubicBezTo>
                    <a:pt x="1628" y="2717"/>
                    <a:pt x="2161" y="3710"/>
                    <a:pt x="2348" y="3725"/>
                  </a:cubicBezTo>
                  <a:cubicBezTo>
                    <a:pt x="2477" y="3725"/>
                    <a:pt x="2621" y="3696"/>
                    <a:pt x="2751" y="3653"/>
                  </a:cubicBezTo>
                  <a:lnTo>
                    <a:pt x="3457" y="3523"/>
                  </a:lnTo>
                  <a:lnTo>
                    <a:pt x="3730" y="3883"/>
                  </a:lnTo>
                  <a:cubicBezTo>
                    <a:pt x="3730" y="3883"/>
                    <a:pt x="4364" y="2861"/>
                    <a:pt x="4580" y="2501"/>
                  </a:cubicBezTo>
                  <a:cubicBezTo>
                    <a:pt x="4609" y="2443"/>
                    <a:pt x="4638" y="2385"/>
                    <a:pt x="4666" y="2328"/>
                  </a:cubicBezTo>
                  <a:cubicBezTo>
                    <a:pt x="5026" y="1665"/>
                    <a:pt x="4839" y="844"/>
                    <a:pt x="4249" y="398"/>
                  </a:cubicBezTo>
                  <a:cubicBezTo>
                    <a:pt x="4031" y="231"/>
                    <a:pt x="3133" y="0"/>
                    <a:pt x="2337"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1;p35">
              <a:extLst>
                <a:ext uri="{FF2B5EF4-FFF2-40B4-BE49-F238E27FC236}">
                  <a16:creationId xmlns:a16="http://schemas.microsoft.com/office/drawing/2014/main" id="{ADF03F96-18D3-8149-CB89-26390DF76AD1}"/>
                </a:ext>
              </a:extLst>
            </p:cNvPr>
            <p:cNvSpPr/>
            <p:nvPr/>
          </p:nvSpPr>
          <p:spPr>
            <a:xfrm flipH="1">
              <a:off x="500226" y="4761679"/>
              <a:ext cx="530634" cy="205629"/>
            </a:xfrm>
            <a:custGeom>
              <a:avLst/>
              <a:gdLst/>
              <a:ahLst/>
              <a:cxnLst/>
              <a:rect l="l" t="t" r="r" b="b"/>
              <a:pathLst>
                <a:path w="14273" h="5531" extrusionOk="0">
                  <a:moveTo>
                    <a:pt x="8540" y="0"/>
                  </a:moveTo>
                  <a:lnTo>
                    <a:pt x="8540" y="0"/>
                  </a:lnTo>
                  <a:cubicBezTo>
                    <a:pt x="8540" y="0"/>
                    <a:pt x="8656" y="1397"/>
                    <a:pt x="5919" y="2564"/>
                  </a:cubicBezTo>
                  <a:cubicBezTo>
                    <a:pt x="4998" y="2938"/>
                    <a:pt x="4033" y="3226"/>
                    <a:pt x="3054" y="3413"/>
                  </a:cubicBezTo>
                  <a:cubicBezTo>
                    <a:pt x="764" y="3889"/>
                    <a:pt x="0" y="5530"/>
                    <a:pt x="0" y="5530"/>
                  </a:cubicBezTo>
                  <a:lnTo>
                    <a:pt x="14243" y="5530"/>
                  </a:lnTo>
                  <a:lnTo>
                    <a:pt x="14258" y="3039"/>
                  </a:lnTo>
                  <a:lnTo>
                    <a:pt x="14272" y="418"/>
                  </a:lnTo>
                  <a:lnTo>
                    <a:pt x="8540" y="0"/>
                  </a:ln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2;p35">
              <a:extLst>
                <a:ext uri="{FF2B5EF4-FFF2-40B4-BE49-F238E27FC236}">
                  <a16:creationId xmlns:a16="http://schemas.microsoft.com/office/drawing/2014/main" id="{84B45E60-0A7E-53E8-7986-47EE4F00447E}"/>
                </a:ext>
              </a:extLst>
            </p:cNvPr>
            <p:cNvSpPr/>
            <p:nvPr/>
          </p:nvSpPr>
          <p:spPr>
            <a:xfrm flipH="1">
              <a:off x="500784" y="4856444"/>
              <a:ext cx="530077" cy="110863"/>
            </a:xfrm>
            <a:custGeom>
              <a:avLst/>
              <a:gdLst/>
              <a:ahLst/>
              <a:cxnLst/>
              <a:rect l="l" t="t" r="r" b="b"/>
              <a:pathLst>
                <a:path w="14258" h="2982" extrusionOk="0">
                  <a:moveTo>
                    <a:pt x="5919" y="0"/>
                  </a:moveTo>
                  <a:cubicBezTo>
                    <a:pt x="4998" y="389"/>
                    <a:pt x="4033" y="677"/>
                    <a:pt x="3054" y="864"/>
                  </a:cubicBezTo>
                  <a:cubicBezTo>
                    <a:pt x="764" y="1340"/>
                    <a:pt x="0" y="2981"/>
                    <a:pt x="0" y="2981"/>
                  </a:cubicBezTo>
                  <a:lnTo>
                    <a:pt x="14243" y="2981"/>
                  </a:lnTo>
                  <a:lnTo>
                    <a:pt x="14258" y="490"/>
                  </a:lnTo>
                  <a:lnTo>
                    <a:pt x="14258" y="490"/>
                  </a:lnTo>
                  <a:cubicBezTo>
                    <a:pt x="12962" y="850"/>
                    <a:pt x="10989" y="1685"/>
                    <a:pt x="7604" y="1959"/>
                  </a:cubicBezTo>
                  <a:cubicBezTo>
                    <a:pt x="7230" y="1268"/>
                    <a:pt x="6567" y="576"/>
                    <a:pt x="5919"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3;p35">
              <a:extLst>
                <a:ext uri="{FF2B5EF4-FFF2-40B4-BE49-F238E27FC236}">
                  <a16:creationId xmlns:a16="http://schemas.microsoft.com/office/drawing/2014/main" id="{93129F52-1678-8E50-48D5-78C3A14587EE}"/>
                </a:ext>
              </a:extLst>
            </p:cNvPr>
            <p:cNvSpPr/>
            <p:nvPr/>
          </p:nvSpPr>
          <p:spPr>
            <a:xfrm flipH="1">
              <a:off x="392635" y="2912396"/>
              <a:ext cx="413897" cy="1923192"/>
            </a:xfrm>
            <a:custGeom>
              <a:avLst/>
              <a:gdLst/>
              <a:ahLst/>
              <a:cxnLst/>
              <a:rect l="l" t="t" r="r" b="b"/>
              <a:pathLst>
                <a:path w="11133" h="51730" extrusionOk="0">
                  <a:moveTo>
                    <a:pt x="4494" y="0"/>
                  </a:moveTo>
                  <a:cubicBezTo>
                    <a:pt x="2679" y="0"/>
                    <a:pt x="994" y="764"/>
                    <a:pt x="447" y="2578"/>
                  </a:cubicBezTo>
                  <a:cubicBezTo>
                    <a:pt x="231" y="3284"/>
                    <a:pt x="101" y="4983"/>
                    <a:pt x="44" y="7345"/>
                  </a:cubicBezTo>
                  <a:cubicBezTo>
                    <a:pt x="44" y="7719"/>
                    <a:pt x="29" y="8108"/>
                    <a:pt x="29" y="8511"/>
                  </a:cubicBezTo>
                  <a:cubicBezTo>
                    <a:pt x="15" y="9332"/>
                    <a:pt x="15" y="10211"/>
                    <a:pt x="15" y="11132"/>
                  </a:cubicBezTo>
                  <a:cubicBezTo>
                    <a:pt x="1" y="24986"/>
                    <a:pt x="1253" y="50102"/>
                    <a:pt x="1253" y="50102"/>
                  </a:cubicBezTo>
                  <a:lnTo>
                    <a:pt x="8829" y="51730"/>
                  </a:lnTo>
                  <a:cubicBezTo>
                    <a:pt x="8829" y="51730"/>
                    <a:pt x="10182" y="22077"/>
                    <a:pt x="10730" y="11132"/>
                  </a:cubicBezTo>
                  <a:cubicBezTo>
                    <a:pt x="10787" y="10067"/>
                    <a:pt x="10830" y="9188"/>
                    <a:pt x="10859" y="8511"/>
                  </a:cubicBezTo>
                  <a:cubicBezTo>
                    <a:pt x="10888" y="7964"/>
                    <a:pt x="10917" y="7561"/>
                    <a:pt x="10931" y="7345"/>
                  </a:cubicBezTo>
                  <a:cubicBezTo>
                    <a:pt x="10931" y="7331"/>
                    <a:pt x="10931" y="7316"/>
                    <a:pt x="10931" y="7302"/>
                  </a:cubicBezTo>
                  <a:cubicBezTo>
                    <a:pt x="11133" y="4349"/>
                    <a:pt x="10355" y="3313"/>
                    <a:pt x="9433" y="2132"/>
                  </a:cubicBezTo>
                  <a:cubicBezTo>
                    <a:pt x="8411" y="821"/>
                    <a:pt x="6380" y="0"/>
                    <a:pt x="4494"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324;p35">
              <a:extLst>
                <a:ext uri="{FF2B5EF4-FFF2-40B4-BE49-F238E27FC236}">
                  <a16:creationId xmlns:a16="http://schemas.microsoft.com/office/drawing/2014/main" id="{C9D4EA97-6745-A8CE-E68E-7F8AFF59359A}"/>
                </a:ext>
              </a:extLst>
            </p:cNvPr>
            <p:cNvSpPr/>
            <p:nvPr/>
          </p:nvSpPr>
          <p:spPr>
            <a:xfrm flipH="1">
              <a:off x="392635" y="2912359"/>
              <a:ext cx="413377" cy="413934"/>
            </a:xfrm>
            <a:custGeom>
              <a:avLst/>
              <a:gdLst/>
              <a:ahLst/>
              <a:cxnLst/>
              <a:rect l="l" t="t" r="r" b="b"/>
              <a:pathLst>
                <a:path w="11119" h="11134" extrusionOk="0">
                  <a:moveTo>
                    <a:pt x="4484" y="0"/>
                  </a:moveTo>
                  <a:cubicBezTo>
                    <a:pt x="2667" y="0"/>
                    <a:pt x="977" y="762"/>
                    <a:pt x="433" y="2579"/>
                  </a:cubicBezTo>
                  <a:cubicBezTo>
                    <a:pt x="217" y="3285"/>
                    <a:pt x="102" y="4984"/>
                    <a:pt x="30" y="7332"/>
                  </a:cubicBezTo>
                  <a:cubicBezTo>
                    <a:pt x="30" y="7720"/>
                    <a:pt x="15" y="8109"/>
                    <a:pt x="15" y="8512"/>
                  </a:cubicBezTo>
                  <a:cubicBezTo>
                    <a:pt x="1" y="9333"/>
                    <a:pt x="1" y="10212"/>
                    <a:pt x="1" y="11133"/>
                  </a:cubicBezTo>
                  <a:lnTo>
                    <a:pt x="10716" y="11133"/>
                  </a:lnTo>
                  <a:cubicBezTo>
                    <a:pt x="10773" y="10068"/>
                    <a:pt x="10816" y="9175"/>
                    <a:pt x="10845" y="8512"/>
                  </a:cubicBezTo>
                  <a:cubicBezTo>
                    <a:pt x="10874" y="7965"/>
                    <a:pt x="10903" y="7562"/>
                    <a:pt x="10917" y="7332"/>
                  </a:cubicBezTo>
                  <a:cubicBezTo>
                    <a:pt x="10917" y="7332"/>
                    <a:pt x="10917" y="7317"/>
                    <a:pt x="10917" y="7303"/>
                  </a:cubicBezTo>
                  <a:cubicBezTo>
                    <a:pt x="11119" y="4350"/>
                    <a:pt x="10341" y="3314"/>
                    <a:pt x="9419" y="2133"/>
                  </a:cubicBezTo>
                  <a:cubicBezTo>
                    <a:pt x="8393" y="820"/>
                    <a:pt x="6370" y="0"/>
                    <a:pt x="4484"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325;p35">
              <a:extLst>
                <a:ext uri="{FF2B5EF4-FFF2-40B4-BE49-F238E27FC236}">
                  <a16:creationId xmlns:a16="http://schemas.microsoft.com/office/drawing/2014/main" id="{90C8FDC7-6BBD-E6E1-CC7A-25BE194DCE0E}"/>
                </a:ext>
              </a:extLst>
            </p:cNvPr>
            <p:cNvSpPr/>
            <p:nvPr/>
          </p:nvSpPr>
          <p:spPr>
            <a:xfrm flipH="1">
              <a:off x="-132051" y="4578580"/>
              <a:ext cx="445684" cy="424939"/>
            </a:xfrm>
            <a:custGeom>
              <a:avLst/>
              <a:gdLst/>
              <a:ahLst/>
              <a:cxnLst/>
              <a:rect l="l" t="t" r="r" b="b"/>
              <a:pathLst>
                <a:path w="11988" h="11430" extrusionOk="0">
                  <a:moveTo>
                    <a:pt x="9439" y="0"/>
                  </a:moveTo>
                  <a:lnTo>
                    <a:pt x="4370" y="2707"/>
                  </a:lnTo>
                  <a:cubicBezTo>
                    <a:pt x="4370" y="2707"/>
                    <a:pt x="5176" y="3845"/>
                    <a:pt x="3448" y="6308"/>
                  </a:cubicBezTo>
                  <a:cubicBezTo>
                    <a:pt x="2858" y="7114"/>
                    <a:pt x="2195" y="7878"/>
                    <a:pt x="1461" y="8569"/>
                  </a:cubicBezTo>
                  <a:cubicBezTo>
                    <a:pt x="856" y="9130"/>
                    <a:pt x="395" y="9850"/>
                    <a:pt x="136" y="10643"/>
                  </a:cubicBezTo>
                  <a:cubicBezTo>
                    <a:pt x="1" y="11058"/>
                    <a:pt x="331" y="11430"/>
                    <a:pt x="708" y="11430"/>
                  </a:cubicBezTo>
                  <a:cubicBezTo>
                    <a:pt x="814" y="11430"/>
                    <a:pt x="924" y="11400"/>
                    <a:pt x="1029" y="11334"/>
                  </a:cubicBezTo>
                  <a:lnTo>
                    <a:pt x="11988" y="4436"/>
                  </a:lnTo>
                  <a:lnTo>
                    <a:pt x="10750" y="2275"/>
                  </a:lnTo>
                  <a:lnTo>
                    <a:pt x="9439" y="0"/>
                  </a:ln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326;p35">
              <a:extLst>
                <a:ext uri="{FF2B5EF4-FFF2-40B4-BE49-F238E27FC236}">
                  <a16:creationId xmlns:a16="http://schemas.microsoft.com/office/drawing/2014/main" id="{34CE73FF-9C5E-066B-8618-ABC8287065D1}"/>
                </a:ext>
              </a:extLst>
            </p:cNvPr>
            <p:cNvSpPr/>
            <p:nvPr/>
          </p:nvSpPr>
          <p:spPr>
            <a:xfrm flipH="1">
              <a:off x="-132051" y="4663159"/>
              <a:ext cx="445684" cy="340360"/>
            </a:xfrm>
            <a:custGeom>
              <a:avLst/>
              <a:gdLst/>
              <a:ahLst/>
              <a:cxnLst/>
              <a:rect l="l" t="t" r="r" b="b"/>
              <a:pathLst>
                <a:path w="11988" h="9155" extrusionOk="0">
                  <a:moveTo>
                    <a:pt x="10750" y="0"/>
                  </a:moveTo>
                  <a:cubicBezTo>
                    <a:pt x="9828" y="1009"/>
                    <a:pt x="8575" y="2780"/>
                    <a:pt x="5867" y="4825"/>
                  </a:cubicBezTo>
                  <a:cubicBezTo>
                    <a:pt x="5205" y="4422"/>
                    <a:pt x="4283" y="4177"/>
                    <a:pt x="3448" y="4033"/>
                  </a:cubicBezTo>
                  <a:cubicBezTo>
                    <a:pt x="2858" y="4839"/>
                    <a:pt x="2195" y="5603"/>
                    <a:pt x="1461" y="6294"/>
                  </a:cubicBezTo>
                  <a:cubicBezTo>
                    <a:pt x="856" y="6855"/>
                    <a:pt x="395" y="7575"/>
                    <a:pt x="136" y="8368"/>
                  </a:cubicBezTo>
                  <a:cubicBezTo>
                    <a:pt x="1" y="8783"/>
                    <a:pt x="331" y="9155"/>
                    <a:pt x="708" y="9155"/>
                  </a:cubicBezTo>
                  <a:cubicBezTo>
                    <a:pt x="814" y="9155"/>
                    <a:pt x="924" y="9125"/>
                    <a:pt x="1029" y="9059"/>
                  </a:cubicBezTo>
                  <a:lnTo>
                    <a:pt x="11988" y="2161"/>
                  </a:lnTo>
                  <a:lnTo>
                    <a:pt x="10750" y="0"/>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327;p35">
              <a:extLst>
                <a:ext uri="{FF2B5EF4-FFF2-40B4-BE49-F238E27FC236}">
                  <a16:creationId xmlns:a16="http://schemas.microsoft.com/office/drawing/2014/main" id="{783D9D03-7311-1645-7D48-64350EA857A4}"/>
                </a:ext>
              </a:extLst>
            </p:cNvPr>
            <p:cNvSpPr/>
            <p:nvPr/>
          </p:nvSpPr>
          <p:spPr>
            <a:xfrm flipH="1">
              <a:off x="-86026" y="3008760"/>
              <a:ext cx="691241" cy="1695108"/>
            </a:xfrm>
            <a:custGeom>
              <a:avLst/>
              <a:gdLst/>
              <a:ahLst/>
              <a:cxnLst/>
              <a:rect l="l" t="t" r="r" b="b"/>
              <a:pathLst>
                <a:path w="18593" h="45595" extrusionOk="0">
                  <a:moveTo>
                    <a:pt x="2766" y="1"/>
                  </a:moveTo>
                  <a:cubicBezTo>
                    <a:pt x="2766" y="1"/>
                    <a:pt x="2463" y="1988"/>
                    <a:pt x="2074" y="4825"/>
                  </a:cubicBezTo>
                  <a:cubicBezTo>
                    <a:pt x="1988" y="5516"/>
                    <a:pt x="1887" y="6251"/>
                    <a:pt x="1772" y="7028"/>
                  </a:cubicBezTo>
                  <a:cubicBezTo>
                    <a:pt x="1714" y="7518"/>
                    <a:pt x="1642" y="8022"/>
                    <a:pt x="1585" y="8540"/>
                  </a:cubicBezTo>
                  <a:cubicBezTo>
                    <a:pt x="807" y="14503"/>
                    <a:pt x="0" y="21718"/>
                    <a:pt x="360" y="23518"/>
                  </a:cubicBezTo>
                  <a:cubicBezTo>
                    <a:pt x="879" y="26124"/>
                    <a:pt x="11262" y="45595"/>
                    <a:pt x="11262" y="45595"/>
                  </a:cubicBezTo>
                  <a:lnTo>
                    <a:pt x="18593" y="44500"/>
                  </a:lnTo>
                  <a:lnTo>
                    <a:pt x="10139" y="23331"/>
                  </a:lnTo>
                  <a:lnTo>
                    <a:pt x="11968" y="8540"/>
                  </a:lnTo>
                  <a:lnTo>
                    <a:pt x="12141" y="7158"/>
                  </a:lnTo>
                  <a:lnTo>
                    <a:pt x="12746" y="2305"/>
                  </a:lnTo>
                  <a:lnTo>
                    <a:pt x="2766" y="1"/>
                  </a:ln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328;p35">
              <a:extLst>
                <a:ext uri="{FF2B5EF4-FFF2-40B4-BE49-F238E27FC236}">
                  <a16:creationId xmlns:a16="http://schemas.microsoft.com/office/drawing/2014/main" id="{39B31EE9-3B0A-23DE-660A-994B315B6B44}"/>
                </a:ext>
              </a:extLst>
            </p:cNvPr>
            <p:cNvSpPr/>
            <p:nvPr/>
          </p:nvSpPr>
          <p:spPr>
            <a:xfrm flipH="1">
              <a:off x="131351" y="3008760"/>
              <a:ext cx="414975" cy="317533"/>
            </a:xfrm>
            <a:custGeom>
              <a:avLst/>
              <a:gdLst/>
              <a:ahLst/>
              <a:cxnLst/>
              <a:rect l="l" t="t" r="r" b="b"/>
              <a:pathLst>
                <a:path w="11162" h="8541" extrusionOk="0">
                  <a:moveTo>
                    <a:pt x="1182" y="1"/>
                  </a:moveTo>
                  <a:cubicBezTo>
                    <a:pt x="1182" y="1"/>
                    <a:pt x="879" y="1988"/>
                    <a:pt x="490" y="4825"/>
                  </a:cubicBezTo>
                  <a:cubicBezTo>
                    <a:pt x="404" y="5516"/>
                    <a:pt x="303" y="6251"/>
                    <a:pt x="188" y="7028"/>
                  </a:cubicBezTo>
                  <a:cubicBezTo>
                    <a:pt x="130" y="7518"/>
                    <a:pt x="58" y="8022"/>
                    <a:pt x="1" y="8540"/>
                  </a:cubicBezTo>
                  <a:lnTo>
                    <a:pt x="10384" y="8540"/>
                  </a:lnTo>
                  <a:lnTo>
                    <a:pt x="10557" y="7158"/>
                  </a:lnTo>
                  <a:lnTo>
                    <a:pt x="11162" y="2305"/>
                  </a:lnTo>
                  <a:lnTo>
                    <a:pt x="1182" y="1"/>
                  </a:ln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329;p35">
              <a:extLst>
                <a:ext uri="{FF2B5EF4-FFF2-40B4-BE49-F238E27FC236}">
                  <a16:creationId xmlns:a16="http://schemas.microsoft.com/office/drawing/2014/main" id="{233E0689-E1E0-B69E-6F8C-E9F3739F3C2A}"/>
                </a:ext>
              </a:extLst>
            </p:cNvPr>
            <p:cNvSpPr/>
            <p:nvPr/>
          </p:nvSpPr>
          <p:spPr>
            <a:xfrm flipH="1">
              <a:off x="236303" y="1648286"/>
              <a:ext cx="488326" cy="442933"/>
            </a:xfrm>
            <a:custGeom>
              <a:avLst/>
              <a:gdLst/>
              <a:ahLst/>
              <a:cxnLst/>
              <a:rect l="l" t="t" r="r" b="b"/>
              <a:pathLst>
                <a:path w="13135" h="11914" extrusionOk="0">
                  <a:moveTo>
                    <a:pt x="6784" y="1"/>
                  </a:moveTo>
                  <a:cubicBezTo>
                    <a:pt x="6366" y="1"/>
                    <a:pt x="5978" y="203"/>
                    <a:pt x="5718" y="534"/>
                  </a:cubicBezTo>
                  <a:cubicBezTo>
                    <a:pt x="5417" y="198"/>
                    <a:pt x="4994" y="11"/>
                    <a:pt x="4555" y="11"/>
                  </a:cubicBezTo>
                  <a:cubicBezTo>
                    <a:pt x="4449" y="11"/>
                    <a:pt x="4342" y="22"/>
                    <a:pt x="4235" y="44"/>
                  </a:cubicBezTo>
                  <a:cubicBezTo>
                    <a:pt x="3688" y="159"/>
                    <a:pt x="3256" y="548"/>
                    <a:pt x="3083" y="1067"/>
                  </a:cubicBezTo>
                  <a:cubicBezTo>
                    <a:pt x="2881" y="943"/>
                    <a:pt x="2652" y="881"/>
                    <a:pt x="2424" y="881"/>
                  </a:cubicBezTo>
                  <a:cubicBezTo>
                    <a:pt x="2148" y="881"/>
                    <a:pt x="1871" y="972"/>
                    <a:pt x="1643" y="1153"/>
                  </a:cubicBezTo>
                  <a:cubicBezTo>
                    <a:pt x="1254" y="1499"/>
                    <a:pt x="1139" y="2060"/>
                    <a:pt x="1355" y="2536"/>
                  </a:cubicBezTo>
                  <a:cubicBezTo>
                    <a:pt x="1293" y="2501"/>
                    <a:pt x="1229" y="2487"/>
                    <a:pt x="1164" y="2487"/>
                  </a:cubicBezTo>
                  <a:cubicBezTo>
                    <a:pt x="956" y="2487"/>
                    <a:pt x="738" y="2638"/>
                    <a:pt x="563" y="2780"/>
                  </a:cubicBezTo>
                  <a:cubicBezTo>
                    <a:pt x="332" y="2968"/>
                    <a:pt x="188" y="3241"/>
                    <a:pt x="159" y="3529"/>
                  </a:cubicBezTo>
                  <a:cubicBezTo>
                    <a:pt x="73" y="3947"/>
                    <a:pt x="203" y="4451"/>
                    <a:pt x="577" y="4667"/>
                  </a:cubicBezTo>
                  <a:cubicBezTo>
                    <a:pt x="203" y="4753"/>
                    <a:pt x="1" y="5185"/>
                    <a:pt x="15" y="5560"/>
                  </a:cubicBezTo>
                  <a:cubicBezTo>
                    <a:pt x="30" y="5949"/>
                    <a:pt x="303" y="6265"/>
                    <a:pt x="678" y="6352"/>
                  </a:cubicBezTo>
                  <a:cubicBezTo>
                    <a:pt x="664" y="6349"/>
                    <a:pt x="651" y="6348"/>
                    <a:pt x="638" y="6348"/>
                  </a:cubicBezTo>
                  <a:cubicBezTo>
                    <a:pt x="437" y="6348"/>
                    <a:pt x="258" y="6640"/>
                    <a:pt x="231" y="6856"/>
                  </a:cubicBezTo>
                  <a:cubicBezTo>
                    <a:pt x="217" y="7086"/>
                    <a:pt x="318" y="7317"/>
                    <a:pt x="505" y="7461"/>
                  </a:cubicBezTo>
                  <a:cubicBezTo>
                    <a:pt x="692" y="7605"/>
                    <a:pt x="908" y="7706"/>
                    <a:pt x="1124" y="7778"/>
                  </a:cubicBezTo>
                  <a:cubicBezTo>
                    <a:pt x="865" y="8224"/>
                    <a:pt x="1139" y="8843"/>
                    <a:pt x="1571" y="9131"/>
                  </a:cubicBezTo>
                  <a:cubicBezTo>
                    <a:pt x="1756" y="9244"/>
                    <a:pt x="1962" y="9306"/>
                    <a:pt x="2175" y="9306"/>
                  </a:cubicBezTo>
                  <a:cubicBezTo>
                    <a:pt x="2261" y="9306"/>
                    <a:pt x="2348" y="9296"/>
                    <a:pt x="2435" y="9275"/>
                  </a:cubicBezTo>
                  <a:lnTo>
                    <a:pt x="2435" y="9275"/>
                  </a:lnTo>
                  <a:cubicBezTo>
                    <a:pt x="2262" y="9563"/>
                    <a:pt x="2262" y="9923"/>
                    <a:pt x="2435" y="10226"/>
                  </a:cubicBezTo>
                  <a:cubicBezTo>
                    <a:pt x="2590" y="10441"/>
                    <a:pt x="2835" y="10557"/>
                    <a:pt x="3087" y="10557"/>
                  </a:cubicBezTo>
                  <a:cubicBezTo>
                    <a:pt x="3139" y="10557"/>
                    <a:pt x="3190" y="10552"/>
                    <a:pt x="3241" y="10543"/>
                  </a:cubicBezTo>
                  <a:cubicBezTo>
                    <a:pt x="3256" y="10931"/>
                    <a:pt x="3702" y="11335"/>
                    <a:pt x="4077" y="11435"/>
                  </a:cubicBezTo>
                  <a:cubicBezTo>
                    <a:pt x="4147" y="11451"/>
                    <a:pt x="4218" y="11459"/>
                    <a:pt x="4287" y="11459"/>
                  </a:cubicBezTo>
                  <a:cubicBezTo>
                    <a:pt x="4601" y="11459"/>
                    <a:pt x="4893" y="11303"/>
                    <a:pt x="5070" y="11032"/>
                  </a:cubicBezTo>
                  <a:cubicBezTo>
                    <a:pt x="5257" y="11234"/>
                    <a:pt x="5445" y="11421"/>
                    <a:pt x="5675" y="11594"/>
                  </a:cubicBezTo>
                  <a:cubicBezTo>
                    <a:pt x="5820" y="11683"/>
                    <a:pt x="5991" y="11738"/>
                    <a:pt x="6161" y="11738"/>
                  </a:cubicBezTo>
                  <a:cubicBezTo>
                    <a:pt x="6211" y="11738"/>
                    <a:pt x="6260" y="11733"/>
                    <a:pt x="6309" y="11724"/>
                  </a:cubicBezTo>
                  <a:cubicBezTo>
                    <a:pt x="6539" y="11680"/>
                    <a:pt x="6712" y="11507"/>
                    <a:pt x="6755" y="11277"/>
                  </a:cubicBezTo>
                  <a:cubicBezTo>
                    <a:pt x="6928" y="11580"/>
                    <a:pt x="7216" y="11810"/>
                    <a:pt x="7562" y="11896"/>
                  </a:cubicBezTo>
                  <a:cubicBezTo>
                    <a:pt x="7626" y="11908"/>
                    <a:pt x="7690" y="11914"/>
                    <a:pt x="7755" y="11914"/>
                  </a:cubicBezTo>
                  <a:cubicBezTo>
                    <a:pt x="8009" y="11914"/>
                    <a:pt x="8262" y="11824"/>
                    <a:pt x="8469" y="11652"/>
                  </a:cubicBezTo>
                  <a:cubicBezTo>
                    <a:pt x="8587" y="11769"/>
                    <a:pt x="8766" y="11823"/>
                    <a:pt x="8953" y="11823"/>
                  </a:cubicBezTo>
                  <a:cubicBezTo>
                    <a:pt x="9199" y="11823"/>
                    <a:pt x="9459" y="11729"/>
                    <a:pt x="9607" y="11565"/>
                  </a:cubicBezTo>
                  <a:cubicBezTo>
                    <a:pt x="9851" y="11277"/>
                    <a:pt x="9837" y="10744"/>
                    <a:pt x="9535" y="10514"/>
                  </a:cubicBezTo>
                  <a:lnTo>
                    <a:pt x="9535" y="10514"/>
                  </a:lnTo>
                  <a:cubicBezTo>
                    <a:pt x="9751" y="10629"/>
                    <a:pt x="9981" y="10701"/>
                    <a:pt x="10226" y="10701"/>
                  </a:cubicBezTo>
                  <a:cubicBezTo>
                    <a:pt x="10238" y="10702"/>
                    <a:pt x="10251" y="10702"/>
                    <a:pt x="10263" y="10702"/>
                  </a:cubicBezTo>
                  <a:cubicBezTo>
                    <a:pt x="10494" y="10702"/>
                    <a:pt x="10708" y="10575"/>
                    <a:pt x="10831" y="10370"/>
                  </a:cubicBezTo>
                  <a:cubicBezTo>
                    <a:pt x="10946" y="10154"/>
                    <a:pt x="10874" y="9880"/>
                    <a:pt x="10672" y="9751"/>
                  </a:cubicBezTo>
                  <a:cubicBezTo>
                    <a:pt x="10845" y="9751"/>
                    <a:pt x="11107" y="9799"/>
                    <a:pt x="11318" y="9799"/>
                  </a:cubicBezTo>
                  <a:cubicBezTo>
                    <a:pt x="11389" y="9799"/>
                    <a:pt x="11454" y="9794"/>
                    <a:pt x="11508" y="9779"/>
                  </a:cubicBezTo>
                  <a:cubicBezTo>
                    <a:pt x="11738" y="9736"/>
                    <a:pt x="11940" y="9592"/>
                    <a:pt x="12069" y="9391"/>
                  </a:cubicBezTo>
                  <a:cubicBezTo>
                    <a:pt x="12170" y="9189"/>
                    <a:pt x="12170" y="8930"/>
                    <a:pt x="12040" y="8742"/>
                  </a:cubicBezTo>
                  <a:lnTo>
                    <a:pt x="12040" y="8742"/>
                  </a:lnTo>
                  <a:cubicBezTo>
                    <a:pt x="12047" y="8743"/>
                    <a:pt x="12054" y="8743"/>
                    <a:pt x="12061" y="8743"/>
                  </a:cubicBezTo>
                  <a:cubicBezTo>
                    <a:pt x="12385" y="8743"/>
                    <a:pt x="12704" y="8405"/>
                    <a:pt x="12775" y="8080"/>
                  </a:cubicBezTo>
                  <a:cubicBezTo>
                    <a:pt x="12818" y="7734"/>
                    <a:pt x="12616" y="7403"/>
                    <a:pt x="12285" y="7288"/>
                  </a:cubicBezTo>
                  <a:cubicBezTo>
                    <a:pt x="12688" y="7245"/>
                    <a:pt x="13020" y="6942"/>
                    <a:pt x="13092" y="6539"/>
                  </a:cubicBezTo>
                  <a:cubicBezTo>
                    <a:pt x="13135" y="6150"/>
                    <a:pt x="12890" y="5776"/>
                    <a:pt x="12516" y="5646"/>
                  </a:cubicBezTo>
                  <a:cubicBezTo>
                    <a:pt x="12833" y="5416"/>
                    <a:pt x="12890" y="4883"/>
                    <a:pt x="12761" y="4508"/>
                  </a:cubicBezTo>
                  <a:cubicBezTo>
                    <a:pt x="12624" y="4154"/>
                    <a:pt x="12294" y="3916"/>
                    <a:pt x="11917" y="3916"/>
                  </a:cubicBezTo>
                  <a:cubicBezTo>
                    <a:pt x="11896" y="3916"/>
                    <a:pt x="11875" y="3916"/>
                    <a:pt x="11853" y="3918"/>
                  </a:cubicBezTo>
                  <a:cubicBezTo>
                    <a:pt x="12040" y="3472"/>
                    <a:pt x="11796" y="2766"/>
                    <a:pt x="11436" y="2464"/>
                  </a:cubicBezTo>
                  <a:cubicBezTo>
                    <a:pt x="11222" y="2289"/>
                    <a:pt x="10964" y="2202"/>
                    <a:pt x="10706" y="2202"/>
                  </a:cubicBezTo>
                  <a:cubicBezTo>
                    <a:pt x="10495" y="2202"/>
                    <a:pt x="10284" y="2260"/>
                    <a:pt x="10096" y="2377"/>
                  </a:cubicBezTo>
                  <a:cubicBezTo>
                    <a:pt x="10211" y="1830"/>
                    <a:pt x="9995" y="1254"/>
                    <a:pt x="9563" y="894"/>
                  </a:cubicBezTo>
                  <a:cubicBezTo>
                    <a:pt x="9310" y="720"/>
                    <a:pt x="9017" y="632"/>
                    <a:pt x="8724" y="632"/>
                  </a:cubicBezTo>
                  <a:cubicBezTo>
                    <a:pt x="8484" y="632"/>
                    <a:pt x="8243" y="691"/>
                    <a:pt x="8022" y="807"/>
                  </a:cubicBezTo>
                  <a:cubicBezTo>
                    <a:pt x="7806" y="375"/>
                    <a:pt x="7389" y="73"/>
                    <a:pt x="6914"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330;p35">
              <a:extLst>
                <a:ext uri="{FF2B5EF4-FFF2-40B4-BE49-F238E27FC236}">
                  <a16:creationId xmlns:a16="http://schemas.microsoft.com/office/drawing/2014/main" id="{96A7A035-C7BD-2CD6-6F92-C53BB4D59913}"/>
                </a:ext>
              </a:extLst>
            </p:cNvPr>
            <p:cNvSpPr/>
            <p:nvPr/>
          </p:nvSpPr>
          <p:spPr>
            <a:xfrm flipH="1">
              <a:off x="86924" y="2097948"/>
              <a:ext cx="767269" cy="1113764"/>
            </a:xfrm>
            <a:custGeom>
              <a:avLst/>
              <a:gdLst/>
              <a:ahLst/>
              <a:cxnLst/>
              <a:rect l="l" t="t" r="r" b="b"/>
              <a:pathLst>
                <a:path w="20638" h="29958" extrusionOk="0">
                  <a:moveTo>
                    <a:pt x="12225" y="1"/>
                  </a:moveTo>
                  <a:cubicBezTo>
                    <a:pt x="12140" y="1"/>
                    <a:pt x="12054" y="1"/>
                    <a:pt x="11968" y="3"/>
                  </a:cubicBezTo>
                  <a:cubicBezTo>
                    <a:pt x="9736" y="3"/>
                    <a:pt x="7432" y="248"/>
                    <a:pt x="7432" y="248"/>
                  </a:cubicBezTo>
                  <a:cubicBezTo>
                    <a:pt x="7144" y="277"/>
                    <a:pt x="6856" y="320"/>
                    <a:pt x="6568" y="406"/>
                  </a:cubicBezTo>
                  <a:cubicBezTo>
                    <a:pt x="6525" y="406"/>
                    <a:pt x="6496" y="421"/>
                    <a:pt x="6453" y="435"/>
                  </a:cubicBezTo>
                  <a:cubicBezTo>
                    <a:pt x="5833" y="608"/>
                    <a:pt x="5085" y="953"/>
                    <a:pt x="4710" y="1601"/>
                  </a:cubicBezTo>
                  <a:cubicBezTo>
                    <a:pt x="4422" y="2120"/>
                    <a:pt x="4235" y="4266"/>
                    <a:pt x="4120" y="6685"/>
                  </a:cubicBezTo>
                  <a:cubicBezTo>
                    <a:pt x="4048" y="7837"/>
                    <a:pt x="4552" y="13915"/>
                    <a:pt x="4552" y="14447"/>
                  </a:cubicBezTo>
                  <a:cubicBezTo>
                    <a:pt x="4364" y="15340"/>
                    <a:pt x="663" y="26343"/>
                    <a:pt x="1" y="29958"/>
                  </a:cubicBezTo>
                  <a:lnTo>
                    <a:pt x="20638" y="29958"/>
                  </a:lnTo>
                  <a:cubicBezTo>
                    <a:pt x="20638" y="29958"/>
                    <a:pt x="18146" y="19099"/>
                    <a:pt x="17671" y="16176"/>
                  </a:cubicBezTo>
                  <a:cubicBezTo>
                    <a:pt x="18420" y="11337"/>
                    <a:pt x="19270" y="7060"/>
                    <a:pt x="19327" y="4554"/>
                  </a:cubicBezTo>
                  <a:cubicBezTo>
                    <a:pt x="19371" y="3128"/>
                    <a:pt x="19270" y="2192"/>
                    <a:pt x="19025" y="1875"/>
                  </a:cubicBezTo>
                  <a:cubicBezTo>
                    <a:pt x="18449" y="1126"/>
                    <a:pt x="17383" y="694"/>
                    <a:pt x="15540" y="349"/>
                  </a:cubicBezTo>
                  <a:cubicBezTo>
                    <a:pt x="15511" y="334"/>
                    <a:pt x="15482" y="334"/>
                    <a:pt x="15439" y="320"/>
                  </a:cubicBezTo>
                  <a:cubicBezTo>
                    <a:pt x="15151" y="277"/>
                    <a:pt x="14834" y="219"/>
                    <a:pt x="14489" y="161"/>
                  </a:cubicBezTo>
                  <a:cubicBezTo>
                    <a:pt x="13738" y="58"/>
                    <a:pt x="12987" y="1"/>
                    <a:pt x="12225" y="1"/>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31;p35">
              <a:extLst>
                <a:ext uri="{FF2B5EF4-FFF2-40B4-BE49-F238E27FC236}">
                  <a16:creationId xmlns:a16="http://schemas.microsoft.com/office/drawing/2014/main" id="{243D82A4-6E82-C41D-AE74-EAFEC1001F01}"/>
                </a:ext>
              </a:extLst>
            </p:cNvPr>
            <p:cNvSpPr/>
            <p:nvPr/>
          </p:nvSpPr>
          <p:spPr>
            <a:xfrm flipH="1">
              <a:off x="276455" y="2098023"/>
              <a:ext cx="337869" cy="227080"/>
            </a:xfrm>
            <a:custGeom>
              <a:avLst/>
              <a:gdLst/>
              <a:ahLst/>
              <a:cxnLst/>
              <a:rect l="l" t="t" r="r" b="b"/>
              <a:pathLst>
                <a:path w="9088" h="6108" extrusionOk="0">
                  <a:moveTo>
                    <a:pt x="5498" y="0"/>
                  </a:moveTo>
                  <a:cubicBezTo>
                    <a:pt x="3278" y="0"/>
                    <a:pt x="980" y="246"/>
                    <a:pt x="980" y="246"/>
                  </a:cubicBezTo>
                  <a:cubicBezTo>
                    <a:pt x="692" y="275"/>
                    <a:pt x="404" y="318"/>
                    <a:pt x="116" y="404"/>
                  </a:cubicBezTo>
                  <a:cubicBezTo>
                    <a:pt x="73" y="404"/>
                    <a:pt x="44" y="419"/>
                    <a:pt x="1" y="433"/>
                  </a:cubicBezTo>
                  <a:cubicBezTo>
                    <a:pt x="505" y="2219"/>
                    <a:pt x="1902" y="5877"/>
                    <a:pt x="2751" y="6107"/>
                  </a:cubicBezTo>
                  <a:cubicBezTo>
                    <a:pt x="4566" y="5445"/>
                    <a:pt x="7475" y="2320"/>
                    <a:pt x="9088" y="347"/>
                  </a:cubicBezTo>
                  <a:cubicBezTo>
                    <a:pt x="9059" y="332"/>
                    <a:pt x="9016" y="332"/>
                    <a:pt x="8987" y="318"/>
                  </a:cubicBezTo>
                  <a:cubicBezTo>
                    <a:pt x="8699" y="275"/>
                    <a:pt x="8382" y="217"/>
                    <a:pt x="8037" y="159"/>
                  </a:cubicBezTo>
                  <a:cubicBezTo>
                    <a:pt x="7314" y="42"/>
                    <a:pt x="6413" y="0"/>
                    <a:pt x="5498" y="0"/>
                  </a:cubicBez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332;p35">
              <a:extLst>
                <a:ext uri="{FF2B5EF4-FFF2-40B4-BE49-F238E27FC236}">
                  <a16:creationId xmlns:a16="http://schemas.microsoft.com/office/drawing/2014/main" id="{97E12659-B7CE-A5BA-32FD-42587F95DCEF}"/>
                </a:ext>
              </a:extLst>
            </p:cNvPr>
            <p:cNvSpPr/>
            <p:nvPr/>
          </p:nvSpPr>
          <p:spPr>
            <a:xfrm flipH="1">
              <a:off x="296271" y="2386631"/>
              <a:ext cx="152056" cy="174660"/>
            </a:xfrm>
            <a:custGeom>
              <a:avLst/>
              <a:gdLst/>
              <a:ahLst/>
              <a:cxnLst/>
              <a:rect l="l" t="t" r="r" b="b"/>
              <a:pathLst>
                <a:path w="4090" h="4698" extrusionOk="0">
                  <a:moveTo>
                    <a:pt x="0" y="0"/>
                  </a:moveTo>
                  <a:lnTo>
                    <a:pt x="0" y="3269"/>
                  </a:lnTo>
                  <a:cubicBezTo>
                    <a:pt x="0" y="3269"/>
                    <a:pt x="86" y="4234"/>
                    <a:pt x="1368" y="4594"/>
                  </a:cubicBezTo>
                  <a:cubicBezTo>
                    <a:pt x="1620" y="4666"/>
                    <a:pt x="1869" y="4698"/>
                    <a:pt x="2108" y="4698"/>
                  </a:cubicBezTo>
                  <a:cubicBezTo>
                    <a:pt x="3069" y="4698"/>
                    <a:pt x="3857" y="4183"/>
                    <a:pt x="3960" y="3687"/>
                  </a:cubicBezTo>
                  <a:cubicBezTo>
                    <a:pt x="4090" y="2996"/>
                    <a:pt x="4004" y="159"/>
                    <a:pt x="4004" y="87"/>
                  </a:cubicBezTo>
                  <a:lnTo>
                    <a:pt x="0" y="0"/>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333;p35">
              <a:extLst>
                <a:ext uri="{FF2B5EF4-FFF2-40B4-BE49-F238E27FC236}">
                  <a16:creationId xmlns:a16="http://schemas.microsoft.com/office/drawing/2014/main" id="{93D28B59-5611-967B-D4BB-3A17F4ADE15F}"/>
                </a:ext>
              </a:extLst>
            </p:cNvPr>
            <p:cNvSpPr/>
            <p:nvPr/>
          </p:nvSpPr>
          <p:spPr>
            <a:xfrm flipH="1">
              <a:off x="315529" y="1776809"/>
              <a:ext cx="335750" cy="514016"/>
            </a:xfrm>
            <a:custGeom>
              <a:avLst/>
              <a:gdLst/>
              <a:ahLst/>
              <a:cxnLst/>
              <a:rect l="l" t="t" r="r" b="b"/>
              <a:pathLst>
                <a:path w="9031" h="13826" extrusionOk="0">
                  <a:moveTo>
                    <a:pt x="1038" y="0"/>
                  </a:moveTo>
                  <a:lnTo>
                    <a:pt x="1038" y="0"/>
                  </a:lnTo>
                  <a:cubicBezTo>
                    <a:pt x="692" y="418"/>
                    <a:pt x="519" y="951"/>
                    <a:pt x="563" y="1498"/>
                  </a:cubicBezTo>
                  <a:cubicBezTo>
                    <a:pt x="649" y="2290"/>
                    <a:pt x="793" y="2722"/>
                    <a:pt x="591" y="3168"/>
                  </a:cubicBezTo>
                  <a:cubicBezTo>
                    <a:pt x="390" y="3586"/>
                    <a:pt x="1" y="3557"/>
                    <a:pt x="30" y="3759"/>
                  </a:cubicBezTo>
                  <a:cubicBezTo>
                    <a:pt x="44" y="3961"/>
                    <a:pt x="692" y="4033"/>
                    <a:pt x="692" y="4609"/>
                  </a:cubicBezTo>
                  <a:cubicBezTo>
                    <a:pt x="707" y="5213"/>
                    <a:pt x="692" y="6121"/>
                    <a:pt x="908" y="6308"/>
                  </a:cubicBezTo>
                  <a:cubicBezTo>
                    <a:pt x="1112" y="6475"/>
                    <a:pt x="1466" y="6564"/>
                    <a:pt x="1923" y="6564"/>
                  </a:cubicBezTo>
                  <a:cubicBezTo>
                    <a:pt x="2175" y="6564"/>
                    <a:pt x="2459" y="6537"/>
                    <a:pt x="2766" y="6481"/>
                  </a:cubicBezTo>
                  <a:cubicBezTo>
                    <a:pt x="2867" y="6466"/>
                    <a:pt x="2939" y="6452"/>
                    <a:pt x="3025" y="6452"/>
                  </a:cubicBezTo>
                  <a:cubicBezTo>
                    <a:pt x="3077" y="6447"/>
                    <a:pt x="3126" y="6445"/>
                    <a:pt x="3170" y="6445"/>
                  </a:cubicBezTo>
                  <a:cubicBezTo>
                    <a:pt x="3654" y="6445"/>
                    <a:pt x="3703" y="6715"/>
                    <a:pt x="3716" y="6913"/>
                  </a:cubicBezTo>
                  <a:cubicBezTo>
                    <a:pt x="3760" y="7431"/>
                    <a:pt x="3587" y="7950"/>
                    <a:pt x="3241" y="8353"/>
                  </a:cubicBezTo>
                  <a:cubicBezTo>
                    <a:pt x="2924" y="8699"/>
                    <a:pt x="1974" y="8886"/>
                    <a:pt x="1974" y="8886"/>
                  </a:cubicBezTo>
                  <a:cubicBezTo>
                    <a:pt x="1974" y="8886"/>
                    <a:pt x="3040" y="13595"/>
                    <a:pt x="3990" y="13825"/>
                  </a:cubicBezTo>
                  <a:cubicBezTo>
                    <a:pt x="4782" y="13235"/>
                    <a:pt x="7518" y="10268"/>
                    <a:pt x="9031" y="8799"/>
                  </a:cubicBezTo>
                  <a:cubicBezTo>
                    <a:pt x="8066" y="8483"/>
                    <a:pt x="7101" y="7964"/>
                    <a:pt x="6784" y="7028"/>
                  </a:cubicBezTo>
                  <a:cubicBezTo>
                    <a:pt x="6467" y="6092"/>
                    <a:pt x="6741" y="3759"/>
                    <a:pt x="6741" y="3759"/>
                  </a:cubicBezTo>
                  <a:lnTo>
                    <a:pt x="6741" y="3759"/>
                  </a:lnTo>
                  <a:cubicBezTo>
                    <a:pt x="6741" y="3759"/>
                    <a:pt x="6814" y="3797"/>
                    <a:pt x="6950" y="3797"/>
                  </a:cubicBezTo>
                  <a:cubicBezTo>
                    <a:pt x="7064" y="3797"/>
                    <a:pt x="7221" y="3771"/>
                    <a:pt x="7418" y="3673"/>
                  </a:cubicBezTo>
                  <a:cubicBezTo>
                    <a:pt x="7850" y="3442"/>
                    <a:pt x="8224" y="1412"/>
                    <a:pt x="7518" y="1239"/>
                  </a:cubicBezTo>
                  <a:cubicBezTo>
                    <a:pt x="7444" y="1221"/>
                    <a:pt x="7373" y="1213"/>
                    <a:pt x="7305" y="1213"/>
                  </a:cubicBezTo>
                  <a:cubicBezTo>
                    <a:pt x="6923" y="1213"/>
                    <a:pt x="6634" y="1472"/>
                    <a:pt x="6438" y="1815"/>
                  </a:cubicBezTo>
                  <a:cubicBezTo>
                    <a:pt x="6352" y="1988"/>
                    <a:pt x="6294" y="2448"/>
                    <a:pt x="6093" y="2506"/>
                  </a:cubicBezTo>
                  <a:cubicBezTo>
                    <a:pt x="6076" y="2510"/>
                    <a:pt x="6060" y="2512"/>
                    <a:pt x="6044" y="2512"/>
                  </a:cubicBezTo>
                  <a:cubicBezTo>
                    <a:pt x="5831" y="2512"/>
                    <a:pt x="5629" y="2177"/>
                    <a:pt x="5589" y="2016"/>
                  </a:cubicBezTo>
                  <a:cubicBezTo>
                    <a:pt x="5531" y="1743"/>
                    <a:pt x="5661" y="1469"/>
                    <a:pt x="5905" y="1325"/>
                  </a:cubicBezTo>
                  <a:lnTo>
                    <a:pt x="5905" y="1325"/>
                  </a:lnTo>
                  <a:cubicBezTo>
                    <a:pt x="5823" y="1359"/>
                    <a:pt x="5739" y="1374"/>
                    <a:pt x="5658" y="1374"/>
                  </a:cubicBezTo>
                  <a:cubicBezTo>
                    <a:pt x="5287" y="1374"/>
                    <a:pt x="4968" y="1050"/>
                    <a:pt x="5027" y="648"/>
                  </a:cubicBezTo>
                  <a:lnTo>
                    <a:pt x="5027" y="648"/>
                  </a:lnTo>
                  <a:cubicBezTo>
                    <a:pt x="4943" y="1070"/>
                    <a:pt x="4587" y="1304"/>
                    <a:pt x="4228" y="1304"/>
                  </a:cubicBezTo>
                  <a:cubicBezTo>
                    <a:pt x="3974" y="1304"/>
                    <a:pt x="3719" y="1187"/>
                    <a:pt x="3558" y="936"/>
                  </a:cubicBezTo>
                  <a:cubicBezTo>
                    <a:pt x="3531" y="1313"/>
                    <a:pt x="3216" y="1589"/>
                    <a:pt x="2846" y="1589"/>
                  </a:cubicBezTo>
                  <a:cubicBezTo>
                    <a:pt x="2820" y="1589"/>
                    <a:pt x="2793" y="1587"/>
                    <a:pt x="2766" y="1584"/>
                  </a:cubicBezTo>
                  <a:cubicBezTo>
                    <a:pt x="2377" y="1527"/>
                    <a:pt x="2104" y="1138"/>
                    <a:pt x="2190" y="749"/>
                  </a:cubicBezTo>
                  <a:lnTo>
                    <a:pt x="2190" y="749"/>
                  </a:lnTo>
                  <a:cubicBezTo>
                    <a:pt x="2059" y="896"/>
                    <a:pt x="1877" y="974"/>
                    <a:pt x="1694" y="974"/>
                  </a:cubicBezTo>
                  <a:cubicBezTo>
                    <a:pt x="1555" y="974"/>
                    <a:pt x="1415" y="929"/>
                    <a:pt x="1297" y="835"/>
                  </a:cubicBezTo>
                  <a:cubicBezTo>
                    <a:pt x="1009" y="591"/>
                    <a:pt x="1225" y="187"/>
                    <a:pt x="1038"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334;p35">
              <a:extLst>
                <a:ext uri="{FF2B5EF4-FFF2-40B4-BE49-F238E27FC236}">
                  <a16:creationId xmlns:a16="http://schemas.microsoft.com/office/drawing/2014/main" id="{7D99826C-67D6-FD3E-3058-8E800A316B4E}"/>
                </a:ext>
              </a:extLst>
            </p:cNvPr>
            <p:cNvSpPr/>
            <p:nvPr/>
          </p:nvSpPr>
          <p:spPr>
            <a:xfrm flipH="1">
              <a:off x="315529" y="1894067"/>
              <a:ext cx="262399" cy="396758"/>
            </a:xfrm>
            <a:custGeom>
              <a:avLst/>
              <a:gdLst/>
              <a:ahLst/>
              <a:cxnLst/>
              <a:rect l="l" t="t" r="r" b="b"/>
              <a:pathLst>
                <a:path w="7058" h="10672" extrusionOk="0">
                  <a:moveTo>
                    <a:pt x="4336" y="0"/>
                  </a:moveTo>
                  <a:cubicBezTo>
                    <a:pt x="4278" y="302"/>
                    <a:pt x="4220" y="490"/>
                    <a:pt x="4192" y="634"/>
                  </a:cubicBezTo>
                  <a:cubicBezTo>
                    <a:pt x="3544" y="2664"/>
                    <a:pt x="1729" y="3168"/>
                    <a:pt x="1052" y="3298"/>
                  </a:cubicBezTo>
                  <a:cubicBezTo>
                    <a:pt x="1104" y="3293"/>
                    <a:pt x="1153" y="3291"/>
                    <a:pt x="1197" y="3291"/>
                  </a:cubicBezTo>
                  <a:cubicBezTo>
                    <a:pt x="1681" y="3291"/>
                    <a:pt x="1730" y="3561"/>
                    <a:pt x="1743" y="3759"/>
                  </a:cubicBezTo>
                  <a:cubicBezTo>
                    <a:pt x="1787" y="4277"/>
                    <a:pt x="1614" y="4796"/>
                    <a:pt x="1268" y="5185"/>
                  </a:cubicBezTo>
                  <a:cubicBezTo>
                    <a:pt x="951" y="5545"/>
                    <a:pt x="1" y="5732"/>
                    <a:pt x="1" y="5732"/>
                  </a:cubicBezTo>
                  <a:cubicBezTo>
                    <a:pt x="1" y="5732"/>
                    <a:pt x="1067" y="10441"/>
                    <a:pt x="2017" y="10671"/>
                  </a:cubicBezTo>
                  <a:cubicBezTo>
                    <a:pt x="2809" y="10081"/>
                    <a:pt x="5545" y="7114"/>
                    <a:pt x="7058" y="5645"/>
                  </a:cubicBezTo>
                  <a:cubicBezTo>
                    <a:pt x="6093" y="5329"/>
                    <a:pt x="5128" y="4810"/>
                    <a:pt x="4811" y="3874"/>
                  </a:cubicBezTo>
                  <a:cubicBezTo>
                    <a:pt x="4494" y="2938"/>
                    <a:pt x="4768" y="605"/>
                    <a:pt x="4768" y="605"/>
                  </a:cubicBezTo>
                  <a:cubicBezTo>
                    <a:pt x="4768" y="605"/>
                    <a:pt x="4422" y="519"/>
                    <a:pt x="4336"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335;p35">
              <a:extLst>
                <a:ext uri="{FF2B5EF4-FFF2-40B4-BE49-F238E27FC236}">
                  <a16:creationId xmlns:a16="http://schemas.microsoft.com/office/drawing/2014/main" id="{86664DB9-0082-13E6-75AA-7AC25C168064}"/>
                </a:ext>
              </a:extLst>
            </p:cNvPr>
            <p:cNvSpPr/>
            <p:nvPr/>
          </p:nvSpPr>
          <p:spPr>
            <a:xfrm flipH="1">
              <a:off x="372299" y="1838301"/>
              <a:ext cx="36434" cy="59521"/>
            </a:xfrm>
            <a:custGeom>
              <a:avLst/>
              <a:gdLst/>
              <a:ahLst/>
              <a:cxnLst/>
              <a:rect l="l" t="t" r="r" b="b"/>
              <a:pathLst>
                <a:path w="980" h="1601" extrusionOk="0">
                  <a:moveTo>
                    <a:pt x="773" y="1"/>
                  </a:moveTo>
                  <a:cubicBezTo>
                    <a:pt x="695" y="1"/>
                    <a:pt x="596" y="29"/>
                    <a:pt x="476" y="118"/>
                  </a:cubicBezTo>
                  <a:cubicBezTo>
                    <a:pt x="58" y="420"/>
                    <a:pt x="1" y="1601"/>
                    <a:pt x="447" y="1601"/>
                  </a:cubicBezTo>
                  <a:cubicBezTo>
                    <a:pt x="879" y="1601"/>
                    <a:pt x="908" y="866"/>
                    <a:pt x="606" y="794"/>
                  </a:cubicBezTo>
                  <a:cubicBezTo>
                    <a:pt x="534" y="780"/>
                    <a:pt x="476" y="766"/>
                    <a:pt x="404" y="751"/>
                  </a:cubicBezTo>
                  <a:cubicBezTo>
                    <a:pt x="404" y="751"/>
                    <a:pt x="474" y="89"/>
                    <a:pt x="964" y="89"/>
                  </a:cubicBezTo>
                  <a:cubicBezTo>
                    <a:pt x="969" y="89"/>
                    <a:pt x="975" y="89"/>
                    <a:pt x="980" y="89"/>
                  </a:cubicBezTo>
                  <a:cubicBezTo>
                    <a:pt x="980" y="89"/>
                    <a:pt x="910" y="1"/>
                    <a:pt x="773"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336;p35">
              <a:extLst>
                <a:ext uri="{FF2B5EF4-FFF2-40B4-BE49-F238E27FC236}">
                  <a16:creationId xmlns:a16="http://schemas.microsoft.com/office/drawing/2014/main" id="{DA15E703-EFAF-EB79-8E8D-37CB93A897AF}"/>
                </a:ext>
              </a:extLst>
            </p:cNvPr>
            <p:cNvSpPr/>
            <p:nvPr/>
          </p:nvSpPr>
          <p:spPr>
            <a:xfrm flipH="1">
              <a:off x="276455" y="2098580"/>
              <a:ext cx="341066" cy="538665"/>
            </a:xfrm>
            <a:custGeom>
              <a:avLst/>
              <a:gdLst/>
              <a:ahLst/>
              <a:cxnLst/>
              <a:rect l="l" t="t" r="r" b="b"/>
              <a:pathLst>
                <a:path w="9174" h="14489" extrusionOk="0">
                  <a:moveTo>
                    <a:pt x="864" y="0"/>
                  </a:moveTo>
                  <a:lnTo>
                    <a:pt x="0" y="202"/>
                  </a:lnTo>
                  <a:lnTo>
                    <a:pt x="2549" y="14488"/>
                  </a:lnTo>
                  <a:lnTo>
                    <a:pt x="9174" y="332"/>
                  </a:lnTo>
                  <a:lnTo>
                    <a:pt x="8425" y="72"/>
                  </a:lnTo>
                  <a:lnTo>
                    <a:pt x="2780" y="12544"/>
                  </a:lnTo>
                  <a:lnTo>
                    <a:pt x="864" y="0"/>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337;p35">
              <a:extLst>
                <a:ext uri="{FF2B5EF4-FFF2-40B4-BE49-F238E27FC236}">
                  <a16:creationId xmlns:a16="http://schemas.microsoft.com/office/drawing/2014/main" id="{ADD4D3A0-A7E4-AFFB-5ADF-51C9FB1C7311}"/>
                </a:ext>
              </a:extLst>
            </p:cNvPr>
            <p:cNvSpPr/>
            <p:nvPr/>
          </p:nvSpPr>
          <p:spPr>
            <a:xfrm flipH="1">
              <a:off x="466506" y="2600774"/>
              <a:ext cx="104432" cy="125883"/>
            </a:xfrm>
            <a:custGeom>
              <a:avLst/>
              <a:gdLst/>
              <a:ahLst/>
              <a:cxnLst/>
              <a:rect l="l" t="t" r="r" b="b"/>
              <a:pathLst>
                <a:path w="2809" h="3386" extrusionOk="0">
                  <a:moveTo>
                    <a:pt x="245" y="1"/>
                  </a:moveTo>
                  <a:lnTo>
                    <a:pt x="0" y="3385"/>
                  </a:lnTo>
                  <a:lnTo>
                    <a:pt x="2808" y="3385"/>
                  </a:lnTo>
                  <a:lnTo>
                    <a:pt x="2808" y="1"/>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338;p35">
              <a:extLst>
                <a:ext uri="{FF2B5EF4-FFF2-40B4-BE49-F238E27FC236}">
                  <a16:creationId xmlns:a16="http://schemas.microsoft.com/office/drawing/2014/main" id="{060FC38D-754F-2552-6F17-1D485742BB5A}"/>
                </a:ext>
              </a:extLst>
            </p:cNvPr>
            <p:cNvSpPr/>
            <p:nvPr/>
          </p:nvSpPr>
          <p:spPr>
            <a:xfrm flipH="1">
              <a:off x="487400" y="2625423"/>
              <a:ext cx="63202" cy="76065"/>
            </a:xfrm>
            <a:custGeom>
              <a:avLst/>
              <a:gdLst/>
              <a:ahLst/>
              <a:cxnLst/>
              <a:rect l="l" t="t" r="r" b="b"/>
              <a:pathLst>
                <a:path w="1700" h="2046" extrusionOk="0">
                  <a:moveTo>
                    <a:pt x="159" y="0"/>
                  </a:moveTo>
                  <a:lnTo>
                    <a:pt x="0" y="2045"/>
                  </a:lnTo>
                  <a:lnTo>
                    <a:pt x="1700" y="2045"/>
                  </a:lnTo>
                  <a:lnTo>
                    <a:pt x="17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39;p35">
              <a:extLst>
                <a:ext uri="{FF2B5EF4-FFF2-40B4-BE49-F238E27FC236}">
                  <a16:creationId xmlns:a16="http://schemas.microsoft.com/office/drawing/2014/main" id="{23A74A60-6FE7-AF8F-A337-CC41CA2C726A}"/>
                </a:ext>
              </a:extLst>
            </p:cNvPr>
            <p:cNvSpPr/>
            <p:nvPr/>
          </p:nvSpPr>
          <p:spPr>
            <a:xfrm flipH="1">
              <a:off x="2323299" y="3069248"/>
              <a:ext cx="234516" cy="337349"/>
            </a:xfrm>
            <a:custGeom>
              <a:avLst/>
              <a:gdLst/>
              <a:ahLst/>
              <a:cxnLst/>
              <a:rect l="l" t="t" r="r" b="b"/>
              <a:pathLst>
                <a:path w="6308" h="9074" extrusionOk="0">
                  <a:moveTo>
                    <a:pt x="1411" y="1"/>
                  </a:moveTo>
                  <a:lnTo>
                    <a:pt x="1411" y="1182"/>
                  </a:lnTo>
                  <a:cubicBezTo>
                    <a:pt x="605" y="1283"/>
                    <a:pt x="0" y="1974"/>
                    <a:pt x="0" y="2795"/>
                  </a:cubicBezTo>
                  <a:lnTo>
                    <a:pt x="0" y="7432"/>
                  </a:lnTo>
                  <a:cubicBezTo>
                    <a:pt x="0" y="8339"/>
                    <a:pt x="720" y="9074"/>
                    <a:pt x="1627" y="9074"/>
                  </a:cubicBezTo>
                  <a:lnTo>
                    <a:pt x="4666" y="9074"/>
                  </a:lnTo>
                  <a:cubicBezTo>
                    <a:pt x="5573" y="9074"/>
                    <a:pt x="6308" y="8339"/>
                    <a:pt x="6308" y="7432"/>
                  </a:cubicBezTo>
                  <a:lnTo>
                    <a:pt x="6308" y="2795"/>
                  </a:lnTo>
                  <a:cubicBezTo>
                    <a:pt x="6308" y="1974"/>
                    <a:pt x="5703" y="1283"/>
                    <a:pt x="4882" y="1182"/>
                  </a:cubicBezTo>
                  <a:lnTo>
                    <a:pt x="48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40;p35">
              <a:extLst>
                <a:ext uri="{FF2B5EF4-FFF2-40B4-BE49-F238E27FC236}">
                  <a16:creationId xmlns:a16="http://schemas.microsoft.com/office/drawing/2014/main" id="{8F71EFC7-A8AC-E6AF-8299-91DB5755D24E}"/>
                </a:ext>
              </a:extLst>
            </p:cNvPr>
            <p:cNvSpPr/>
            <p:nvPr/>
          </p:nvSpPr>
          <p:spPr>
            <a:xfrm flipH="1">
              <a:off x="2376277" y="3069248"/>
              <a:ext cx="129080" cy="43944"/>
            </a:xfrm>
            <a:custGeom>
              <a:avLst/>
              <a:gdLst/>
              <a:ahLst/>
              <a:cxnLst/>
              <a:rect l="l" t="t" r="r" b="b"/>
              <a:pathLst>
                <a:path w="3472" h="1182" extrusionOk="0">
                  <a:moveTo>
                    <a:pt x="0" y="1"/>
                  </a:moveTo>
                  <a:lnTo>
                    <a:pt x="0" y="1182"/>
                  </a:lnTo>
                  <a:lnTo>
                    <a:pt x="3471" y="1182"/>
                  </a:lnTo>
                  <a:lnTo>
                    <a:pt x="34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41;p35">
              <a:extLst>
                <a:ext uri="{FF2B5EF4-FFF2-40B4-BE49-F238E27FC236}">
                  <a16:creationId xmlns:a16="http://schemas.microsoft.com/office/drawing/2014/main" id="{83314191-B9F9-8A33-6CCB-82A8131BE5F7}"/>
                </a:ext>
              </a:extLst>
            </p:cNvPr>
            <p:cNvSpPr/>
            <p:nvPr/>
          </p:nvSpPr>
          <p:spPr>
            <a:xfrm flipH="1">
              <a:off x="2354343" y="3049990"/>
              <a:ext cx="172429" cy="39668"/>
            </a:xfrm>
            <a:custGeom>
              <a:avLst/>
              <a:gdLst/>
              <a:ahLst/>
              <a:cxnLst/>
              <a:rect l="l" t="t" r="r" b="b"/>
              <a:pathLst>
                <a:path w="4638" h="1067" extrusionOk="0">
                  <a:moveTo>
                    <a:pt x="404" y="0"/>
                  </a:moveTo>
                  <a:cubicBezTo>
                    <a:pt x="173" y="0"/>
                    <a:pt x="0" y="173"/>
                    <a:pt x="0" y="404"/>
                  </a:cubicBezTo>
                  <a:lnTo>
                    <a:pt x="0" y="663"/>
                  </a:lnTo>
                  <a:cubicBezTo>
                    <a:pt x="0" y="879"/>
                    <a:pt x="173" y="1066"/>
                    <a:pt x="404" y="1066"/>
                  </a:cubicBezTo>
                  <a:lnTo>
                    <a:pt x="4234" y="1066"/>
                  </a:lnTo>
                  <a:cubicBezTo>
                    <a:pt x="4450" y="1066"/>
                    <a:pt x="4638" y="879"/>
                    <a:pt x="4638" y="663"/>
                  </a:cubicBezTo>
                  <a:lnTo>
                    <a:pt x="4638" y="404"/>
                  </a:lnTo>
                  <a:cubicBezTo>
                    <a:pt x="4638" y="173"/>
                    <a:pt x="4450" y="0"/>
                    <a:pt x="4234"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42;p35">
              <a:extLst>
                <a:ext uri="{FF2B5EF4-FFF2-40B4-BE49-F238E27FC236}">
                  <a16:creationId xmlns:a16="http://schemas.microsoft.com/office/drawing/2014/main" id="{0768D895-6E62-3D92-253D-7CDD9FD7E0F3}"/>
                </a:ext>
              </a:extLst>
            </p:cNvPr>
            <p:cNvSpPr/>
            <p:nvPr/>
          </p:nvSpPr>
          <p:spPr>
            <a:xfrm flipH="1">
              <a:off x="2378954" y="3179553"/>
              <a:ext cx="123206" cy="156369"/>
            </a:xfrm>
            <a:custGeom>
              <a:avLst/>
              <a:gdLst/>
              <a:ahLst/>
              <a:cxnLst/>
              <a:rect l="l" t="t" r="r" b="b"/>
              <a:pathLst>
                <a:path w="3314" h="4206" extrusionOk="0">
                  <a:moveTo>
                    <a:pt x="793" y="1"/>
                  </a:moveTo>
                  <a:cubicBezTo>
                    <a:pt x="361" y="1"/>
                    <a:pt x="1" y="361"/>
                    <a:pt x="1" y="793"/>
                  </a:cubicBezTo>
                  <a:lnTo>
                    <a:pt x="1" y="3414"/>
                  </a:lnTo>
                  <a:cubicBezTo>
                    <a:pt x="1" y="3860"/>
                    <a:pt x="361" y="4206"/>
                    <a:pt x="793" y="4206"/>
                  </a:cubicBezTo>
                  <a:lnTo>
                    <a:pt x="2521" y="4206"/>
                  </a:lnTo>
                  <a:cubicBezTo>
                    <a:pt x="2953" y="4206"/>
                    <a:pt x="3313" y="3860"/>
                    <a:pt x="3313" y="3414"/>
                  </a:cubicBezTo>
                  <a:lnTo>
                    <a:pt x="3313" y="793"/>
                  </a:lnTo>
                  <a:cubicBezTo>
                    <a:pt x="3313" y="361"/>
                    <a:pt x="2953" y="1"/>
                    <a:pt x="2521"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43;p35">
              <a:extLst>
                <a:ext uri="{FF2B5EF4-FFF2-40B4-BE49-F238E27FC236}">
                  <a16:creationId xmlns:a16="http://schemas.microsoft.com/office/drawing/2014/main" id="{1CCBF22F-25FA-505E-AD79-A8B5115100C2}"/>
                </a:ext>
              </a:extLst>
            </p:cNvPr>
            <p:cNvSpPr/>
            <p:nvPr/>
          </p:nvSpPr>
          <p:spPr>
            <a:xfrm flipH="1">
              <a:off x="2065213" y="3069248"/>
              <a:ext cx="235073" cy="337349"/>
            </a:xfrm>
            <a:custGeom>
              <a:avLst/>
              <a:gdLst/>
              <a:ahLst/>
              <a:cxnLst/>
              <a:rect l="l" t="t" r="r" b="b"/>
              <a:pathLst>
                <a:path w="6323" h="9074" extrusionOk="0">
                  <a:moveTo>
                    <a:pt x="1426" y="1"/>
                  </a:moveTo>
                  <a:lnTo>
                    <a:pt x="1426" y="1182"/>
                  </a:lnTo>
                  <a:cubicBezTo>
                    <a:pt x="605" y="1283"/>
                    <a:pt x="0" y="1974"/>
                    <a:pt x="0" y="2795"/>
                  </a:cubicBezTo>
                  <a:lnTo>
                    <a:pt x="0" y="7432"/>
                  </a:lnTo>
                  <a:cubicBezTo>
                    <a:pt x="0" y="8339"/>
                    <a:pt x="735" y="9074"/>
                    <a:pt x="1642" y="9074"/>
                  </a:cubicBezTo>
                  <a:lnTo>
                    <a:pt x="4680" y="9074"/>
                  </a:lnTo>
                  <a:cubicBezTo>
                    <a:pt x="5588" y="9074"/>
                    <a:pt x="6322" y="8339"/>
                    <a:pt x="6322" y="7432"/>
                  </a:cubicBezTo>
                  <a:lnTo>
                    <a:pt x="6322" y="2795"/>
                  </a:lnTo>
                  <a:cubicBezTo>
                    <a:pt x="6322" y="1974"/>
                    <a:pt x="5703" y="1283"/>
                    <a:pt x="4896" y="1182"/>
                  </a:cubicBezTo>
                  <a:lnTo>
                    <a:pt x="48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344;p35">
              <a:extLst>
                <a:ext uri="{FF2B5EF4-FFF2-40B4-BE49-F238E27FC236}">
                  <a16:creationId xmlns:a16="http://schemas.microsoft.com/office/drawing/2014/main" id="{9DE0A502-A3F2-1333-367E-CB9087D5B06A}"/>
                </a:ext>
              </a:extLst>
            </p:cNvPr>
            <p:cNvSpPr/>
            <p:nvPr/>
          </p:nvSpPr>
          <p:spPr>
            <a:xfrm flipH="1">
              <a:off x="2118228" y="3069248"/>
              <a:ext cx="129080" cy="43944"/>
            </a:xfrm>
            <a:custGeom>
              <a:avLst/>
              <a:gdLst/>
              <a:ahLst/>
              <a:cxnLst/>
              <a:rect l="l" t="t" r="r" b="b"/>
              <a:pathLst>
                <a:path w="3472" h="1182" extrusionOk="0">
                  <a:moveTo>
                    <a:pt x="1" y="1"/>
                  </a:moveTo>
                  <a:lnTo>
                    <a:pt x="1" y="1182"/>
                  </a:lnTo>
                  <a:lnTo>
                    <a:pt x="3471" y="1182"/>
                  </a:lnTo>
                  <a:lnTo>
                    <a:pt x="34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345;p35">
              <a:extLst>
                <a:ext uri="{FF2B5EF4-FFF2-40B4-BE49-F238E27FC236}">
                  <a16:creationId xmlns:a16="http://schemas.microsoft.com/office/drawing/2014/main" id="{D6D27B98-2E78-FD90-CB4B-2776AA9E3788}"/>
                </a:ext>
              </a:extLst>
            </p:cNvPr>
            <p:cNvSpPr/>
            <p:nvPr/>
          </p:nvSpPr>
          <p:spPr>
            <a:xfrm flipH="1">
              <a:off x="2096814" y="3049990"/>
              <a:ext cx="172429" cy="39668"/>
            </a:xfrm>
            <a:custGeom>
              <a:avLst/>
              <a:gdLst/>
              <a:ahLst/>
              <a:cxnLst/>
              <a:rect l="l" t="t" r="r" b="b"/>
              <a:pathLst>
                <a:path w="4638" h="1067" extrusionOk="0">
                  <a:moveTo>
                    <a:pt x="404" y="0"/>
                  </a:moveTo>
                  <a:cubicBezTo>
                    <a:pt x="188" y="0"/>
                    <a:pt x="0" y="173"/>
                    <a:pt x="0" y="404"/>
                  </a:cubicBezTo>
                  <a:lnTo>
                    <a:pt x="0" y="663"/>
                  </a:lnTo>
                  <a:cubicBezTo>
                    <a:pt x="0" y="879"/>
                    <a:pt x="188" y="1066"/>
                    <a:pt x="404" y="1066"/>
                  </a:cubicBezTo>
                  <a:lnTo>
                    <a:pt x="4234" y="1066"/>
                  </a:lnTo>
                  <a:cubicBezTo>
                    <a:pt x="4465" y="1066"/>
                    <a:pt x="4638" y="879"/>
                    <a:pt x="4638" y="663"/>
                  </a:cubicBezTo>
                  <a:lnTo>
                    <a:pt x="4638" y="404"/>
                  </a:lnTo>
                  <a:cubicBezTo>
                    <a:pt x="4638" y="173"/>
                    <a:pt x="4465" y="0"/>
                    <a:pt x="4234"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346;p35">
              <a:extLst>
                <a:ext uri="{FF2B5EF4-FFF2-40B4-BE49-F238E27FC236}">
                  <a16:creationId xmlns:a16="http://schemas.microsoft.com/office/drawing/2014/main" id="{7C7A84A9-040D-6846-A31B-55ED7BE7BD32}"/>
                </a:ext>
              </a:extLst>
            </p:cNvPr>
            <p:cNvSpPr/>
            <p:nvPr/>
          </p:nvSpPr>
          <p:spPr>
            <a:xfrm flipH="1">
              <a:off x="2121426" y="3179553"/>
              <a:ext cx="123206" cy="156369"/>
            </a:xfrm>
            <a:custGeom>
              <a:avLst/>
              <a:gdLst/>
              <a:ahLst/>
              <a:cxnLst/>
              <a:rect l="l" t="t" r="r" b="b"/>
              <a:pathLst>
                <a:path w="3314" h="4206" extrusionOk="0">
                  <a:moveTo>
                    <a:pt x="793" y="1"/>
                  </a:moveTo>
                  <a:cubicBezTo>
                    <a:pt x="361" y="1"/>
                    <a:pt x="1" y="361"/>
                    <a:pt x="1" y="793"/>
                  </a:cubicBezTo>
                  <a:lnTo>
                    <a:pt x="1" y="3414"/>
                  </a:lnTo>
                  <a:cubicBezTo>
                    <a:pt x="1" y="3860"/>
                    <a:pt x="361" y="4206"/>
                    <a:pt x="793" y="4206"/>
                  </a:cubicBezTo>
                  <a:lnTo>
                    <a:pt x="2521" y="4206"/>
                  </a:lnTo>
                  <a:cubicBezTo>
                    <a:pt x="2953" y="4206"/>
                    <a:pt x="3313" y="3860"/>
                    <a:pt x="3313" y="3414"/>
                  </a:cubicBezTo>
                  <a:lnTo>
                    <a:pt x="3313" y="793"/>
                  </a:lnTo>
                  <a:cubicBezTo>
                    <a:pt x="3313" y="361"/>
                    <a:pt x="2953" y="1"/>
                    <a:pt x="2521"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347;p35">
              <a:extLst>
                <a:ext uri="{FF2B5EF4-FFF2-40B4-BE49-F238E27FC236}">
                  <a16:creationId xmlns:a16="http://schemas.microsoft.com/office/drawing/2014/main" id="{00148A49-85A9-7F73-A321-58B63050596C}"/>
                </a:ext>
              </a:extLst>
            </p:cNvPr>
            <p:cNvSpPr/>
            <p:nvPr/>
          </p:nvSpPr>
          <p:spPr>
            <a:xfrm flipH="1">
              <a:off x="1807685" y="3069248"/>
              <a:ext cx="235073" cy="337349"/>
            </a:xfrm>
            <a:custGeom>
              <a:avLst/>
              <a:gdLst/>
              <a:ahLst/>
              <a:cxnLst/>
              <a:rect l="l" t="t" r="r" b="b"/>
              <a:pathLst>
                <a:path w="6323" h="9074" extrusionOk="0">
                  <a:moveTo>
                    <a:pt x="1426" y="1"/>
                  </a:moveTo>
                  <a:lnTo>
                    <a:pt x="1426" y="1182"/>
                  </a:lnTo>
                  <a:cubicBezTo>
                    <a:pt x="619" y="1283"/>
                    <a:pt x="0" y="1974"/>
                    <a:pt x="0" y="2795"/>
                  </a:cubicBezTo>
                  <a:lnTo>
                    <a:pt x="0" y="7432"/>
                  </a:lnTo>
                  <a:cubicBezTo>
                    <a:pt x="0" y="8339"/>
                    <a:pt x="735" y="9074"/>
                    <a:pt x="1642" y="9074"/>
                  </a:cubicBezTo>
                  <a:lnTo>
                    <a:pt x="4680" y="9074"/>
                  </a:lnTo>
                  <a:cubicBezTo>
                    <a:pt x="5588" y="9074"/>
                    <a:pt x="6322" y="8339"/>
                    <a:pt x="6322" y="7432"/>
                  </a:cubicBezTo>
                  <a:lnTo>
                    <a:pt x="6322" y="2795"/>
                  </a:lnTo>
                  <a:cubicBezTo>
                    <a:pt x="6322" y="1974"/>
                    <a:pt x="5717" y="1283"/>
                    <a:pt x="4896" y="1182"/>
                  </a:cubicBezTo>
                  <a:lnTo>
                    <a:pt x="48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348;p35">
              <a:extLst>
                <a:ext uri="{FF2B5EF4-FFF2-40B4-BE49-F238E27FC236}">
                  <a16:creationId xmlns:a16="http://schemas.microsoft.com/office/drawing/2014/main" id="{22156F9B-0B31-9BE2-5970-F8FB343C25BF}"/>
                </a:ext>
              </a:extLst>
            </p:cNvPr>
            <p:cNvSpPr/>
            <p:nvPr/>
          </p:nvSpPr>
          <p:spPr>
            <a:xfrm flipH="1">
              <a:off x="1860700" y="3069248"/>
              <a:ext cx="129080" cy="43944"/>
            </a:xfrm>
            <a:custGeom>
              <a:avLst/>
              <a:gdLst/>
              <a:ahLst/>
              <a:cxnLst/>
              <a:rect l="l" t="t" r="r" b="b"/>
              <a:pathLst>
                <a:path w="3472" h="1182" extrusionOk="0">
                  <a:moveTo>
                    <a:pt x="1" y="1"/>
                  </a:moveTo>
                  <a:lnTo>
                    <a:pt x="1" y="1182"/>
                  </a:lnTo>
                  <a:lnTo>
                    <a:pt x="3471" y="1182"/>
                  </a:lnTo>
                  <a:lnTo>
                    <a:pt x="34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349;p35">
              <a:extLst>
                <a:ext uri="{FF2B5EF4-FFF2-40B4-BE49-F238E27FC236}">
                  <a16:creationId xmlns:a16="http://schemas.microsoft.com/office/drawing/2014/main" id="{D17E50E7-9766-79AE-6DEA-2CAA06EC4A2F}"/>
                </a:ext>
              </a:extLst>
            </p:cNvPr>
            <p:cNvSpPr/>
            <p:nvPr/>
          </p:nvSpPr>
          <p:spPr>
            <a:xfrm flipH="1">
              <a:off x="1838765" y="3049990"/>
              <a:ext cx="172950" cy="39668"/>
            </a:xfrm>
            <a:custGeom>
              <a:avLst/>
              <a:gdLst/>
              <a:ahLst/>
              <a:cxnLst/>
              <a:rect l="l" t="t" r="r" b="b"/>
              <a:pathLst>
                <a:path w="4652" h="1067" extrusionOk="0">
                  <a:moveTo>
                    <a:pt x="418" y="0"/>
                  </a:moveTo>
                  <a:cubicBezTo>
                    <a:pt x="188" y="0"/>
                    <a:pt x="0" y="173"/>
                    <a:pt x="0" y="404"/>
                  </a:cubicBezTo>
                  <a:lnTo>
                    <a:pt x="0" y="663"/>
                  </a:lnTo>
                  <a:cubicBezTo>
                    <a:pt x="0" y="879"/>
                    <a:pt x="188" y="1066"/>
                    <a:pt x="418" y="1066"/>
                  </a:cubicBezTo>
                  <a:lnTo>
                    <a:pt x="4249" y="1066"/>
                  </a:lnTo>
                  <a:cubicBezTo>
                    <a:pt x="4465" y="1066"/>
                    <a:pt x="4652" y="879"/>
                    <a:pt x="4652" y="663"/>
                  </a:cubicBezTo>
                  <a:lnTo>
                    <a:pt x="4652" y="404"/>
                  </a:lnTo>
                  <a:cubicBezTo>
                    <a:pt x="4652" y="173"/>
                    <a:pt x="4465" y="0"/>
                    <a:pt x="4249"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350;p35">
              <a:extLst>
                <a:ext uri="{FF2B5EF4-FFF2-40B4-BE49-F238E27FC236}">
                  <a16:creationId xmlns:a16="http://schemas.microsoft.com/office/drawing/2014/main" id="{E0D08210-470D-7903-B436-8A4071F8DB47}"/>
                </a:ext>
              </a:extLst>
            </p:cNvPr>
            <p:cNvSpPr/>
            <p:nvPr/>
          </p:nvSpPr>
          <p:spPr>
            <a:xfrm flipH="1">
              <a:off x="1863897" y="3179553"/>
              <a:ext cx="122649" cy="156369"/>
            </a:xfrm>
            <a:custGeom>
              <a:avLst/>
              <a:gdLst/>
              <a:ahLst/>
              <a:cxnLst/>
              <a:rect l="l" t="t" r="r" b="b"/>
              <a:pathLst>
                <a:path w="3299" h="4206" extrusionOk="0">
                  <a:moveTo>
                    <a:pt x="792" y="1"/>
                  </a:moveTo>
                  <a:cubicBezTo>
                    <a:pt x="346" y="1"/>
                    <a:pt x="0" y="361"/>
                    <a:pt x="0" y="793"/>
                  </a:cubicBezTo>
                  <a:lnTo>
                    <a:pt x="0" y="3414"/>
                  </a:lnTo>
                  <a:cubicBezTo>
                    <a:pt x="0" y="3860"/>
                    <a:pt x="346" y="4206"/>
                    <a:pt x="792" y="4206"/>
                  </a:cubicBezTo>
                  <a:lnTo>
                    <a:pt x="2520" y="4206"/>
                  </a:lnTo>
                  <a:cubicBezTo>
                    <a:pt x="2952" y="4206"/>
                    <a:pt x="3298" y="3860"/>
                    <a:pt x="3298" y="3414"/>
                  </a:cubicBezTo>
                  <a:lnTo>
                    <a:pt x="3298" y="793"/>
                  </a:lnTo>
                  <a:cubicBezTo>
                    <a:pt x="3298" y="361"/>
                    <a:pt x="2952" y="1"/>
                    <a:pt x="2520"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351;p35">
              <a:extLst>
                <a:ext uri="{FF2B5EF4-FFF2-40B4-BE49-F238E27FC236}">
                  <a16:creationId xmlns:a16="http://schemas.microsoft.com/office/drawing/2014/main" id="{F3FDEFC2-047D-E249-CE9B-E3015103E2AD}"/>
                </a:ext>
              </a:extLst>
            </p:cNvPr>
            <p:cNvSpPr/>
            <p:nvPr/>
          </p:nvSpPr>
          <p:spPr>
            <a:xfrm flipH="1">
              <a:off x="2238163" y="4405109"/>
              <a:ext cx="26805" cy="551491"/>
            </a:xfrm>
            <a:custGeom>
              <a:avLst/>
              <a:gdLst/>
              <a:ahLst/>
              <a:cxnLst/>
              <a:rect l="l" t="t" r="r" b="b"/>
              <a:pathLst>
                <a:path w="721" h="14834" extrusionOk="0">
                  <a:moveTo>
                    <a:pt x="332" y="0"/>
                  </a:moveTo>
                  <a:cubicBezTo>
                    <a:pt x="145" y="0"/>
                    <a:pt x="1" y="144"/>
                    <a:pt x="1" y="331"/>
                  </a:cubicBezTo>
                  <a:lnTo>
                    <a:pt x="58" y="14488"/>
                  </a:lnTo>
                  <a:cubicBezTo>
                    <a:pt x="58" y="14675"/>
                    <a:pt x="202" y="14833"/>
                    <a:pt x="389" y="14833"/>
                  </a:cubicBezTo>
                  <a:cubicBezTo>
                    <a:pt x="577" y="14833"/>
                    <a:pt x="721" y="14675"/>
                    <a:pt x="721" y="14488"/>
                  </a:cubicBezTo>
                  <a:lnTo>
                    <a:pt x="663" y="331"/>
                  </a:lnTo>
                  <a:cubicBezTo>
                    <a:pt x="663" y="144"/>
                    <a:pt x="519" y="0"/>
                    <a:pt x="332"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352;p35">
              <a:extLst>
                <a:ext uri="{FF2B5EF4-FFF2-40B4-BE49-F238E27FC236}">
                  <a16:creationId xmlns:a16="http://schemas.microsoft.com/office/drawing/2014/main" id="{208A5E98-0542-AC49-2AAF-470F48486C70}"/>
                </a:ext>
              </a:extLst>
            </p:cNvPr>
            <p:cNvSpPr/>
            <p:nvPr/>
          </p:nvSpPr>
          <p:spPr>
            <a:xfrm flipH="1">
              <a:off x="2048521" y="4481212"/>
              <a:ext cx="405458" cy="398803"/>
            </a:xfrm>
            <a:custGeom>
              <a:avLst/>
              <a:gdLst/>
              <a:ahLst/>
              <a:cxnLst/>
              <a:rect l="l" t="t" r="r" b="b"/>
              <a:pathLst>
                <a:path w="10906" h="10727" extrusionOk="0">
                  <a:moveTo>
                    <a:pt x="10427" y="0"/>
                  </a:moveTo>
                  <a:cubicBezTo>
                    <a:pt x="10350" y="0"/>
                    <a:pt x="10270" y="29"/>
                    <a:pt x="10197" y="99"/>
                  </a:cubicBezTo>
                  <a:lnTo>
                    <a:pt x="217" y="10151"/>
                  </a:lnTo>
                  <a:cubicBezTo>
                    <a:pt x="1" y="10367"/>
                    <a:pt x="159" y="10727"/>
                    <a:pt x="462" y="10727"/>
                  </a:cubicBezTo>
                  <a:cubicBezTo>
                    <a:pt x="548" y="10727"/>
                    <a:pt x="635" y="10684"/>
                    <a:pt x="692" y="10626"/>
                  </a:cubicBezTo>
                  <a:lnTo>
                    <a:pt x="10672" y="574"/>
                  </a:lnTo>
                  <a:cubicBezTo>
                    <a:pt x="10905" y="330"/>
                    <a:pt x="10685" y="0"/>
                    <a:pt x="10427"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353;p35">
              <a:extLst>
                <a:ext uri="{FF2B5EF4-FFF2-40B4-BE49-F238E27FC236}">
                  <a16:creationId xmlns:a16="http://schemas.microsoft.com/office/drawing/2014/main" id="{E13870DD-70B5-6ECB-3B3D-BFC687351DC7}"/>
                </a:ext>
              </a:extLst>
            </p:cNvPr>
            <p:cNvSpPr/>
            <p:nvPr/>
          </p:nvSpPr>
          <p:spPr>
            <a:xfrm flipH="1">
              <a:off x="1971526" y="4666913"/>
              <a:ext cx="560079" cy="27325"/>
            </a:xfrm>
            <a:custGeom>
              <a:avLst/>
              <a:gdLst/>
              <a:ahLst/>
              <a:cxnLst/>
              <a:rect l="l" t="t" r="r" b="b"/>
              <a:pathLst>
                <a:path w="15065" h="735" extrusionOk="0">
                  <a:moveTo>
                    <a:pt x="14618" y="0"/>
                  </a:moveTo>
                  <a:lnTo>
                    <a:pt x="447" y="58"/>
                  </a:lnTo>
                  <a:cubicBezTo>
                    <a:pt x="1" y="58"/>
                    <a:pt x="1" y="735"/>
                    <a:pt x="447" y="735"/>
                  </a:cubicBezTo>
                  <a:lnTo>
                    <a:pt x="14618" y="677"/>
                  </a:lnTo>
                  <a:cubicBezTo>
                    <a:pt x="15064" y="677"/>
                    <a:pt x="15064" y="0"/>
                    <a:pt x="14618" y="0"/>
                  </a:cubicBezTo>
                  <a:close/>
                </a:path>
              </a:pathLst>
            </a:custGeom>
            <a:solidFill>
              <a:srgbClr val="C0D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354;p35">
              <a:extLst>
                <a:ext uri="{FF2B5EF4-FFF2-40B4-BE49-F238E27FC236}">
                  <a16:creationId xmlns:a16="http://schemas.microsoft.com/office/drawing/2014/main" id="{CC42BDC0-989B-807D-D3F4-7840BCCD37FE}"/>
                </a:ext>
              </a:extLst>
            </p:cNvPr>
            <p:cNvSpPr/>
            <p:nvPr/>
          </p:nvSpPr>
          <p:spPr>
            <a:xfrm flipH="1">
              <a:off x="2048074" y="4482587"/>
              <a:ext cx="407986" cy="395829"/>
            </a:xfrm>
            <a:custGeom>
              <a:avLst/>
              <a:gdLst/>
              <a:ahLst/>
              <a:cxnLst/>
              <a:rect l="l" t="t" r="r" b="b"/>
              <a:pathLst>
                <a:path w="10974" h="10647" extrusionOk="0">
                  <a:moveTo>
                    <a:pt x="472" y="1"/>
                  </a:moveTo>
                  <a:cubicBezTo>
                    <a:pt x="216" y="1"/>
                    <a:pt x="1" y="337"/>
                    <a:pt x="244" y="580"/>
                  </a:cubicBezTo>
                  <a:lnTo>
                    <a:pt x="10296" y="10560"/>
                  </a:lnTo>
                  <a:cubicBezTo>
                    <a:pt x="10354" y="10618"/>
                    <a:pt x="10440" y="10647"/>
                    <a:pt x="10527" y="10647"/>
                  </a:cubicBezTo>
                  <a:cubicBezTo>
                    <a:pt x="10829" y="10647"/>
                    <a:pt x="10973" y="10287"/>
                    <a:pt x="10757" y="10071"/>
                  </a:cubicBezTo>
                  <a:lnTo>
                    <a:pt x="705" y="105"/>
                  </a:lnTo>
                  <a:cubicBezTo>
                    <a:pt x="631" y="31"/>
                    <a:pt x="550" y="1"/>
                    <a:pt x="472"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355;p35">
              <a:extLst>
                <a:ext uri="{FF2B5EF4-FFF2-40B4-BE49-F238E27FC236}">
                  <a16:creationId xmlns:a16="http://schemas.microsoft.com/office/drawing/2014/main" id="{5C3CA7F5-8235-01AC-C29F-7B25A514EF01}"/>
                </a:ext>
              </a:extLst>
            </p:cNvPr>
            <p:cNvSpPr/>
            <p:nvPr/>
          </p:nvSpPr>
          <p:spPr>
            <a:xfrm flipH="1">
              <a:off x="1988144" y="4417415"/>
              <a:ext cx="547216" cy="526545"/>
            </a:xfrm>
            <a:custGeom>
              <a:avLst/>
              <a:gdLst/>
              <a:ahLst/>
              <a:cxnLst/>
              <a:rect l="l" t="t" r="r" b="b"/>
              <a:pathLst>
                <a:path w="14719" h="14163" extrusionOk="0">
                  <a:moveTo>
                    <a:pt x="7597" y="2174"/>
                  </a:moveTo>
                  <a:cubicBezTo>
                    <a:pt x="10114" y="2174"/>
                    <a:pt x="12530" y="4131"/>
                    <a:pt x="12530" y="7086"/>
                  </a:cubicBezTo>
                  <a:cubicBezTo>
                    <a:pt x="12530" y="9779"/>
                    <a:pt x="10341" y="11982"/>
                    <a:pt x="7634" y="11982"/>
                  </a:cubicBezTo>
                  <a:cubicBezTo>
                    <a:pt x="3270" y="11982"/>
                    <a:pt x="1095" y="6697"/>
                    <a:pt x="4177" y="3615"/>
                  </a:cubicBezTo>
                  <a:cubicBezTo>
                    <a:pt x="5173" y="2620"/>
                    <a:pt x="6396" y="2174"/>
                    <a:pt x="7597" y="2174"/>
                  </a:cubicBezTo>
                  <a:close/>
                  <a:moveTo>
                    <a:pt x="7634" y="0"/>
                  </a:moveTo>
                  <a:cubicBezTo>
                    <a:pt x="4768" y="0"/>
                    <a:pt x="2190" y="1728"/>
                    <a:pt x="1095" y="4378"/>
                  </a:cubicBezTo>
                  <a:cubicBezTo>
                    <a:pt x="1" y="7014"/>
                    <a:pt x="606" y="10067"/>
                    <a:pt x="2622" y="12083"/>
                  </a:cubicBezTo>
                  <a:cubicBezTo>
                    <a:pt x="3981" y="13442"/>
                    <a:pt x="5791" y="14162"/>
                    <a:pt x="7634" y="14162"/>
                  </a:cubicBezTo>
                  <a:cubicBezTo>
                    <a:pt x="8545" y="14162"/>
                    <a:pt x="9464" y="13986"/>
                    <a:pt x="10341" y="13624"/>
                  </a:cubicBezTo>
                  <a:cubicBezTo>
                    <a:pt x="12991" y="12529"/>
                    <a:pt x="14719" y="9952"/>
                    <a:pt x="14719" y="7086"/>
                  </a:cubicBezTo>
                  <a:cubicBezTo>
                    <a:pt x="14719" y="3169"/>
                    <a:pt x="11551" y="0"/>
                    <a:pt x="7634" y="0"/>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356;p35">
              <a:extLst>
                <a:ext uri="{FF2B5EF4-FFF2-40B4-BE49-F238E27FC236}">
                  <a16:creationId xmlns:a16="http://schemas.microsoft.com/office/drawing/2014/main" id="{A916AB98-D41D-1D90-BB73-AE3AD248F1AE}"/>
                </a:ext>
              </a:extLst>
            </p:cNvPr>
            <p:cNvSpPr/>
            <p:nvPr/>
          </p:nvSpPr>
          <p:spPr>
            <a:xfrm flipH="1">
              <a:off x="1937248" y="4398306"/>
              <a:ext cx="610417" cy="566845"/>
            </a:xfrm>
            <a:custGeom>
              <a:avLst/>
              <a:gdLst/>
              <a:ahLst/>
              <a:cxnLst/>
              <a:rect l="l" t="t" r="r" b="b"/>
              <a:pathLst>
                <a:path w="16419" h="15247" extrusionOk="0">
                  <a:moveTo>
                    <a:pt x="7965" y="1090"/>
                  </a:moveTo>
                  <a:cubicBezTo>
                    <a:pt x="8829" y="1090"/>
                    <a:pt x="9693" y="1263"/>
                    <a:pt x="10499" y="1594"/>
                  </a:cubicBezTo>
                  <a:cubicBezTo>
                    <a:pt x="13567" y="2890"/>
                    <a:pt x="15151" y="6304"/>
                    <a:pt x="14172" y="9486"/>
                  </a:cubicBezTo>
                  <a:cubicBezTo>
                    <a:pt x="13322" y="12246"/>
                    <a:pt x="10774" y="14052"/>
                    <a:pt x="7990" y="14052"/>
                  </a:cubicBezTo>
                  <a:cubicBezTo>
                    <a:pt x="7563" y="14052"/>
                    <a:pt x="7130" y="14010"/>
                    <a:pt x="6697" y="13922"/>
                  </a:cubicBezTo>
                  <a:cubicBezTo>
                    <a:pt x="3428" y="13259"/>
                    <a:pt x="1196" y="10249"/>
                    <a:pt x="1527" y="6937"/>
                  </a:cubicBezTo>
                  <a:cubicBezTo>
                    <a:pt x="1844" y="3625"/>
                    <a:pt x="4638" y="1090"/>
                    <a:pt x="7965" y="1090"/>
                  </a:cubicBezTo>
                  <a:close/>
                  <a:moveTo>
                    <a:pt x="7993" y="1"/>
                  </a:moveTo>
                  <a:cubicBezTo>
                    <a:pt x="7489" y="1"/>
                    <a:pt x="6978" y="51"/>
                    <a:pt x="6467" y="154"/>
                  </a:cubicBezTo>
                  <a:cubicBezTo>
                    <a:pt x="2622" y="917"/>
                    <a:pt x="1" y="4475"/>
                    <a:pt x="389" y="8377"/>
                  </a:cubicBezTo>
                  <a:cubicBezTo>
                    <a:pt x="764" y="12266"/>
                    <a:pt x="4047" y="15247"/>
                    <a:pt x="7965" y="15247"/>
                  </a:cubicBezTo>
                  <a:cubicBezTo>
                    <a:pt x="8987" y="15247"/>
                    <a:pt x="9995" y="15045"/>
                    <a:pt x="10946" y="14642"/>
                  </a:cubicBezTo>
                  <a:cubicBezTo>
                    <a:pt x="14546" y="13130"/>
                    <a:pt x="16418" y="9112"/>
                    <a:pt x="15266" y="5367"/>
                  </a:cubicBezTo>
                  <a:cubicBezTo>
                    <a:pt x="14267" y="2121"/>
                    <a:pt x="11277" y="1"/>
                    <a:pt x="799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357;p35">
              <a:extLst>
                <a:ext uri="{FF2B5EF4-FFF2-40B4-BE49-F238E27FC236}">
                  <a16:creationId xmlns:a16="http://schemas.microsoft.com/office/drawing/2014/main" id="{1B22F1C5-C82A-D025-0611-5528234AB6E2}"/>
                </a:ext>
              </a:extLst>
            </p:cNvPr>
            <p:cNvSpPr/>
            <p:nvPr/>
          </p:nvSpPr>
          <p:spPr>
            <a:xfrm flipH="1">
              <a:off x="2166410" y="4617096"/>
              <a:ext cx="148896" cy="127556"/>
            </a:xfrm>
            <a:custGeom>
              <a:avLst/>
              <a:gdLst/>
              <a:ahLst/>
              <a:cxnLst/>
              <a:rect l="l" t="t" r="r" b="b"/>
              <a:pathLst>
                <a:path w="4005" h="3431" extrusionOk="0">
                  <a:moveTo>
                    <a:pt x="1715" y="1"/>
                  </a:moveTo>
                  <a:cubicBezTo>
                    <a:pt x="764" y="1"/>
                    <a:pt x="1" y="764"/>
                    <a:pt x="1" y="1715"/>
                  </a:cubicBezTo>
                  <a:cubicBezTo>
                    <a:pt x="1" y="2747"/>
                    <a:pt x="844" y="3430"/>
                    <a:pt x="1724" y="3430"/>
                  </a:cubicBezTo>
                  <a:cubicBezTo>
                    <a:pt x="2145" y="3430"/>
                    <a:pt x="2575" y="3274"/>
                    <a:pt x="2924" y="2924"/>
                  </a:cubicBezTo>
                  <a:cubicBezTo>
                    <a:pt x="4004" y="1844"/>
                    <a:pt x="3241" y="1"/>
                    <a:pt x="1715"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358;p35">
              <a:extLst>
                <a:ext uri="{FF2B5EF4-FFF2-40B4-BE49-F238E27FC236}">
                  <a16:creationId xmlns:a16="http://schemas.microsoft.com/office/drawing/2014/main" id="{CFEA8B02-1575-9D35-5B3B-1D3948F236C8}"/>
                </a:ext>
              </a:extLst>
            </p:cNvPr>
            <p:cNvSpPr/>
            <p:nvPr/>
          </p:nvSpPr>
          <p:spPr>
            <a:xfrm flipH="1">
              <a:off x="1038334" y="3061217"/>
              <a:ext cx="596996" cy="477099"/>
            </a:xfrm>
            <a:custGeom>
              <a:avLst/>
              <a:gdLst/>
              <a:ahLst/>
              <a:cxnLst/>
              <a:rect l="l" t="t" r="r" b="b"/>
              <a:pathLst>
                <a:path w="16058" h="12833" extrusionOk="0">
                  <a:moveTo>
                    <a:pt x="3932" y="1"/>
                  </a:moveTo>
                  <a:cubicBezTo>
                    <a:pt x="1772" y="1"/>
                    <a:pt x="0" y="1758"/>
                    <a:pt x="0" y="3932"/>
                  </a:cubicBezTo>
                  <a:lnTo>
                    <a:pt x="0" y="12832"/>
                  </a:lnTo>
                  <a:lnTo>
                    <a:pt x="1685" y="12832"/>
                  </a:lnTo>
                  <a:lnTo>
                    <a:pt x="1685" y="3932"/>
                  </a:lnTo>
                  <a:cubicBezTo>
                    <a:pt x="1685" y="2694"/>
                    <a:pt x="2693" y="1686"/>
                    <a:pt x="3932" y="1686"/>
                  </a:cubicBezTo>
                  <a:lnTo>
                    <a:pt x="15208" y="1686"/>
                  </a:lnTo>
                  <a:cubicBezTo>
                    <a:pt x="15669" y="1686"/>
                    <a:pt x="16058" y="1311"/>
                    <a:pt x="16058" y="850"/>
                  </a:cubicBezTo>
                  <a:cubicBezTo>
                    <a:pt x="16058" y="375"/>
                    <a:pt x="15669" y="1"/>
                    <a:pt x="15208"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359;p35">
              <a:extLst>
                <a:ext uri="{FF2B5EF4-FFF2-40B4-BE49-F238E27FC236}">
                  <a16:creationId xmlns:a16="http://schemas.microsoft.com/office/drawing/2014/main" id="{F343568F-99AD-3A50-FC8C-BB9CF558EF9A}"/>
                </a:ext>
              </a:extLst>
            </p:cNvPr>
            <p:cNvSpPr/>
            <p:nvPr/>
          </p:nvSpPr>
          <p:spPr>
            <a:xfrm flipH="1">
              <a:off x="1241769" y="3252384"/>
              <a:ext cx="651090" cy="140308"/>
            </a:xfrm>
            <a:custGeom>
              <a:avLst/>
              <a:gdLst/>
              <a:ahLst/>
              <a:cxnLst/>
              <a:rect l="l" t="t" r="r" b="b"/>
              <a:pathLst>
                <a:path w="17513" h="3774" extrusionOk="0">
                  <a:moveTo>
                    <a:pt x="1037" y="0"/>
                  </a:moveTo>
                  <a:cubicBezTo>
                    <a:pt x="461" y="0"/>
                    <a:pt x="0" y="461"/>
                    <a:pt x="0" y="1051"/>
                  </a:cubicBezTo>
                  <a:lnTo>
                    <a:pt x="0" y="2736"/>
                  </a:lnTo>
                  <a:cubicBezTo>
                    <a:pt x="0" y="3312"/>
                    <a:pt x="461" y="3773"/>
                    <a:pt x="1037" y="3773"/>
                  </a:cubicBezTo>
                  <a:lnTo>
                    <a:pt x="16461" y="3773"/>
                  </a:lnTo>
                  <a:cubicBezTo>
                    <a:pt x="17052" y="3773"/>
                    <a:pt x="17512" y="3312"/>
                    <a:pt x="17512" y="2736"/>
                  </a:cubicBezTo>
                  <a:lnTo>
                    <a:pt x="17512" y="1051"/>
                  </a:lnTo>
                  <a:cubicBezTo>
                    <a:pt x="17512" y="461"/>
                    <a:pt x="17052" y="0"/>
                    <a:pt x="16461"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360;p35">
              <a:extLst>
                <a:ext uri="{FF2B5EF4-FFF2-40B4-BE49-F238E27FC236}">
                  <a16:creationId xmlns:a16="http://schemas.microsoft.com/office/drawing/2014/main" id="{4A985F0C-28F2-6A27-69D3-DAC50AA8978C}"/>
                </a:ext>
              </a:extLst>
            </p:cNvPr>
            <p:cNvSpPr/>
            <p:nvPr/>
          </p:nvSpPr>
          <p:spPr>
            <a:xfrm flipH="1">
              <a:off x="1160387" y="3068727"/>
              <a:ext cx="171388" cy="119228"/>
            </a:xfrm>
            <a:custGeom>
              <a:avLst/>
              <a:gdLst/>
              <a:ahLst/>
              <a:cxnLst/>
              <a:rect l="l" t="t" r="r" b="b"/>
              <a:pathLst>
                <a:path w="4610" h="3207" extrusionOk="0">
                  <a:moveTo>
                    <a:pt x="1427" y="0"/>
                  </a:moveTo>
                  <a:cubicBezTo>
                    <a:pt x="1311" y="0"/>
                    <a:pt x="1182" y="29"/>
                    <a:pt x="1095" y="116"/>
                  </a:cubicBezTo>
                  <a:cubicBezTo>
                    <a:pt x="937" y="274"/>
                    <a:pt x="1" y="2621"/>
                    <a:pt x="44" y="2679"/>
                  </a:cubicBezTo>
                  <a:cubicBezTo>
                    <a:pt x="166" y="2814"/>
                    <a:pt x="421" y="2852"/>
                    <a:pt x="665" y="2852"/>
                  </a:cubicBezTo>
                  <a:cubicBezTo>
                    <a:pt x="967" y="2852"/>
                    <a:pt x="1254" y="2794"/>
                    <a:pt x="1254" y="2794"/>
                  </a:cubicBezTo>
                  <a:cubicBezTo>
                    <a:pt x="1254" y="2794"/>
                    <a:pt x="1686" y="3082"/>
                    <a:pt x="1888" y="3183"/>
                  </a:cubicBezTo>
                  <a:cubicBezTo>
                    <a:pt x="1918" y="3200"/>
                    <a:pt x="1951" y="3207"/>
                    <a:pt x="1983" y="3207"/>
                  </a:cubicBezTo>
                  <a:cubicBezTo>
                    <a:pt x="2180" y="3207"/>
                    <a:pt x="2392" y="2953"/>
                    <a:pt x="2392" y="2953"/>
                  </a:cubicBezTo>
                  <a:cubicBezTo>
                    <a:pt x="2608" y="3025"/>
                    <a:pt x="2824" y="3082"/>
                    <a:pt x="3040" y="3097"/>
                  </a:cubicBezTo>
                  <a:cubicBezTo>
                    <a:pt x="3155" y="3068"/>
                    <a:pt x="3342" y="2737"/>
                    <a:pt x="3342" y="2737"/>
                  </a:cubicBezTo>
                  <a:lnTo>
                    <a:pt x="3630" y="2780"/>
                  </a:lnTo>
                  <a:lnTo>
                    <a:pt x="4091" y="2866"/>
                  </a:lnTo>
                  <a:cubicBezTo>
                    <a:pt x="4221" y="2665"/>
                    <a:pt x="4321" y="2449"/>
                    <a:pt x="4393" y="2218"/>
                  </a:cubicBezTo>
                  <a:cubicBezTo>
                    <a:pt x="4437" y="1973"/>
                    <a:pt x="4609" y="879"/>
                    <a:pt x="4480" y="677"/>
                  </a:cubicBezTo>
                  <a:cubicBezTo>
                    <a:pt x="4404" y="602"/>
                    <a:pt x="4307" y="559"/>
                    <a:pt x="4197" y="559"/>
                  </a:cubicBezTo>
                  <a:cubicBezTo>
                    <a:pt x="4181" y="559"/>
                    <a:pt x="4165" y="560"/>
                    <a:pt x="4149" y="562"/>
                  </a:cubicBezTo>
                  <a:cubicBezTo>
                    <a:pt x="4127" y="560"/>
                    <a:pt x="4105" y="558"/>
                    <a:pt x="4084" y="558"/>
                  </a:cubicBezTo>
                  <a:cubicBezTo>
                    <a:pt x="3976" y="558"/>
                    <a:pt x="3870" y="588"/>
                    <a:pt x="3774" y="648"/>
                  </a:cubicBezTo>
                  <a:cubicBezTo>
                    <a:pt x="3688" y="721"/>
                    <a:pt x="3673" y="1383"/>
                    <a:pt x="3673" y="1441"/>
                  </a:cubicBezTo>
                  <a:cubicBezTo>
                    <a:pt x="3673" y="1441"/>
                    <a:pt x="3572" y="1239"/>
                    <a:pt x="3486" y="1081"/>
                  </a:cubicBezTo>
                  <a:cubicBezTo>
                    <a:pt x="3385" y="951"/>
                    <a:pt x="3227" y="865"/>
                    <a:pt x="3054" y="850"/>
                  </a:cubicBezTo>
                  <a:cubicBezTo>
                    <a:pt x="2996" y="836"/>
                    <a:pt x="2924" y="836"/>
                    <a:pt x="2852" y="821"/>
                  </a:cubicBezTo>
                  <a:cubicBezTo>
                    <a:pt x="2780" y="677"/>
                    <a:pt x="1931" y="677"/>
                    <a:pt x="1931" y="677"/>
                  </a:cubicBezTo>
                  <a:cubicBezTo>
                    <a:pt x="1945" y="519"/>
                    <a:pt x="1916" y="360"/>
                    <a:pt x="1873" y="216"/>
                  </a:cubicBezTo>
                  <a:cubicBezTo>
                    <a:pt x="1859" y="188"/>
                    <a:pt x="1844" y="159"/>
                    <a:pt x="1830" y="144"/>
                  </a:cubicBezTo>
                  <a:cubicBezTo>
                    <a:pt x="1715" y="44"/>
                    <a:pt x="1571" y="0"/>
                    <a:pt x="1427"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361;p35">
              <a:extLst>
                <a:ext uri="{FF2B5EF4-FFF2-40B4-BE49-F238E27FC236}">
                  <a16:creationId xmlns:a16="http://schemas.microsoft.com/office/drawing/2014/main" id="{E5B2BDE6-F09F-513A-8DAE-3D6D9BD2ABCB}"/>
                </a:ext>
              </a:extLst>
            </p:cNvPr>
            <p:cNvSpPr/>
            <p:nvPr/>
          </p:nvSpPr>
          <p:spPr>
            <a:xfrm flipH="1">
              <a:off x="1259428" y="3076757"/>
              <a:ext cx="21451" cy="71232"/>
            </a:xfrm>
            <a:custGeom>
              <a:avLst/>
              <a:gdLst/>
              <a:ahLst/>
              <a:cxnLst/>
              <a:rect l="l" t="t" r="r" b="b"/>
              <a:pathLst>
                <a:path w="577" h="1916" extrusionOk="0">
                  <a:moveTo>
                    <a:pt x="504" y="0"/>
                  </a:moveTo>
                  <a:cubicBezTo>
                    <a:pt x="432" y="188"/>
                    <a:pt x="274" y="447"/>
                    <a:pt x="158" y="821"/>
                  </a:cubicBezTo>
                  <a:cubicBezTo>
                    <a:pt x="29" y="1181"/>
                    <a:pt x="0" y="1556"/>
                    <a:pt x="58" y="1916"/>
                  </a:cubicBezTo>
                  <a:lnTo>
                    <a:pt x="562" y="461"/>
                  </a:lnTo>
                  <a:cubicBezTo>
                    <a:pt x="576" y="303"/>
                    <a:pt x="547" y="144"/>
                    <a:pt x="504"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362;p35">
              <a:extLst>
                <a:ext uri="{FF2B5EF4-FFF2-40B4-BE49-F238E27FC236}">
                  <a16:creationId xmlns:a16="http://schemas.microsoft.com/office/drawing/2014/main" id="{B75A3D7D-8CBF-E496-D886-A0C1A6488EB2}"/>
                </a:ext>
              </a:extLst>
            </p:cNvPr>
            <p:cNvSpPr/>
            <p:nvPr/>
          </p:nvSpPr>
          <p:spPr>
            <a:xfrm flipH="1">
              <a:off x="1212324" y="3099250"/>
              <a:ext cx="26805" cy="58926"/>
            </a:xfrm>
            <a:custGeom>
              <a:avLst/>
              <a:gdLst/>
              <a:ahLst/>
              <a:cxnLst/>
              <a:rect l="l" t="t" r="r" b="b"/>
              <a:pathLst>
                <a:path w="721" h="1585" extrusionOk="0">
                  <a:moveTo>
                    <a:pt x="360" y="0"/>
                  </a:moveTo>
                  <a:cubicBezTo>
                    <a:pt x="360" y="0"/>
                    <a:pt x="159" y="1037"/>
                    <a:pt x="0" y="1584"/>
                  </a:cubicBezTo>
                  <a:cubicBezTo>
                    <a:pt x="346" y="1138"/>
                    <a:pt x="720" y="879"/>
                    <a:pt x="562" y="29"/>
                  </a:cubicBezTo>
                  <a:cubicBezTo>
                    <a:pt x="504" y="15"/>
                    <a:pt x="432" y="15"/>
                    <a:pt x="360"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363;p35">
              <a:extLst>
                <a:ext uri="{FF2B5EF4-FFF2-40B4-BE49-F238E27FC236}">
                  <a16:creationId xmlns:a16="http://schemas.microsoft.com/office/drawing/2014/main" id="{A6920F7A-35AF-160A-EB79-C272532DC59B}"/>
                </a:ext>
              </a:extLst>
            </p:cNvPr>
            <p:cNvSpPr/>
            <p:nvPr/>
          </p:nvSpPr>
          <p:spPr>
            <a:xfrm flipH="1">
              <a:off x="1180240" y="3092744"/>
              <a:ext cx="27288" cy="79337"/>
            </a:xfrm>
            <a:custGeom>
              <a:avLst/>
              <a:gdLst/>
              <a:ahLst/>
              <a:cxnLst/>
              <a:rect l="l" t="t" r="r" b="b"/>
              <a:pathLst>
                <a:path w="734" h="2134" extrusionOk="0">
                  <a:moveTo>
                    <a:pt x="435" y="1"/>
                  </a:moveTo>
                  <a:cubicBezTo>
                    <a:pt x="434" y="1"/>
                    <a:pt x="433" y="1"/>
                    <a:pt x="432" y="2"/>
                  </a:cubicBezTo>
                  <a:cubicBezTo>
                    <a:pt x="360" y="75"/>
                    <a:pt x="346" y="737"/>
                    <a:pt x="346" y="795"/>
                  </a:cubicBezTo>
                  <a:cubicBezTo>
                    <a:pt x="374" y="953"/>
                    <a:pt x="403" y="1126"/>
                    <a:pt x="389" y="1284"/>
                  </a:cubicBezTo>
                  <a:cubicBezTo>
                    <a:pt x="389" y="1529"/>
                    <a:pt x="0" y="2091"/>
                    <a:pt x="0" y="2091"/>
                  </a:cubicBezTo>
                  <a:lnTo>
                    <a:pt x="288" y="2134"/>
                  </a:lnTo>
                  <a:cubicBezTo>
                    <a:pt x="446" y="1947"/>
                    <a:pt x="562" y="1731"/>
                    <a:pt x="677" y="1515"/>
                  </a:cubicBezTo>
                  <a:cubicBezTo>
                    <a:pt x="733" y="1373"/>
                    <a:pt x="485" y="1"/>
                    <a:pt x="435"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364;p35">
              <a:extLst>
                <a:ext uri="{FF2B5EF4-FFF2-40B4-BE49-F238E27FC236}">
                  <a16:creationId xmlns:a16="http://schemas.microsoft.com/office/drawing/2014/main" id="{EC0DEA70-79DD-CF27-B0BD-52670D374398}"/>
                </a:ext>
              </a:extLst>
            </p:cNvPr>
            <p:cNvSpPr/>
            <p:nvPr/>
          </p:nvSpPr>
          <p:spPr>
            <a:xfrm flipH="1">
              <a:off x="617484" y="3061217"/>
              <a:ext cx="596476" cy="477099"/>
            </a:xfrm>
            <a:custGeom>
              <a:avLst/>
              <a:gdLst/>
              <a:ahLst/>
              <a:cxnLst/>
              <a:rect l="l" t="t" r="r" b="b"/>
              <a:pathLst>
                <a:path w="16044" h="12833" extrusionOk="0">
                  <a:moveTo>
                    <a:pt x="3932" y="1"/>
                  </a:moveTo>
                  <a:cubicBezTo>
                    <a:pt x="1757" y="1"/>
                    <a:pt x="0" y="1758"/>
                    <a:pt x="0" y="3932"/>
                  </a:cubicBezTo>
                  <a:lnTo>
                    <a:pt x="0" y="12832"/>
                  </a:lnTo>
                  <a:lnTo>
                    <a:pt x="1671" y="12832"/>
                  </a:lnTo>
                  <a:lnTo>
                    <a:pt x="1671" y="3932"/>
                  </a:lnTo>
                  <a:cubicBezTo>
                    <a:pt x="1671" y="2694"/>
                    <a:pt x="2679" y="1686"/>
                    <a:pt x="3932" y="1686"/>
                  </a:cubicBezTo>
                  <a:lnTo>
                    <a:pt x="15194" y="1686"/>
                  </a:lnTo>
                  <a:cubicBezTo>
                    <a:pt x="15669" y="1686"/>
                    <a:pt x="16043" y="1311"/>
                    <a:pt x="16043" y="850"/>
                  </a:cubicBezTo>
                  <a:cubicBezTo>
                    <a:pt x="16043" y="375"/>
                    <a:pt x="15669" y="1"/>
                    <a:pt x="15194"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365;p35">
              <a:extLst>
                <a:ext uri="{FF2B5EF4-FFF2-40B4-BE49-F238E27FC236}">
                  <a16:creationId xmlns:a16="http://schemas.microsoft.com/office/drawing/2014/main" id="{885AA73B-1731-07C7-56DE-AED005794DAB}"/>
                </a:ext>
              </a:extLst>
            </p:cNvPr>
            <p:cNvSpPr/>
            <p:nvPr/>
          </p:nvSpPr>
          <p:spPr>
            <a:xfrm flipH="1">
              <a:off x="1557666" y="3316069"/>
              <a:ext cx="1085843" cy="1411369"/>
            </a:xfrm>
            <a:custGeom>
              <a:avLst/>
              <a:gdLst/>
              <a:ahLst/>
              <a:cxnLst/>
              <a:rect l="l" t="t" r="r" b="b"/>
              <a:pathLst>
                <a:path w="29207" h="37963" extrusionOk="0">
                  <a:moveTo>
                    <a:pt x="26686" y="2521"/>
                  </a:moveTo>
                  <a:lnTo>
                    <a:pt x="26686" y="35442"/>
                  </a:lnTo>
                  <a:lnTo>
                    <a:pt x="4609" y="35442"/>
                  </a:lnTo>
                  <a:cubicBezTo>
                    <a:pt x="3457" y="35442"/>
                    <a:pt x="2521" y="34506"/>
                    <a:pt x="2521" y="33354"/>
                  </a:cubicBezTo>
                  <a:lnTo>
                    <a:pt x="2521" y="2521"/>
                  </a:lnTo>
                  <a:close/>
                  <a:moveTo>
                    <a:pt x="1" y="1"/>
                  </a:moveTo>
                  <a:lnTo>
                    <a:pt x="1" y="35932"/>
                  </a:lnTo>
                  <a:cubicBezTo>
                    <a:pt x="1" y="37055"/>
                    <a:pt x="923" y="37963"/>
                    <a:pt x="2046" y="37963"/>
                  </a:cubicBezTo>
                  <a:lnTo>
                    <a:pt x="29207" y="37963"/>
                  </a:lnTo>
                  <a:lnTo>
                    <a:pt x="29207" y="1"/>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366;p35">
              <a:extLst>
                <a:ext uri="{FF2B5EF4-FFF2-40B4-BE49-F238E27FC236}">
                  <a16:creationId xmlns:a16="http://schemas.microsoft.com/office/drawing/2014/main" id="{A5579240-6820-871B-3C9D-07098B9A25A9}"/>
                </a:ext>
              </a:extLst>
            </p:cNvPr>
            <p:cNvSpPr/>
            <p:nvPr/>
          </p:nvSpPr>
          <p:spPr>
            <a:xfrm flipH="1">
              <a:off x="1137374" y="3316069"/>
              <a:ext cx="1086364" cy="1411369"/>
            </a:xfrm>
            <a:custGeom>
              <a:avLst/>
              <a:gdLst/>
              <a:ahLst/>
              <a:cxnLst/>
              <a:rect l="l" t="t" r="r" b="b"/>
              <a:pathLst>
                <a:path w="29221" h="37963" extrusionOk="0">
                  <a:moveTo>
                    <a:pt x="26686" y="2521"/>
                  </a:moveTo>
                  <a:lnTo>
                    <a:pt x="26686" y="33873"/>
                  </a:lnTo>
                  <a:cubicBezTo>
                    <a:pt x="26686" y="34737"/>
                    <a:pt x="25995" y="35442"/>
                    <a:pt x="25116" y="35442"/>
                  </a:cubicBezTo>
                  <a:lnTo>
                    <a:pt x="2521" y="35442"/>
                  </a:lnTo>
                  <a:lnTo>
                    <a:pt x="2535" y="2521"/>
                  </a:lnTo>
                  <a:close/>
                  <a:moveTo>
                    <a:pt x="0" y="1"/>
                  </a:moveTo>
                  <a:lnTo>
                    <a:pt x="0" y="37963"/>
                  </a:lnTo>
                  <a:lnTo>
                    <a:pt x="26988" y="37963"/>
                  </a:lnTo>
                  <a:cubicBezTo>
                    <a:pt x="28213" y="37963"/>
                    <a:pt x="29206" y="36969"/>
                    <a:pt x="29221" y="35745"/>
                  </a:cubicBezTo>
                  <a:lnTo>
                    <a:pt x="29221" y="1"/>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367;p35">
              <a:extLst>
                <a:ext uri="{FF2B5EF4-FFF2-40B4-BE49-F238E27FC236}">
                  <a16:creationId xmlns:a16="http://schemas.microsoft.com/office/drawing/2014/main" id="{E708D751-A9EC-B5EF-73EE-3F8050A0187C}"/>
                </a:ext>
              </a:extLst>
            </p:cNvPr>
            <p:cNvSpPr/>
            <p:nvPr/>
          </p:nvSpPr>
          <p:spPr>
            <a:xfrm flipH="1">
              <a:off x="1137895" y="3316069"/>
              <a:ext cx="1505614" cy="304707"/>
            </a:xfrm>
            <a:custGeom>
              <a:avLst/>
              <a:gdLst/>
              <a:ahLst/>
              <a:cxnLst/>
              <a:rect l="l" t="t" r="r" b="b"/>
              <a:pathLst>
                <a:path w="40498" h="8196" extrusionOk="0">
                  <a:moveTo>
                    <a:pt x="1" y="1"/>
                  </a:moveTo>
                  <a:lnTo>
                    <a:pt x="1" y="8195"/>
                  </a:lnTo>
                  <a:lnTo>
                    <a:pt x="40497" y="8195"/>
                  </a:lnTo>
                  <a:lnTo>
                    <a:pt x="40497" y="1"/>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368;p35">
              <a:extLst>
                <a:ext uri="{FF2B5EF4-FFF2-40B4-BE49-F238E27FC236}">
                  <a16:creationId xmlns:a16="http://schemas.microsoft.com/office/drawing/2014/main" id="{904278CA-484A-B9C5-4071-A1B2B32861C3}"/>
                </a:ext>
              </a:extLst>
            </p:cNvPr>
            <p:cNvSpPr/>
            <p:nvPr/>
          </p:nvSpPr>
          <p:spPr>
            <a:xfrm flipH="1">
              <a:off x="1137895" y="3316069"/>
              <a:ext cx="989479" cy="304707"/>
            </a:xfrm>
            <a:custGeom>
              <a:avLst/>
              <a:gdLst/>
              <a:ahLst/>
              <a:cxnLst/>
              <a:rect l="l" t="t" r="r" b="b"/>
              <a:pathLst>
                <a:path w="26615" h="8196" extrusionOk="0">
                  <a:moveTo>
                    <a:pt x="1" y="1"/>
                  </a:moveTo>
                  <a:lnTo>
                    <a:pt x="1" y="8195"/>
                  </a:lnTo>
                  <a:lnTo>
                    <a:pt x="26614" y="8195"/>
                  </a:lnTo>
                  <a:lnTo>
                    <a:pt x="26614" y="1"/>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369;p35">
              <a:extLst>
                <a:ext uri="{FF2B5EF4-FFF2-40B4-BE49-F238E27FC236}">
                  <a16:creationId xmlns:a16="http://schemas.microsoft.com/office/drawing/2014/main" id="{79E9A7F5-4BEE-F1E2-D591-2A377B023998}"/>
                </a:ext>
              </a:extLst>
            </p:cNvPr>
            <p:cNvSpPr/>
            <p:nvPr/>
          </p:nvSpPr>
          <p:spPr>
            <a:xfrm flipH="1">
              <a:off x="1695260" y="4405109"/>
              <a:ext cx="26805" cy="551491"/>
            </a:xfrm>
            <a:custGeom>
              <a:avLst/>
              <a:gdLst/>
              <a:ahLst/>
              <a:cxnLst/>
              <a:rect l="l" t="t" r="r" b="b"/>
              <a:pathLst>
                <a:path w="721" h="14834" extrusionOk="0">
                  <a:moveTo>
                    <a:pt x="332" y="0"/>
                  </a:moveTo>
                  <a:cubicBezTo>
                    <a:pt x="144" y="0"/>
                    <a:pt x="0" y="144"/>
                    <a:pt x="0" y="331"/>
                  </a:cubicBezTo>
                  <a:lnTo>
                    <a:pt x="58" y="14488"/>
                  </a:lnTo>
                  <a:cubicBezTo>
                    <a:pt x="58" y="14675"/>
                    <a:pt x="202" y="14833"/>
                    <a:pt x="389" y="14833"/>
                  </a:cubicBezTo>
                  <a:cubicBezTo>
                    <a:pt x="576" y="14833"/>
                    <a:pt x="720" y="14675"/>
                    <a:pt x="720" y="14488"/>
                  </a:cubicBezTo>
                  <a:lnTo>
                    <a:pt x="663" y="331"/>
                  </a:lnTo>
                  <a:cubicBezTo>
                    <a:pt x="663" y="144"/>
                    <a:pt x="519" y="0"/>
                    <a:pt x="332"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370;p35">
              <a:extLst>
                <a:ext uri="{FF2B5EF4-FFF2-40B4-BE49-F238E27FC236}">
                  <a16:creationId xmlns:a16="http://schemas.microsoft.com/office/drawing/2014/main" id="{48567EFC-6788-3A56-4F0F-A8D859133737}"/>
                </a:ext>
              </a:extLst>
            </p:cNvPr>
            <p:cNvSpPr/>
            <p:nvPr/>
          </p:nvSpPr>
          <p:spPr>
            <a:xfrm flipH="1">
              <a:off x="1505246" y="4480989"/>
              <a:ext cx="405272" cy="399026"/>
            </a:xfrm>
            <a:custGeom>
              <a:avLst/>
              <a:gdLst/>
              <a:ahLst/>
              <a:cxnLst/>
              <a:rect l="l" t="t" r="r" b="b"/>
              <a:pathLst>
                <a:path w="10901" h="10733" extrusionOk="0">
                  <a:moveTo>
                    <a:pt x="10417" y="0"/>
                  </a:moveTo>
                  <a:cubicBezTo>
                    <a:pt x="10338" y="0"/>
                    <a:pt x="10255" y="31"/>
                    <a:pt x="10182" y="105"/>
                  </a:cubicBezTo>
                  <a:lnTo>
                    <a:pt x="202" y="10157"/>
                  </a:lnTo>
                  <a:cubicBezTo>
                    <a:pt x="0" y="10373"/>
                    <a:pt x="144" y="10733"/>
                    <a:pt x="447" y="10733"/>
                  </a:cubicBezTo>
                  <a:cubicBezTo>
                    <a:pt x="533" y="10733"/>
                    <a:pt x="619" y="10690"/>
                    <a:pt x="677" y="10632"/>
                  </a:cubicBezTo>
                  <a:lnTo>
                    <a:pt x="10657" y="580"/>
                  </a:lnTo>
                  <a:cubicBezTo>
                    <a:pt x="10900" y="337"/>
                    <a:pt x="10677" y="0"/>
                    <a:pt x="10417"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371;p35">
              <a:extLst>
                <a:ext uri="{FF2B5EF4-FFF2-40B4-BE49-F238E27FC236}">
                  <a16:creationId xmlns:a16="http://schemas.microsoft.com/office/drawing/2014/main" id="{7EDAB633-6231-A1F9-6B79-88D1FA372C3A}"/>
                </a:ext>
              </a:extLst>
            </p:cNvPr>
            <p:cNvSpPr/>
            <p:nvPr/>
          </p:nvSpPr>
          <p:spPr>
            <a:xfrm flipH="1">
              <a:off x="1428623" y="4666913"/>
              <a:ext cx="560079" cy="27325"/>
            </a:xfrm>
            <a:custGeom>
              <a:avLst/>
              <a:gdLst/>
              <a:ahLst/>
              <a:cxnLst/>
              <a:rect l="l" t="t" r="r" b="b"/>
              <a:pathLst>
                <a:path w="15065" h="735" extrusionOk="0">
                  <a:moveTo>
                    <a:pt x="14618" y="0"/>
                  </a:moveTo>
                  <a:lnTo>
                    <a:pt x="447" y="58"/>
                  </a:lnTo>
                  <a:cubicBezTo>
                    <a:pt x="1" y="58"/>
                    <a:pt x="1" y="735"/>
                    <a:pt x="447" y="735"/>
                  </a:cubicBezTo>
                  <a:lnTo>
                    <a:pt x="14618" y="677"/>
                  </a:lnTo>
                  <a:cubicBezTo>
                    <a:pt x="15064" y="677"/>
                    <a:pt x="15064" y="0"/>
                    <a:pt x="14618"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372;p35">
              <a:extLst>
                <a:ext uri="{FF2B5EF4-FFF2-40B4-BE49-F238E27FC236}">
                  <a16:creationId xmlns:a16="http://schemas.microsoft.com/office/drawing/2014/main" id="{DBE3B826-1D9C-CD2A-1724-611BB5AB19EC}"/>
                </a:ext>
              </a:extLst>
            </p:cNvPr>
            <p:cNvSpPr/>
            <p:nvPr/>
          </p:nvSpPr>
          <p:spPr>
            <a:xfrm flipH="1">
              <a:off x="1505209" y="4482587"/>
              <a:ext cx="408358" cy="395829"/>
            </a:xfrm>
            <a:custGeom>
              <a:avLst/>
              <a:gdLst/>
              <a:ahLst/>
              <a:cxnLst/>
              <a:rect l="l" t="t" r="r" b="b"/>
              <a:pathLst>
                <a:path w="10984" h="10647" extrusionOk="0">
                  <a:moveTo>
                    <a:pt x="481" y="1"/>
                  </a:moveTo>
                  <a:cubicBezTo>
                    <a:pt x="222" y="1"/>
                    <a:pt x="1" y="337"/>
                    <a:pt x="255" y="580"/>
                  </a:cubicBezTo>
                  <a:lnTo>
                    <a:pt x="10307" y="10560"/>
                  </a:lnTo>
                  <a:cubicBezTo>
                    <a:pt x="10365" y="10618"/>
                    <a:pt x="10451" y="10647"/>
                    <a:pt x="10537" y="10647"/>
                  </a:cubicBezTo>
                  <a:cubicBezTo>
                    <a:pt x="10840" y="10647"/>
                    <a:pt x="10984" y="10287"/>
                    <a:pt x="10768" y="10071"/>
                  </a:cubicBezTo>
                  <a:lnTo>
                    <a:pt x="716" y="105"/>
                  </a:lnTo>
                  <a:cubicBezTo>
                    <a:pt x="642" y="31"/>
                    <a:pt x="560" y="1"/>
                    <a:pt x="481"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373;p35">
              <a:extLst>
                <a:ext uri="{FF2B5EF4-FFF2-40B4-BE49-F238E27FC236}">
                  <a16:creationId xmlns:a16="http://schemas.microsoft.com/office/drawing/2014/main" id="{AE1B0446-7FB3-E59C-C02F-056814B57AB2}"/>
                </a:ext>
              </a:extLst>
            </p:cNvPr>
            <p:cNvSpPr/>
            <p:nvPr/>
          </p:nvSpPr>
          <p:spPr>
            <a:xfrm flipH="1">
              <a:off x="1445241" y="4417415"/>
              <a:ext cx="547216" cy="526545"/>
            </a:xfrm>
            <a:custGeom>
              <a:avLst/>
              <a:gdLst/>
              <a:ahLst/>
              <a:cxnLst/>
              <a:rect l="l" t="t" r="r" b="b"/>
              <a:pathLst>
                <a:path w="14719" h="14163" extrusionOk="0">
                  <a:moveTo>
                    <a:pt x="7597" y="2174"/>
                  </a:moveTo>
                  <a:cubicBezTo>
                    <a:pt x="10114" y="2174"/>
                    <a:pt x="12530" y="4131"/>
                    <a:pt x="12530" y="7086"/>
                  </a:cubicBezTo>
                  <a:cubicBezTo>
                    <a:pt x="12530" y="9779"/>
                    <a:pt x="10341" y="11982"/>
                    <a:pt x="7633" y="11982"/>
                  </a:cubicBezTo>
                  <a:cubicBezTo>
                    <a:pt x="3270" y="11982"/>
                    <a:pt x="1095" y="6697"/>
                    <a:pt x="4177" y="3615"/>
                  </a:cubicBezTo>
                  <a:cubicBezTo>
                    <a:pt x="5173" y="2620"/>
                    <a:pt x="6396" y="2174"/>
                    <a:pt x="7597" y="2174"/>
                  </a:cubicBezTo>
                  <a:close/>
                  <a:moveTo>
                    <a:pt x="7633" y="0"/>
                  </a:moveTo>
                  <a:cubicBezTo>
                    <a:pt x="4768" y="0"/>
                    <a:pt x="2190" y="1728"/>
                    <a:pt x="1095" y="4378"/>
                  </a:cubicBezTo>
                  <a:cubicBezTo>
                    <a:pt x="1" y="7014"/>
                    <a:pt x="606" y="10067"/>
                    <a:pt x="2622" y="12083"/>
                  </a:cubicBezTo>
                  <a:cubicBezTo>
                    <a:pt x="3981" y="13442"/>
                    <a:pt x="5791" y="14162"/>
                    <a:pt x="7634" y="14162"/>
                  </a:cubicBezTo>
                  <a:cubicBezTo>
                    <a:pt x="8545" y="14162"/>
                    <a:pt x="9464" y="13986"/>
                    <a:pt x="10341" y="13624"/>
                  </a:cubicBezTo>
                  <a:cubicBezTo>
                    <a:pt x="12991" y="12529"/>
                    <a:pt x="14719" y="9952"/>
                    <a:pt x="14719" y="7086"/>
                  </a:cubicBezTo>
                  <a:cubicBezTo>
                    <a:pt x="14719" y="3169"/>
                    <a:pt x="11551" y="0"/>
                    <a:pt x="7633" y="0"/>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374;p35">
              <a:extLst>
                <a:ext uri="{FF2B5EF4-FFF2-40B4-BE49-F238E27FC236}">
                  <a16:creationId xmlns:a16="http://schemas.microsoft.com/office/drawing/2014/main" id="{D36985C1-CB85-1ABD-7ABB-0104AF6CBA1A}"/>
                </a:ext>
              </a:extLst>
            </p:cNvPr>
            <p:cNvSpPr/>
            <p:nvPr/>
          </p:nvSpPr>
          <p:spPr>
            <a:xfrm flipH="1">
              <a:off x="1394382" y="4398306"/>
              <a:ext cx="610380" cy="566845"/>
            </a:xfrm>
            <a:custGeom>
              <a:avLst/>
              <a:gdLst/>
              <a:ahLst/>
              <a:cxnLst/>
              <a:rect l="l" t="t" r="r" b="b"/>
              <a:pathLst>
                <a:path w="16418" h="15247" extrusionOk="0">
                  <a:moveTo>
                    <a:pt x="7964" y="1090"/>
                  </a:moveTo>
                  <a:cubicBezTo>
                    <a:pt x="8829" y="1090"/>
                    <a:pt x="9693" y="1263"/>
                    <a:pt x="10499" y="1594"/>
                  </a:cubicBezTo>
                  <a:cubicBezTo>
                    <a:pt x="13567" y="2890"/>
                    <a:pt x="15151" y="6304"/>
                    <a:pt x="14171" y="9486"/>
                  </a:cubicBezTo>
                  <a:cubicBezTo>
                    <a:pt x="13322" y="12246"/>
                    <a:pt x="10774" y="14052"/>
                    <a:pt x="7990" y="14052"/>
                  </a:cubicBezTo>
                  <a:cubicBezTo>
                    <a:pt x="7563" y="14052"/>
                    <a:pt x="7130" y="14010"/>
                    <a:pt x="6697" y="13922"/>
                  </a:cubicBezTo>
                  <a:cubicBezTo>
                    <a:pt x="3428" y="13259"/>
                    <a:pt x="1196" y="10249"/>
                    <a:pt x="1527" y="6937"/>
                  </a:cubicBezTo>
                  <a:cubicBezTo>
                    <a:pt x="1858" y="3625"/>
                    <a:pt x="4638" y="1090"/>
                    <a:pt x="7964" y="1090"/>
                  </a:cubicBezTo>
                  <a:close/>
                  <a:moveTo>
                    <a:pt x="7993" y="1"/>
                  </a:moveTo>
                  <a:cubicBezTo>
                    <a:pt x="7489" y="1"/>
                    <a:pt x="6978" y="51"/>
                    <a:pt x="6467" y="154"/>
                  </a:cubicBezTo>
                  <a:cubicBezTo>
                    <a:pt x="2622" y="917"/>
                    <a:pt x="1" y="4475"/>
                    <a:pt x="389" y="8377"/>
                  </a:cubicBezTo>
                  <a:cubicBezTo>
                    <a:pt x="764" y="12266"/>
                    <a:pt x="4047" y="15247"/>
                    <a:pt x="7964" y="15247"/>
                  </a:cubicBezTo>
                  <a:cubicBezTo>
                    <a:pt x="8987" y="15247"/>
                    <a:pt x="10009" y="15045"/>
                    <a:pt x="10946" y="14642"/>
                  </a:cubicBezTo>
                  <a:cubicBezTo>
                    <a:pt x="14560" y="13130"/>
                    <a:pt x="16418" y="9112"/>
                    <a:pt x="15266" y="5367"/>
                  </a:cubicBezTo>
                  <a:cubicBezTo>
                    <a:pt x="14267" y="2121"/>
                    <a:pt x="11277" y="1"/>
                    <a:pt x="799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375;p35">
              <a:extLst>
                <a:ext uri="{FF2B5EF4-FFF2-40B4-BE49-F238E27FC236}">
                  <a16:creationId xmlns:a16="http://schemas.microsoft.com/office/drawing/2014/main" id="{BC934FBE-1C4F-F631-F2CD-D3C172728CA7}"/>
                </a:ext>
              </a:extLst>
            </p:cNvPr>
            <p:cNvSpPr/>
            <p:nvPr/>
          </p:nvSpPr>
          <p:spPr>
            <a:xfrm flipH="1">
              <a:off x="1623507" y="4617096"/>
              <a:ext cx="148896" cy="127556"/>
            </a:xfrm>
            <a:custGeom>
              <a:avLst/>
              <a:gdLst/>
              <a:ahLst/>
              <a:cxnLst/>
              <a:rect l="l" t="t" r="r" b="b"/>
              <a:pathLst>
                <a:path w="4005" h="3431" extrusionOk="0">
                  <a:moveTo>
                    <a:pt x="1714" y="1"/>
                  </a:moveTo>
                  <a:cubicBezTo>
                    <a:pt x="764" y="1"/>
                    <a:pt x="1" y="764"/>
                    <a:pt x="1" y="1715"/>
                  </a:cubicBezTo>
                  <a:cubicBezTo>
                    <a:pt x="1" y="2747"/>
                    <a:pt x="844" y="3430"/>
                    <a:pt x="1724" y="3430"/>
                  </a:cubicBezTo>
                  <a:cubicBezTo>
                    <a:pt x="2145" y="3430"/>
                    <a:pt x="2575" y="3274"/>
                    <a:pt x="2924" y="2924"/>
                  </a:cubicBezTo>
                  <a:cubicBezTo>
                    <a:pt x="4004" y="1844"/>
                    <a:pt x="3241" y="1"/>
                    <a:pt x="1714"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376;p35">
              <a:extLst>
                <a:ext uri="{FF2B5EF4-FFF2-40B4-BE49-F238E27FC236}">
                  <a16:creationId xmlns:a16="http://schemas.microsoft.com/office/drawing/2014/main" id="{D5332014-C369-40E7-ACAF-7426A56706E7}"/>
                </a:ext>
              </a:extLst>
            </p:cNvPr>
            <p:cNvSpPr/>
            <p:nvPr/>
          </p:nvSpPr>
          <p:spPr>
            <a:xfrm flipH="1">
              <a:off x="1678679" y="4650853"/>
              <a:ext cx="69633" cy="59633"/>
            </a:xfrm>
            <a:custGeom>
              <a:avLst/>
              <a:gdLst/>
              <a:ahLst/>
              <a:cxnLst/>
              <a:rect l="l" t="t" r="r" b="b"/>
              <a:pathLst>
                <a:path w="1873" h="1604" extrusionOk="0">
                  <a:moveTo>
                    <a:pt x="1066" y="0"/>
                  </a:moveTo>
                  <a:cubicBezTo>
                    <a:pt x="346" y="0"/>
                    <a:pt x="1" y="864"/>
                    <a:pt x="505" y="1368"/>
                  </a:cubicBezTo>
                  <a:cubicBezTo>
                    <a:pt x="668" y="1531"/>
                    <a:pt x="868" y="1604"/>
                    <a:pt x="1065" y="1604"/>
                  </a:cubicBezTo>
                  <a:cubicBezTo>
                    <a:pt x="1477" y="1604"/>
                    <a:pt x="1873" y="1284"/>
                    <a:pt x="1873" y="807"/>
                  </a:cubicBezTo>
                  <a:cubicBezTo>
                    <a:pt x="1873" y="360"/>
                    <a:pt x="1513" y="0"/>
                    <a:pt x="10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377;p35">
              <a:extLst>
                <a:ext uri="{FF2B5EF4-FFF2-40B4-BE49-F238E27FC236}">
                  <a16:creationId xmlns:a16="http://schemas.microsoft.com/office/drawing/2014/main" id="{173965A0-7BBE-DA9A-71A3-BB116B90B6FD}"/>
                </a:ext>
              </a:extLst>
            </p:cNvPr>
            <p:cNvSpPr/>
            <p:nvPr/>
          </p:nvSpPr>
          <p:spPr>
            <a:xfrm flipH="1">
              <a:off x="819358" y="4651894"/>
              <a:ext cx="366236" cy="313778"/>
            </a:xfrm>
            <a:custGeom>
              <a:avLst/>
              <a:gdLst/>
              <a:ahLst/>
              <a:cxnLst/>
              <a:rect l="l" t="t" r="r" b="b"/>
              <a:pathLst>
                <a:path w="9851" h="8440" extrusionOk="0">
                  <a:moveTo>
                    <a:pt x="5631" y="1"/>
                  </a:moveTo>
                  <a:cubicBezTo>
                    <a:pt x="1887" y="1"/>
                    <a:pt x="0" y="4537"/>
                    <a:pt x="2665" y="7202"/>
                  </a:cubicBezTo>
                  <a:cubicBezTo>
                    <a:pt x="3520" y="8057"/>
                    <a:pt x="4572" y="8440"/>
                    <a:pt x="5605" y="8440"/>
                  </a:cubicBezTo>
                  <a:cubicBezTo>
                    <a:pt x="7771" y="8440"/>
                    <a:pt x="9851" y="6756"/>
                    <a:pt x="9851" y="4221"/>
                  </a:cubicBezTo>
                  <a:cubicBezTo>
                    <a:pt x="9851" y="1888"/>
                    <a:pt x="7964" y="1"/>
                    <a:pt x="5631"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378;p35">
              <a:extLst>
                <a:ext uri="{FF2B5EF4-FFF2-40B4-BE49-F238E27FC236}">
                  <a16:creationId xmlns:a16="http://schemas.microsoft.com/office/drawing/2014/main" id="{F465C4EF-E33D-5957-0755-3A4451DD4382}"/>
                </a:ext>
              </a:extLst>
            </p:cNvPr>
            <p:cNvSpPr/>
            <p:nvPr/>
          </p:nvSpPr>
          <p:spPr>
            <a:xfrm flipH="1">
              <a:off x="886798" y="4741863"/>
              <a:ext cx="155848" cy="133653"/>
            </a:xfrm>
            <a:custGeom>
              <a:avLst/>
              <a:gdLst/>
              <a:ahLst/>
              <a:cxnLst/>
              <a:rect l="l" t="t" r="r" b="b"/>
              <a:pathLst>
                <a:path w="4192" h="3595" extrusionOk="0">
                  <a:moveTo>
                    <a:pt x="1786" y="0"/>
                  </a:moveTo>
                  <a:cubicBezTo>
                    <a:pt x="807" y="0"/>
                    <a:pt x="1" y="807"/>
                    <a:pt x="1" y="1801"/>
                  </a:cubicBezTo>
                  <a:cubicBezTo>
                    <a:pt x="1" y="2882"/>
                    <a:pt x="884" y="3594"/>
                    <a:pt x="1803" y="3594"/>
                  </a:cubicBezTo>
                  <a:cubicBezTo>
                    <a:pt x="2242" y="3594"/>
                    <a:pt x="2690" y="3431"/>
                    <a:pt x="3054" y="3068"/>
                  </a:cubicBezTo>
                  <a:cubicBezTo>
                    <a:pt x="4191" y="1930"/>
                    <a:pt x="3385" y="0"/>
                    <a:pt x="17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379;p35">
              <a:extLst>
                <a:ext uri="{FF2B5EF4-FFF2-40B4-BE49-F238E27FC236}">
                  <a16:creationId xmlns:a16="http://schemas.microsoft.com/office/drawing/2014/main" id="{6D474488-4FEB-91AB-C1F6-7BACE7144D44}"/>
                </a:ext>
              </a:extLst>
            </p:cNvPr>
            <p:cNvSpPr/>
            <p:nvPr/>
          </p:nvSpPr>
          <p:spPr>
            <a:xfrm flipH="1">
              <a:off x="934980" y="4673866"/>
              <a:ext cx="319689" cy="165477"/>
            </a:xfrm>
            <a:custGeom>
              <a:avLst/>
              <a:gdLst/>
              <a:ahLst/>
              <a:cxnLst/>
              <a:rect l="l" t="t" r="r" b="b"/>
              <a:pathLst>
                <a:path w="8599" h="4451" extrusionOk="0">
                  <a:moveTo>
                    <a:pt x="1081" y="0"/>
                  </a:moveTo>
                  <a:cubicBezTo>
                    <a:pt x="476" y="0"/>
                    <a:pt x="1" y="504"/>
                    <a:pt x="1" y="1109"/>
                  </a:cubicBezTo>
                  <a:lnTo>
                    <a:pt x="1" y="3370"/>
                  </a:lnTo>
                  <a:cubicBezTo>
                    <a:pt x="1" y="3975"/>
                    <a:pt x="490" y="4450"/>
                    <a:pt x="1081" y="4450"/>
                  </a:cubicBezTo>
                  <a:lnTo>
                    <a:pt x="7489" y="4450"/>
                  </a:lnTo>
                  <a:cubicBezTo>
                    <a:pt x="8109" y="4450"/>
                    <a:pt x="8598" y="3946"/>
                    <a:pt x="8584" y="3342"/>
                  </a:cubicBezTo>
                  <a:cubicBezTo>
                    <a:pt x="8556" y="2760"/>
                    <a:pt x="8080" y="2290"/>
                    <a:pt x="7501" y="2290"/>
                  </a:cubicBezTo>
                  <a:cubicBezTo>
                    <a:pt x="7492" y="2290"/>
                    <a:pt x="7484" y="2290"/>
                    <a:pt x="7475" y="2290"/>
                  </a:cubicBezTo>
                  <a:lnTo>
                    <a:pt x="2175" y="2290"/>
                  </a:lnTo>
                  <a:lnTo>
                    <a:pt x="2175" y="1109"/>
                  </a:lnTo>
                  <a:cubicBezTo>
                    <a:pt x="2175" y="504"/>
                    <a:pt x="1686" y="0"/>
                    <a:pt x="1081"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380;p35">
              <a:extLst>
                <a:ext uri="{FF2B5EF4-FFF2-40B4-BE49-F238E27FC236}">
                  <a16:creationId xmlns:a16="http://schemas.microsoft.com/office/drawing/2014/main" id="{26AF2040-E8E1-F180-70D4-2CB60B5FFFC8}"/>
                </a:ext>
              </a:extLst>
            </p:cNvPr>
            <p:cNvSpPr/>
            <p:nvPr/>
          </p:nvSpPr>
          <p:spPr>
            <a:xfrm flipH="1">
              <a:off x="513090" y="3034449"/>
              <a:ext cx="228121" cy="145885"/>
            </a:xfrm>
            <a:custGeom>
              <a:avLst/>
              <a:gdLst/>
              <a:ahLst/>
              <a:cxnLst/>
              <a:rect l="l" t="t" r="r" b="b"/>
              <a:pathLst>
                <a:path w="6136" h="3924" extrusionOk="0">
                  <a:moveTo>
                    <a:pt x="2636" y="1"/>
                  </a:moveTo>
                  <a:cubicBezTo>
                    <a:pt x="1974" y="1"/>
                    <a:pt x="1484" y="44"/>
                    <a:pt x="1412" y="174"/>
                  </a:cubicBezTo>
                  <a:cubicBezTo>
                    <a:pt x="1124" y="606"/>
                    <a:pt x="692" y="922"/>
                    <a:pt x="375" y="1354"/>
                  </a:cubicBezTo>
                  <a:cubicBezTo>
                    <a:pt x="1" y="1887"/>
                    <a:pt x="58" y="2521"/>
                    <a:pt x="15" y="3155"/>
                  </a:cubicBezTo>
                  <a:cubicBezTo>
                    <a:pt x="1" y="3396"/>
                    <a:pt x="1" y="3846"/>
                    <a:pt x="344" y="3846"/>
                  </a:cubicBezTo>
                  <a:cubicBezTo>
                    <a:pt x="350" y="3846"/>
                    <a:pt x="355" y="3846"/>
                    <a:pt x="361" y="3846"/>
                  </a:cubicBezTo>
                  <a:cubicBezTo>
                    <a:pt x="389" y="3846"/>
                    <a:pt x="418" y="3846"/>
                    <a:pt x="433" y="3831"/>
                  </a:cubicBezTo>
                  <a:cubicBezTo>
                    <a:pt x="649" y="3759"/>
                    <a:pt x="735" y="3428"/>
                    <a:pt x="793" y="3255"/>
                  </a:cubicBezTo>
                  <a:cubicBezTo>
                    <a:pt x="922" y="3500"/>
                    <a:pt x="1124" y="3846"/>
                    <a:pt x="1412" y="3904"/>
                  </a:cubicBezTo>
                  <a:cubicBezTo>
                    <a:pt x="1453" y="3914"/>
                    <a:pt x="1501" y="3924"/>
                    <a:pt x="1545" y="3924"/>
                  </a:cubicBezTo>
                  <a:cubicBezTo>
                    <a:pt x="1564" y="3924"/>
                    <a:pt x="1582" y="3922"/>
                    <a:pt x="1599" y="3918"/>
                  </a:cubicBezTo>
                  <a:cubicBezTo>
                    <a:pt x="1714" y="3918"/>
                    <a:pt x="1830" y="3860"/>
                    <a:pt x="1916" y="3774"/>
                  </a:cubicBezTo>
                  <a:cubicBezTo>
                    <a:pt x="2031" y="3846"/>
                    <a:pt x="2175" y="3889"/>
                    <a:pt x="2319" y="3889"/>
                  </a:cubicBezTo>
                  <a:lnTo>
                    <a:pt x="2348" y="3889"/>
                  </a:lnTo>
                  <a:cubicBezTo>
                    <a:pt x="2535" y="3860"/>
                    <a:pt x="2550" y="3644"/>
                    <a:pt x="2550" y="3630"/>
                  </a:cubicBezTo>
                  <a:cubicBezTo>
                    <a:pt x="2651" y="3640"/>
                    <a:pt x="2753" y="3650"/>
                    <a:pt x="2855" y="3650"/>
                  </a:cubicBezTo>
                  <a:cubicBezTo>
                    <a:pt x="2897" y="3650"/>
                    <a:pt x="2939" y="3648"/>
                    <a:pt x="2982" y="3644"/>
                  </a:cubicBezTo>
                  <a:cubicBezTo>
                    <a:pt x="2998" y="3646"/>
                    <a:pt x="3015" y="3647"/>
                    <a:pt x="3032" y="3647"/>
                  </a:cubicBezTo>
                  <a:cubicBezTo>
                    <a:pt x="3144" y="3647"/>
                    <a:pt x="3256" y="3606"/>
                    <a:pt x="3356" y="3543"/>
                  </a:cubicBezTo>
                  <a:cubicBezTo>
                    <a:pt x="3500" y="3399"/>
                    <a:pt x="3990" y="2579"/>
                    <a:pt x="3932" y="2363"/>
                  </a:cubicBezTo>
                  <a:cubicBezTo>
                    <a:pt x="3932" y="2363"/>
                    <a:pt x="5012" y="2219"/>
                    <a:pt x="5171" y="2132"/>
                  </a:cubicBezTo>
                  <a:cubicBezTo>
                    <a:pt x="5185" y="2118"/>
                    <a:pt x="5214" y="2103"/>
                    <a:pt x="5228" y="2103"/>
                  </a:cubicBezTo>
                  <a:cubicBezTo>
                    <a:pt x="6135" y="1556"/>
                    <a:pt x="5775" y="159"/>
                    <a:pt x="4724" y="87"/>
                  </a:cubicBezTo>
                  <a:cubicBezTo>
                    <a:pt x="4018" y="44"/>
                    <a:pt x="3255" y="1"/>
                    <a:pt x="2636" y="1"/>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381;p35">
              <a:extLst>
                <a:ext uri="{FF2B5EF4-FFF2-40B4-BE49-F238E27FC236}">
                  <a16:creationId xmlns:a16="http://schemas.microsoft.com/office/drawing/2014/main" id="{3B457B67-01AE-B26C-1400-9911F1A7FB47}"/>
                </a:ext>
              </a:extLst>
            </p:cNvPr>
            <p:cNvSpPr/>
            <p:nvPr/>
          </p:nvSpPr>
          <p:spPr>
            <a:xfrm flipH="1">
              <a:off x="669979" y="3109957"/>
              <a:ext cx="32679" cy="68221"/>
            </a:xfrm>
            <a:custGeom>
              <a:avLst/>
              <a:gdLst/>
              <a:ahLst/>
              <a:cxnLst/>
              <a:rect l="l" t="t" r="r" b="b"/>
              <a:pathLst>
                <a:path w="879" h="1835" extrusionOk="0">
                  <a:moveTo>
                    <a:pt x="332" y="0"/>
                  </a:moveTo>
                  <a:lnTo>
                    <a:pt x="332" y="0"/>
                  </a:lnTo>
                  <a:cubicBezTo>
                    <a:pt x="332" y="15"/>
                    <a:pt x="0" y="634"/>
                    <a:pt x="58" y="1008"/>
                  </a:cubicBezTo>
                  <a:cubicBezTo>
                    <a:pt x="130" y="1268"/>
                    <a:pt x="260" y="1512"/>
                    <a:pt x="432" y="1714"/>
                  </a:cubicBezTo>
                  <a:cubicBezTo>
                    <a:pt x="488" y="1794"/>
                    <a:pt x="576" y="1834"/>
                    <a:pt x="664" y="1834"/>
                  </a:cubicBezTo>
                  <a:cubicBezTo>
                    <a:pt x="735" y="1834"/>
                    <a:pt x="807" y="1808"/>
                    <a:pt x="865" y="1757"/>
                  </a:cubicBezTo>
                  <a:cubicBezTo>
                    <a:pt x="865" y="1757"/>
                    <a:pt x="879" y="1757"/>
                    <a:pt x="879" y="1743"/>
                  </a:cubicBezTo>
                  <a:cubicBezTo>
                    <a:pt x="648" y="1570"/>
                    <a:pt x="476" y="1340"/>
                    <a:pt x="360" y="1080"/>
                  </a:cubicBezTo>
                  <a:cubicBezTo>
                    <a:pt x="245" y="692"/>
                    <a:pt x="332" y="15"/>
                    <a:pt x="332"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382;p35">
              <a:extLst>
                <a:ext uri="{FF2B5EF4-FFF2-40B4-BE49-F238E27FC236}">
                  <a16:creationId xmlns:a16="http://schemas.microsoft.com/office/drawing/2014/main" id="{B04CA554-B792-DC9A-E65C-AC0BEA020DEC}"/>
                </a:ext>
              </a:extLst>
            </p:cNvPr>
            <p:cNvSpPr/>
            <p:nvPr/>
          </p:nvSpPr>
          <p:spPr>
            <a:xfrm flipH="1">
              <a:off x="646408" y="3130293"/>
              <a:ext cx="17696" cy="48777"/>
            </a:xfrm>
            <a:custGeom>
              <a:avLst/>
              <a:gdLst/>
              <a:ahLst/>
              <a:cxnLst/>
              <a:rect l="l" t="t" r="r" b="b"/>
              <a:pathLst>
                <a:path w="476" h="1312" extrusionOk="0">
                  <a:moveTo>
                    <a:pt x="87" y="1"/>
                  </a:moveTo>
                  <a:lnTo>
                    <a:pt x="87" y="1"/>
                  </a:lnTo>
                  <a:cubicBezTo>
                    <a:pt x="0" y="447"/>
                    <a:pt x="44" y="908"/>
                    <a:pt x="245" y="1311"/>
                  </a:cubicBezTo>
                  <a:lnTo>
                    <a:pt x="274" y="1311"/>
                  </a:lnTo>
                  <a:cubicBezTo>
                    <a:pt x="461" y="1282"/>
                    <a:pt x="476" y="1066"/>
                    <a:pt x="476" y="1052"/>
                  </a:cubicBezTo>
                  <a:cubicBezTo>
                    <a:pt x="288" y="721"/>
                    <a:pt x="159" y="375"/>
                    <a:pt x="87"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383;p35">
              <a:extLst>
                <a:ext uri="{FF2B5EF4-FFF2-40B4-BE49-F238E27FC236}">
                  <a16:creationId xmlns:a16="http://schemas.microsoft.com/office/drawing/2014/main" id="{6266911F-CB6E-CF3C-EE47-3A53948D3832}"/>
                </a:ext>
              </a:extLst>
            </p:cNvPr>
            <p:cNvSpPr/>
            <p:nvPr/>
          </p:nvSpPr>
          <p:spPr>
            <a:xfrm flipH="1">
              <a:off x="592873" y="3103005"/>
              <a:ext cx="37512" cy="66957"/>
            </a:xfrm>
            <a:custGeom>
              <a:avLst/>
              <a:gdLst/>
              <a:ahLst/>
              <a:cxnLst/>
              <a:rect l="l" t="t" r="r" b="b"/>
              <a:pathLst>
                <a:path w="1009" h="1801" extrusionOk="0">
                  <a:moveTo>
                    <a:pt x="663" y="0"/>
                  </a:moveTo>
                  <a:lnTo>
                    <a:pt x="44" y="792"/>
                  </a:lnTo>
                  <a:cubicBezTo>
                    <a:pt x="44" y="792"/>
                    <a:pt x="1" y="1383"/>
                    <a:pt x="1" y="1800"/>
                  </a:cubicBezTo>
                  <a:cubicBezTo>
                    <a:pt x="130" y="1800"/>
                    <a:pt x="260" y="1771"/>
                    <a:pt x="375" y="1699"/>
                  </a:cubicBezTo>
                  <a:cubicBezTo>
                    <a:pt x="519" y="1555"/>
                    <a:pt x="1009" y="735"/>
                    <a:pt x="951" y="519"/>
                  </a:cubicBezTo>
                  <a:cubicBezTo>
                    <a:pt x="879" y="331"/>
                    <a:pt x="793" y="159"/>
                    <a:pt x="663"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384;p35">
              <a:extLst>
                <a:ext uri="{FF2B5EF4-FFF2-40B4-BE49-F238E27FC236}">
                  <a16:creationId xmlns:a16="http://schemas.microsoft.com/office/drawing/2014/main" id="{790F48E4-53FB-392D-5AC8-FC9ED3E4541D}"/>
                </a:ext>
              </a:extLst>
            </p:cNvPr>
            <p:cNvSpPr/>
            <p:nvPr/>
          </p:nvSpPr>
          <p:spPr>
            <a:xfrm flipH="1">
              <a:off x="710131" y="3100328"/>
              <a:ext cx="17176" cy="76586"/>
            </a:xfrm>
            <a:custGeom>
              <a:avLst/>
              <a:gdLst/>
              <a:ahLst/>
              <a:cxnLst/>
              <a:rect l="l" t="t" r="r" b="b"/>
              <a:pathLst>
                <a:path w="462" h="2060" extrusionOk="0">
                  <a:moveTo>
                    <a:pt x="462" y="0"/>
                  </a:moveTo>
                  <a:cubicBezTo>
                    <a:pt x="462" y="0"/>
                    <a:pt x="44" y="591"/>
                    <a:pt x="30" y="749"/>
                  </a:cubicBezTo>
                  <a:cubicBezTo>
                    <a:pt x="1" y="1066"/>
                    <a:pt x="1" y="1368"/>
                    <a:pt x="44" y="1671"/>
                  </a:cubicBezTo>
                  <a:cubicBezTo>
                    <a:pt x="59" y="1800"/>
                    <a:pt x="73" y="1930"/>
                    <a:pt x="59" y="2059"/>
                  </a:cubicBezTo>
                  <a:cubicBezTo>
                    <a:pt x="275" y="1987"/>
                    <a:pt x="361" y="1656"/>
                    <a:pt x="419" y="1483"/>
                  </a:cubicBezTo>
                  <a:cubicBezTo>
                    <a:pt x="419" y="1483"/>
                    <a:pt x="203" y="835"/>
                    <a:pt x="231" y="605"/>
                  </a:cubicBezTo>
                  <a:cubicBezTo>
                    <a:pt x="289" y="403"/>
                    <a:pt x="375" y="202"/>
                    <a:pt x="462"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385;p35">
              <a:extLst>
                <a:ext uri="{FF2B5EF4-FFF2-40B4-BE49-F238E27FC236}">
                  <a16:creationId xmlns:a16="http://schemas.microsoft.com/office/drawing/2014/main" id="{BDDF10C5-2B7C-A57C-94E2-9B28848139E7}"/>
                </a:ext>
              </a:extLst>
            </p:cNvPr>
            <p:cNvSpPr/>
            <p:nvPr/>
          </p:nvSpPr>
          <p:spPr>
            <a:xfrm flipH="1">
              <a:off x="-12674" y="2161224"/>
              <a:ext cx="600231" cy="999629"/>
            </a:xfrm>
            <a:custGeom>
              <a:avLst/>
              <a:gdLst/>
              <a:ahLst/>
              <a:cxnLst/>
              <a:rect l="l" t="t" r="r" b="b"/>
              <a:pathLst>
                <a:path w="16145" h="26888" extrusionOk="0">
                  <a:moveTo>
                    <a:pt x="11234" y="0"/>
                  </a:moveTo>
                  <a:cubicBezTo>
                    <a:pt x="11190" y="0"/>
                    <a:pt x="11133" y="0"/>
                    <a:pt x="11075" y="15"/>
                  </a:cubicBezTo>
                  <a:cubicBezTo>
                    <a:pt x="8397" y="260"/>
                    <a:pt x="7605" y="4638"/>
                    <a:pt x="8209" y="9390"/>
                  </a:cubicBezTo>
                  <a:cubicBezTo>
                    <a:pt x="8872" y="14762"/>
                    <a:pt x="9160" y="16965"/>
                    <a:pt x="9160" y="16965"/>
                  </a:cubicBezTo>
                  <a:lnTo>
                    <a:pt x="1" y="23129"/>
                  </a:lnTo>
                  <a:lnTo>
                    <a:pt x="1470" y="26887"/>
                  </a:lnTo>
                  <a:cubicBezTo>
                    <a:pt x="1470" y="26887"/>
                    <a:pt x="15194" y="23762"/>
                    <a:pt x="15669" y="18967"/>
                  </a:cubicBezTo>
                  <a:cubicBezTo>
                    <a:pt x="16145" y="14243"/>
                    <a:pt x="15309" y="0"/>
                    <a:pt x="11234" y="0"/>
                  </a:cubicBez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386;p35">
              <a:extLst>
                <a:ext uri="{FF2B5EF4-FFF2-40B4-BE49-F238E27FC236}">
                  <a16:creationId xmlns:a16="http://schemas.microsoft.com/office/drawing/2014/main" id="{63676E30-8FF2-6ADB-900D-98BD67873E9C}"/>
                </a:ext>
              </a:extLst>
            </p:cNvPr>
            <p:cNvSpPr/>
            <p:nvPr/>
          </p:nvSpPr>
          <p:spPr>
            <a:xfrm flipH="1">
              <a:off x="557517" y="1839304"/>
              <a:ext cx="36471" cy="17845"/>
            </a:xfrm>
            <a:custGeom>
              <a:avLst/>
              <a:gdLst/>
              <a:ahLst/>
              <a:cxnLst/>
              <a:rect l="l" t="t" r="r" b="b"/>
              <a:pathLst>
                <a:path w="981" h="480" extrusionOk="0">
                  <a:moveTo>
                    <a:pt x="507" y="1"/>
                  </a:moveTo>
                  <a:cubicBezTo>
                    <a:pt x="300" y="1"/>
                    <a:pt x="87" y="134"/>
                    <a:pt x="1" y="321"/>
                  </a:cubicBezTo>
                  <a:cubicBezTo>
                    <a:pt x="98" y="301"/>
                    <a:pt x="196" y="291"/>
                    <a:pt x="292" y="291"/>
                  </a:cubicBezTo>
                  <a:cubicBezTo>
                    <a:pt x="537" y="291"/>
                    <a:pt x="773" y="355"/>
                    <a:pt x="980" y="479"/>
                  </a:cubicBezTo>
                  <a:cubicBezTo>
                    <a:pt x="915" y="134"/>
                    <a:pt x="714" y="1"/>
                    <a:pt x="507"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387;p35">
              <a:extLst>
                <a:ext uri="{FF2B5EF4-FFF2-40B4-BE49-F238E27FC236}">
                  <a16:creationId xmlns:a16="http://schemas.microsoft.com/office/drawing/2014/main" id="{90EDE041-CB91-73C4-D0D3-CF178D30F22C}"/>
                </a:ext>
              </a:extLst>
            </p:cNvPr>
            <p:cNvSpPr/>
            <p:nvPr/>
          </p:nvSpPr>
          <p:spPr>
            <a:xfrm flipH="1">
              <a:off x="569860" y="1872653"/>
              <a:ext cx="23571" cy="23571"/>
            </a:xfrm>
            <a:custGeom>
              <a:avLst/>
              <a:gdLst/>
              <a:ahLst/>
              <a:cxnLst/>
              <a:rect l="l" t="t" r="r" b="b"/>
              <a:pathLst>
                <a:path w="634" h="634" extrusionOk="0">
                  <a:moveTo>
                    <a:pt x="317" y="0"/>
                  </a:moveTo>
                  <a:cubicBezTo>
                    <a:pt x="274" y="0"/>
                    <a:pt x="231" y="0"/>
                    <a:pt x="188" y="29"/>
                  </a:cubicBezTo>
                  <a:cubicBezTo>
                    <a:pt x="72" y="72"/>
                    <a:pt x="0" y="187"/>
                    <a:pt x="0" y="317"/>
                  </a:cubicBezTo>
                  <a:cubicBezTo>
                    <a:pt x="0" y="346"/>
                    <a:pt x="15" y="374"/>
                    <a:pt x="15" y="403"/>
                  </a:cubicBezTo>
                  <a:cubicBezTo>
                    <a:pt x="29" y="461"/>
                    <a:pt x="58" y="504"/>
                    <a:pt x="101" y="547"/>
                  </a:cubicBezTo>
                  <a:lnTo>
                    <a:pt x="173" y="590"/>
                  </a:lnTo>
                  <a:cubicBezTo>
                    <a:pt x="216" y="619"/>
                    <a:pt x="274" y="634"/>
                    <a:pt x="332" y="634"/>
                  </a:cubicBezTo>
                  <a:cubicBezTo>
                    <a:pt x="504" y="619"/>
                    <a:pt x="634" y="475"/>
                    <a:pt x="634" y="302"/>
                  </a:cubicBezTo>
                  <a:cubicBezTo>
                    <a:pt x="634" y="274"/>
                    <a:pt x="634" y="259"/>
                    <a:pt x="620" y="230"/>
                  </a:cubicBezTo>
                  <a:cubicBezTo>
                    <a:pt x="605" y="173"/>
                    <a:pt x="576" y="130"/>
                    <a:pt x="533" y="86"/>
                  </a:cubicBezTo>
                  <a:cubicBezTo>
                    <a:pt x="519" y="72"/>
                    <a:pt x="490" y="58"/>
                    <a:pt x="476" y="29"/>
                  </a:cubicBezTo>
                  <a:cubicBezTo>
                    <a:pt x="418" y="14"/>
                    <a:pt x="375" y="0"/>
                    <a:pt x="317"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388;p35">
              <a:extLst>
                <a:ext uri="{FF2B5EF4-FFF2-40B4-BE49-F238E27FC236}">
                  <a16:creationId xmlns:a16="http://schemas.microsoft.com/office/drawing/2014/main" id="{FB933D8E-D701-FB8F-74EB-57C789BEB527}"/>
                </a:ext>
              </a:extLst>
            </p:cNvPr>
            <p:cNvSpPr/>
            <p:nvPr/>
          </p:nvSpPr>
          <p:spPr>
            <a:xfrm flipH="1">
              <a:off x="563949" y="1933661"/>
              <a:ext cx="43423" cy="21042"/>
            </a:xfrm>
            <a:custGeom>
              <a:avLst/>
              <a:gdLst/>
              <a:ahLst/>
              <a:cxnLst/>
              <a:rect l="l" t="t" r="r" b="b"/>
              <a:pathLst>
                <a:path w="1168" h="566" extrusionOk="0">
                  <a:moveTo>
                    <a:pt x="1167" y="1"/>
                  </a:moveTo>
                  <a:lnTo>
                    <a:pt x="1167" y="1"/>
                  </a:lnTo>
                  <a:cubicBezTo>
                    <a:pt x="980" y="73"/>
                    <a:pt x="793" y="130"/>
                    <a:pt x="606" y="145"/>
                  </a:cubicBezTo>
                  <a:cubicBezTo>
                    <a:pt x="260" y="188"/>
                    <a:pt x="1" y="202"/>
                    <a:pt x="1" y="202"/>
                  </a:cubicBezTo>
                  <a:cubicBezTo>
                    <a:pt x="1" y="202"/>
                    <a:pt x="234" y="566"/>
                    <a:pt x="578" y="566"/>
                  </a:cubicBezTo>
                  <a:cubicBezTo>
                    <a:pt x="597" y="566"/>
                    <a:pt x="615" y="565"/>
                    <a:pt x="635" y="562"/>
                  </a:cubicBezTo>
                  <a:cubicBezTo>
                    <a:pt x="923" y="505"/>
                    <a:pt x="1139" y="289"/>
                    <a:pt x="11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389;p35">
              <a:extLst>
                <a:ext uri="{FF2B5EF4-FFF2-40B4-BE49-F238E27FC236}">
                  <a16:creationId xmlns:a16="http://schemas.microsoft.com/office/drawing/2014/main" id="{DCE6115E-BE6B-9BEE-57BA-8A2278C1D1D3}"/>
                </a:ext>
              </a:extLst>
            </p:cNvPr>
            <p:cNvSpPr/>
            <p:nvPr/>
          </p:nvSpPr>
          <p:spPr>
            <a:xfrm flipH="1">
              <a:off x="1921745" y="1772162"/>
              <a:ext cx="36434" cy="15391"/>
            </a:xfrm>
            <a:custGeom>
              <a:avLst/>
              <a:gdLst/>
              <a:ahLst/>
              <a:cxnLst/>
              <a:rect l="l" t="t" r="r" b="b"/>
              <a:pathLst>
                <a:path w="980" h="414" extrusionOk="0">
                  <a:moveTo>
                    <a:pt x="513" y="1"/>
                  </a:moveTo>
                  <a:cubicBezTo>
                    <a:pt x="283" y="1"/>
                    <a:pt x="57" y="182"/>
                    <a:pt x="0" y="399"/>
                  </a:cubicBezTo>
                  <a:cubicBezTo>
                    <a:pt x="154" y="343"/>
                    <a:pt x="315" y="314"/>
                    <a:pt x="475" y="314"/>
                  </a:cubicBezTo>
                  <a:cubicBezTo>
                    <a:pt x="646" y="314"/>
                    <a:pt x="817" y="346"/>
                    <a:pt x="980" y="413"/>
                  </a:cubicBezTo>
                  <a:cubicBezTo>
                    <a:pt x="878" y="114"/>
                    <a:pt x="695" y="1"/>
                    <a:pt x="51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390;p35">
              <a:extLst>
                <a:ext uri="{FF2B5EF4-FFF2-40B4-BE49-F238E27FC236}">
                  <a16:creationId xmlns:a16="http://schemas.microsoft.com/office/drawing/2014/main" id="{96DCC447-FB3A-099B-21C7-510DE7446207}"/>
                </a:ext>
              </a:extLst>
            </p:cNvPr>
            <p:cNvSpPr/>
            <p:nvPr/>
          </p:nvSpPr>
          <p:spPr>
            <a:xfrm flipH="1">
              <a:off x="1928177" y="1812128"/>
              <a:ext cx="23571" cy="23794"/>
            </a:xfrm>
            <a:custGeom>
              <a:avLst/>
              <a:gdLst/>
              <a:ahLst/>
              <a:cxnLst/>
              <a:rect l="l" t="t" r="r" b="b"/>
              <a:pathLst>
                <a:path w="634" h="640" extrusionOk="0">
                  <a:moveTo>
                    <a:pt x="303" y="1"/>
                  </a:moveTo>
                  <a:cubicBezTo>
                    <a:pt x="259" y="1"/>
                    <a:pt x="216" y="15"/>
                    <a:pt x="187" y="29"/>
                  </a:cubicBezTo>
                  <a:cubicBezTo>
                    <a:pt x="72" y="87"/>
                    <a:pt x="0" y="202"/>
                    <a:pt x="0" y="332"/>
                  </a:cubicBezTo>
                  <a:cubicBezTo>
                    <a:pt x="0" y="361"/>
                    <a:pt x="0" y="390"/>
                    <a:pt x="0" y="404"/>
                  </a:cubicBezTo>
                  <a:cubicBezTo>
                    <a:pt x="15" y="462"/>
                    <a:pt x="58" y="519"/>
                    <a:pt x="87" y="548"/>
                  </a:cubicBezTo>
                  <a:lnTo>
                    <a:pt x="159" y="606"/>
                  </a:lnTo>
                  <a:cubicBezTo>
                    <a:pt x="201" y="627"/>
                    <a:pt x="235" y="640"/>
                    <a:pt x="273" y="640"/>
                  </a:cubicBezTo>
                  <a:cubicBezTo>
                    <a:pt x="287" y="640"/>
                    <a:pt x="302" y="638"/>
                    <a:pt x="317" y="634"/>
                  </a:cubicBezTo>
                  <a:cubicBezTo>
                    <a:pt x="490" y="634"/>
                    <a:pt x="634" y="490"/>
                    <a:pt x="634" y="317"/>
                  </a:cubicBezTo>
                  <a:cubicBezTo>
                    <a:pt x="634" y="289"/>
                    <a:pt x="620" y="260"/>
                    <a:pt x="620" y="231"/>
                  </a:cubicBezTo>
                  <a:cubicBezTo>
                    <a:pt x="605" y="173"/>
                    <a:pt x="576" y="130"/>
                    <a:pt x="533" y="87"/>
                  </a:cubicBezTo>
                  <a:cubicBezTo>
                    <a:pt x="504" y="73"/>
                    <a:pt x="490" y="58"/>
                    <a:pt x="461" y="44"/>
                  </a:cubicBezTo>
                  <a:cubicBezTo>
                    <a:pt x="418" y="15"/>
                    <a:pt x="360" y="1"/>
                    <a:pt x="30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391;p35">
              <a:extLst>
                <a:ext uri="{FF2B5EF4-FFF2-40B4-BE49-F238E27FC236}">
                  <a16:creationId xmlns:a16="http://schemas.microsoft.com/office/drawing/2014/main" id="{8EFD382B-78B1-E17D-F785-D10E1B4C74D3}"/>
                </a:ext>
              </a:extLst>
            </p:cNvPr>
            <p:cNvSpPr/>
            <p:nvPr/>
          </p:nvSpPr>
          <p:spPr>
            <a:xfrm flipH="1">
              <a:off x="1922823" y="1880125"/>
              <a:ext cx="43386" cy="21042"/>
            </a:xfrm>
            <a:custGeom>
              <a:avLst/>
              <a:gdLst/>
              <a:ahLst/>
              <a:cxnLst/>
              <a:rect l="l" t="t" r="r" b="b"/>
              <a:pathLst>
                <a:path w="1167" h="566" extrusionOk="0">
                  <a:moveTo>
                    <a:pt x="1167" y="1"/>
                  </a:moveTo>
                  <a:lnTo>
                    <a:pt x="1167" y="1"/>
                  </a:lnTo>
                  <a:cubicBezTo>
                    <a:pt x="994" y="73"/>
                    <a:pt x="807" y="130"/>
                    <a:pt x="605" y="145"/>
                  </a:cubicBezTo>
                  <a:cubicBezTo>
                    <a:pt x="260" y="188"/>
                    <a:pt x="0" y="202"/>
                    <a:pt x="0" y="202"/>
                  </a:cubicBezTo>
                  <a:cubicBezTo>
                    <a:pt x="0" y="202"/>
                    <a:pt x="247" y="566"/>
                    <a:pt x="592" y="566"/>
                  </a:cubicBezTo>
                  <a:cubicBezTo>
                    <a:pt x="611" y="566"/>
                    <a:pt x="629" y="564"/>
                    <a:pt x="648" y="562"/>
                  </a:cubicBezTo>
                  <a:cubicBezTo>
                    <a:pt x="922" y="505"/>
                    <a:pt x="1138" y="289"/>
                    <a:pt x="11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392;p35">
              <a:extLst>
                <a:ext uri="{FF2B5EF4-FFF2-40B4-BE49-F238E27FC236}">
                  <a16:creationId xmlns:a16="http://schemas.microsoft.com/office/drawing/2014/main" id="{C1DB03A6-529E-1403-4A5D-14CD19EE7908}"/>
                </a:ext>
              </a:extLst>
            </p:cNvPr>
            <p:cNvSpPr/>
            <p:nvPr/>
          </p:nvSpPr>
          <p:spPr>
            <a:xfrm flipH="1">
              <a:off x="3153176" y="1805696"/>
              <a:ext cx="23571" cy="23608"/>
            </a:xfrm>
            <a:custGeom>
              <a:avLst/>
              <a:gdLst/>
              <a:ahLst/>
              <a:cxnLst/>
              <a:rect l="l" t="t" r="r" b="b"/>
              <a:pathLst>
                <a:path w="634" h="635" extrusionOk="0">
                  <a:moveTo>
                    <a:pt x="317" y="1"/>
                  </a:moveTo>
                  <a:cubicBezTo>
                    <a:pt x="274" y="1"/>
                    <a:pt x="231" y="1"/>
                    <a:pt x="187" y="30"/>
                  </a:cubicBezTo>
                  <a:cubicBezTo>
                    <a:pt x="72" y="73"/>
                    <a:pt x="0" y="188"/>
                    <a:pt x="0" y="318"/>
                  </a:cubicBezTo>
                  <a:cubicBezTo>
                    <a:pt x="0" y="346"/>
                    <a:pt x="15" y="375"/>
                    <a:pt x="15" y="404"/>
                  </a:cubicBezTo>
                  <a:cubicBezTo>
                    <a:pt x="29" y="462"/>
                    <a:pt x="58" y="505"/>
                    <a:pt x="101" y="548"/>
                  </a:cubicBezTo>
                  <a:lnTo>
                    <a:pt x="173" y="591"/>
                  </a:lnTo>
                  <a:cubicBezTo>
                    <a:pt x="216" y="620"/>
                    <a:pt x="274" y="635"/>
                    <a:pt x="331" y="635"/>
                  </a:cubicBezTo>
                  <a:cubicBezTo>
                    <a:pt x="504" y="620"/>
                    <a:pt x="634" y="476"/>
                    <a:pt x="634" y="303"/>
                  </a:cubicBezTo>
                  <a:cubicBezTo>
                    <a:pt x="634" y="274"/>
                    <a:pt x="634" y="260"/>
                    <a:pt x="619" y="231"/>
                  </a:cubicBezTo>
                  <a:cubicBezTo>
                    <a:pt x="605" y="174"/>
                    <a:pt x="576" y="130"/>
                    <a:pt x="547" y="87"/>
                  </a:cubicBezTo>
                  <a:cubicBezTo>
                    <a:pt x="519" y="73"/>
                    <a:pt x="490" y="58"/>
                    <a:pt x="475" y="30"/>
                  </a:cubicBezTo>
                  <a:cubicBezTo>
                    <a:pt x="418" y="15"/>
                    <a:pt x="375" y="1"/>
                    <a:pt x="317"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 name="Google Shape;262;p35">
            <a:extLst>
              <a:ext uri="{FF2B5EF4-FFF2-40B4-BE49-F238E27FC236}">
                <a16:creationId xmlns:a16="http://schemas.microsoft.com/office/drawing/2014/main" id="{15EEB52F-4EC6-B7E8-A3DC-1F5BFABE54C3}"/>
              </a:ext>
            </a:extLst>
          </p:cNvPr>
          <p:cNvSpPr txBox="1">
            <a:spLocks noGrp="1"/>
          </p:cNvSpPr>
          <p:nvPr>
            <p:ph type="ctrTitle"/>
          </p:nvPr>
        </p:nvSpPr>
        <p:spPr>
          <a:xfrm>
            <a:off x="7591267" y="709760"/>
            <a:ext cx="4271962" cy="348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8800" dirty="0">
                <a:solidFill>
                  <a:srgbClr val="20B2AA"/>
                </a:solidFill>
                <a:latin typeface="Bodoni MT Condensed" panose="02070606080606020203" pitchFamily="18" charset="0"/>
              </a:rPr>
              <a:t>Nigerian Healthcare Analysis</a:t>
            </a:r>
            <a:endParaRPr sz="8800" dirty="0">
              <a:solidFill>
                <a:srgbClr val="20B2AA"/>
              </a:solidFill>
              <a:latin typeface="Bodoni MT Condensed" panose="02070606080606020203" pitchFamily="18" charset="0"/>
            </a:endParaRPr>
          </a:p>
        </p:txBody>
      </p:sp>
      <p:sp>
        <p:nvSpPr>
          <p:cNvPr id="134" name="Google Shape;263;p35">
            <a:extLst>
              <a:ext uri="{FF2B5EF4-FFF2-40B4-BE49-F238E27FC236}">
                <a16:creationId xmlns:a16="http://schemas.microsoft.com/office/drawing/2014/main" id="{DF86E3F2-2CA2-83A6-C463-55059611B322}"/>
              </a:ext>
            </a:extLst>
          </p:cNvPr>
          <p:cNvSpPr txBox="1">
            <a:spLocks noGrp="1"/>
          </p:cNvSpPr>
          <p:nvPr>
            <p:ph type="subTitle" idx="1"/>
          </p:nvPr>
        </p:nvSpPr>
        <p:spPr>
          <a:xfrm>
            <a:off x="8502743" y="5644997"/>
            <a:ext cx="3827369" cy="121300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rgbClr val="20B2AA"/>
                </a:solidFill>
              </a:rPr>
              <a:t>Presented by</a:t>
            </a:r>
          </a:p>
          <a:p>
            <a:pPr marL="0" lvl="0" indent="0" algn="l" rtl="0">
              <a:spcBef>
                <a:spcPts val="0"/>
              </a:spcBef>
              <a:spcAft>
                <a:spcPts val="0"/>
              </a:spcAft>
              <a:buNone/>
            </a:pPr>
            <a:r>
              <a:rPr lang="en-US" b="1" dirty="0">
                <a:solidFill>
                  <a:srgbClr val="20B2AA"/>
                </a:solidFill>
              </a:rPr>
              <a:t>Confidence Ihediohamma</a:t>
            </a:r>
            <a:endParaRPr b="1" dirty="0">
              <a:solidFill>
                <a:srgbClr val="20B2AA"/>
              </a:solidFill>
            </a:endParaRPr>
          </a:p>
        </p:txBody>
      </p:sp>
    </p:spTree>
    <p:extLst>
      <p:ext uri="{BB962C8B-B14F-4D97-AF65-F5344CB8AC3E}">
        <p14:creationId xmlns:p14="http://schemas.microsoft.com/office/powerpoint/2010/main" val="3983488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0163C-BAD0-6EF7-57D4-0D014E313698}"/>
              </a:ext>
            </a:extLst>
          </p:cNvPr>
          <p:cNvSpPr>
            <a:spLocks noGrp="1"/>
          </p:cNvSpPr>
          <p:nvPr>
            <p:ph type="title"/>
          </p:nvPr>
        </p:nvSpPr>
        <p:spPr>
          <a:xfrm>
            <a:off x="-743674" y="95192"/>
            <a:ext cx="12192000" cy="1325563"/>
          </a:xfrm>
        </p:spPr>
        <p:txBody>
          <a:bodyPr>
            <a:normAutofit/>
          </a:bodyPr>
          <a:lstStyle/>
          <a:p>
            <a:pPr algn="ctr"/>
            <a:r>
              <a:rPr lang="en" sz="6000" dirty="0">
                <a:solidFill>
                  <a:srgbClr val="20B2AA"/>
                </a:solidFill>
                <a:latin typeface="Bodoni MT Condensed" panose="02070606080606020203" pitchFamily="18" charset="0"/>
              </a:rPr>
              <a:t>Table of Contents</a:t>
            </a:r>
            <a:endParaRPr lang="en-US" sz="6000" dirty="0">
              <a:latin typeface="Bodoni MT Condensed" panose="02070606080606020203" pitchFamily="18" charset="0"/>
            </a:endParaRPr>
          </a:p>
        </p:txBody>
      </p:sp>
      <p:grpSp>
        <p:nvGrpSpPr>
          <p:cNvPr id="4" name="Google Shape;427;p37">
            <a:extLst>
              <a:ext uri="{FF2B5EF4-FFF2-40B4-BE49-F238E27FC236}">
                <a16:creationId xmlns:a16="http://schemas.microsoft.com/office/drawing/2014/main" id="{BF0F8F35-1C79-84E4-E3B3-5CFCB11791BD}"/>
              </a:ext>
            </a:extLst>
          </p:cNvPr>
          <p:cNvGrpSpPr/>
          <p:nvPr/>
        </p:nvGrpSpPr>
        <p:grpSpPr>
          <a:xfrm>
            <a:off x="6546425" y="1703040"/>
            <a:ext cx="5072061" cy="4714874"/>
            <a:chOff x="4736279" y="1049867"/>
            <a:chExt cx="3775251" cy="3830131"/>
          </a:xfrm>
          <a:solidFill>
            <a:srgbClr val="20B2AA"/>
          </a:solidFill>
        </p:grpSpPr>
        <p:sp>
          <p:nvSpPr>
            <p:cNvPr id="5" name="Google Shape;428;p37">
              <a:extLst>
                <a:ext uri="{FF2B5EF4-FFF2-40B4-BE49-F238E27FC236}">
                  <a16:creationId xmlns:a16="http://schemas.microsoft.com/office/drawing/2014/main" id="{EE8C099A-2CCE-14A4-A221-E77E3ECA7804}"/>
                </a:ext>
              </a:extLst>
            </p:cNvPr>
            <p:cNvSpPr/>
            <p:nvPr/>
          </p:nvSpPr>
          <p:spPr>
            <a:xfrm>
              <a:off x="8103196" y="1093318"/>
              <a:ext cx="408334" cy="1392711"/>
            </a:xfrm>
            <a:custGeom>
              <a:avLst/>
              <a:gdLst/>
              <a:ahLst/>
              <a:cxnLst/>
              <a:rect l="l" t="t" r="r" b="b"/>
              <a:pathLst>
                <a:path w="20900" h="71284" extrusionOk="0">
                  <a:moveTo>
                    <a:pt x="3228" y="0"/>
                  </a:moveTo>
                  <a:cubicBezTo>
                    <a:pt x="1428" y="0"/>
                    <a:pt x="1" y="2438"/>
                    <a:pt x="1760" y="3980"/>
                  </a:cubicBezTo>
                  <a:cubicBezTo>
                    <a:pt x="1924" y="4117"/>
                    <a:pt x="16135" y="16438"/>
                    <a:pt x="13863" y="36673"/>
                  </a:cubicBezTo>
                  <a:lnTo>
                    <a:pt x="7674" y="70407"/>
                  </a:lnTo>
                  <a:lnTo>
                    <a:pt x="12083" y="71283"/>
                  </a:lnTo>
                  <a:lnTo>
                    <a:pt x="18271" y="37413"/>
                  </a:lnTo>
                  <a:cubicBezTo>
                    <a:pt x="18298" y="37358"/>
                    <a:pt x="18298" y="37303"/>
                    <a:pt x="18298" y="37248"/>
                  </a:cubicBezTo>
                  <a:cubicBezTo>
                    <a:pt x="20900" y="14522"/>
                    <a:pt x="5320" y="1105"/>
                    <a:pt x="4662" y="557"/>
                  </a:cubicBezTo>
                  <a:cubicBezTo>
                    <a:pt x="4192" y="166"/>
                    <a:pt x="3697" y="0"/>
                    <a:pt x="3228" y="0"/>
                  </a:cubicBezTo>
                  <a:close/>
                </a:path>
              </a:pathLst>
            </a:custGeom>
            <a:grp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9;p37">
              <a:extLst>
                <a:ext uri="{FF2B5EF4-FFF2-40B4-BE49-F238E27FC236}">
                  <a16:creationId xmlns:a16="http://schemas.microsoft.com/office/drawing/2014/main" id="{00F622DC-1EBD-BC2A-0EC8-1FC44483FDBB}"/>
                </a:ext>
              </a:extLst>
            </p:cNvPr>
            <p:cNvSpPr/>
            <p:nvPr/>
          </p:nvSpPr>
          <p:spPr>
            <a:xfrm>
              <a:off x="7482236" y="2468895"/>
              <a:ext cx="856504" cy="880028"/>
            </a:xfrm>
            <a:custGeom>
              <a:avLst/>
              <a:gdLst/>
              <a:ahLst/>
              <a:cxnLst/>
              <a:rect l="l" t="t" r="r" b="b"/>
              <a:pathLst>
                <a:path w="43839" h="45043" extrusionOk="0">
                  <a:moveTo>
                    <a:pt x="39457" y="0"/>
                  </a:moveTo>
                  <a:lnTo>
                    <a:pt x="36336" y="17114"/>
                  </a:lnTo>
                  <a:cubicBezTo>
                    <a:pt x="36100" y="17980"/>
                    <a:pt x="30099" y="40571"/>
                    <a:pt x="5757" y="40571"/>
                  </a:cubicBezTo>
                  <a:cubicBezTo>
                    <a:pt x="4712" y="40571"/>
                    <a:pt x="3633" y="40529"/>
                    <a:pt x="2520" y="40443"/>
                  </a:cubicBezTo>
                  <a:cubicBezTo>
                    <a:pt x="2439" y="40434"/>
                    <a:pt x="2359" y="40429"/>
                    <a:pt x="2279" y="40429"/>
                  </a:cubicBezTo>
                  <a:cubicBezTo>
                    <a:pt x="1148" y="40429"/>
                    <a:pt x="185" y="41319"/>
                    <a:pt x="83" y="42496"/>
                  </a:cubicBezTo>
                  <a:cubicBezTo>
                    <a:pt x="1" y="43728"/>
                    <a:pt x="932" y="44824"/>
                    <a:pt x="2191" y="44906"/>
                  </a:cubicBezTo>
                  <a:cubicBezTo>
                    <a:pt x="3423" y="44988"/>
                    <a:pt x="4628" y="45043"/>
                    <a:pt x="5778" y="45043"/>
                  </a:cubicBezTo>
                  <a:cubicBezTo>
                    <a:pt x="33652" y="45043"/>
                    <a:pt x="40635" y="18318"/>
                    <a:pt x="40689" y="18045"/>
                  </a:cubicBezTo>
                  <a:lnTo>
                    <a:pt x="43838" y="876"/>
                  </a:lnTo>
                  <a:lnTo>
                    <a:pt x="39457" y="0"/>
                  </a:lnTo>
                  <a:close/>
                </a:path>
              </a:pathLst>
            </a:custGeom>
            <a:grp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30;p37">
              <a:extLst>
                <a:ext uri="{FF2B5EF4-FFF2-40B4-BE49-F238E27FC236}">
                  <a16:creationId xmlns:a16="http://schemas.microsoft.com/office/drawing/2014/main" id="{2E51A27A-87A1-6BBC-DFED-64732871AB95}"/>
                </a:ext>
              </a:extLst>
            </p:cNvPr>
            <p:cNvSpPr/>
            <p:nvPr/>
          </p:nvSpPr>
          <p:spPr>
            <a:xfrm>
              <a:off x="8062011" y="1049867"/>
              <a:ext cx="171344" cy="175017"/>
            </a:xfrm>
            <a:custGeom>
              <a:avLst/>
              <a:gdLst/>
              <a:ahLst/>
              <a:cxnLst/>
              <a:rect l="l" t="t" r="r" b="b"/>
              <a:pathLst>
                <a:path w="8051" h="8958" extrusionOk="0">
                  <a:moveTo>
                    <a:pt x="4912" y="0"/>
                  </a:moveTo>
                  <a:cubicBezTo>
                    <a:pt x="3889" y="0"/>
                    <a:pt x="2906" y="573"/>
                    <a:pt x="2437" y="1549"/>
                  </a:cubicBezTo>
                  <a:lnTo>
                    <a:pt x="712" y="4944"/>
                  </a:lnTo>
                  <a:cubicBezTo>
                    <a:pt x="0" y="6313"/>
                    <a:pt x="548" y="7984"/>
                    <a:pt x="1917" y="8668"/>
                  </a:cubicBezTo>
                  <a:cubicBezTo>
                    <a:pt x="2310" y="8865"/>
                    <a:pt x="2727" y="8957"/>
                    <a:pt x="3139" y="8957"/>
                  </a:cubicBezTo>
                  <a:cubicBezTo>
                    <a:pt x="4161" y="8957"/>
                    <a:pt x="5145" y="8385"/>
                    <a:pt x="5613" y="7409"/>
                  </a:cubicBezTo>
                  <a:lnTo>
                    <a:pt x="7338" y="4013"/>
                  </a:lnTo>
                  <a:cubicBezTo>
                    <a:pt x="8050" y="2672"/>
                    <a:pt x="7503" y="974"/>
                    <a:pt x="6133" y="289"/>
                  </a:cubicBezTo>
                  <a:cubicBezTo>
                    <a:pt x="5741" y="93"/>
                    <a:pt x="5323" y="0"/>
                    <a:pt x="4912" y="0"/>
                  </a:cubicBezTo>
                  <a:close/>
                </a:path>
              </a:pathLst>
            </a:custGeom>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31;p37">
              <a:extLst>
                <a:ext uri="{FF2B5EF4-FFF2-40B4-BE49-F238E27FC236}">
                  <a16:creationId xmlns:a16="http://schemas.microsoft.com/office/drawing/2014/main" id="{6DF5FE14-1B92-8224-C7C4-DC8B415D86F5}"/>
                </a:ext>
              </a:extLst>
            </p:cNvPr>
            <p:cNvSpPr/>
            <p:nvPr/>
          </p:nvSpPr>
          <p:spPr>
            <a:xfrm>
              <a:off x="6515559" y="1094060"/>
              <a:ext cx="393759" cy="1391969"/>
            </a:xfrm>
            <a:custGeom>
              <a:avLst/>
              <a:gdLst/>
              <a:ahLst/>
              <a:cxnLst/>
              <a:rect l="l" t="t" r="r" b="b"/>
              <a:pathLst>
                <a:path w="20154" h="71246" extrusionOk="0">
                  <a:moveTo>
                    <a:pt x="17669" y="0"/>
                  </a:moveTo>
                  <a:cubicBezTo>
                    <a:pt x="17168" y="0"/>
                    <a:pt x="16660" y="169"/>
                    <a:pt x="16238" y="519"/>
                  </a:cubicBezTo>
                  <a:cubicBezTo>
                    <a:pt x="15581" y="1067"/>
                    <a:pt x="1" y="14484"/>
                    <a:pt x="2602" y="37210"/>
                  </a:cubicBezTo>
                  <a:cubicBezTo>
                    <a:pt x="2602" y="37265"/>
                    <a:pt x="2602" y="37320"/>
                    <a:pt x="2629" y="37375"/>
                  </a:cubicBezTo>
                  <a:lnTo>
                    <a:pt x="8817" y="71245"/>
                  </a:lnTo>
                  <a:lnTo>
                    <a:pt x="13226" y="70369"/>
                  </a:lnTo>
                  <a:lnTo>
                    <a:pt x="7038" y="36635"/>
                  </a:lnTo>
                  <a:cubicBezTo>
                    <a:pt x="4765" y="16400"/>
                    <a:pt x="18976" y="4079"/>
                    <a:pt x="19140" y="3942"/>
                  </a:cubicBezTo>
                  <a:cubicBezTo>
                    <a:pt x="20044" y="3120"/>
                    <a:pt x="20153" y="1724"/>
                    <a:pt x="19359" y="793"/>
                  </a:cubicBezTo>
                  <a:cubicBezTo>
                    <a:pt x="18930" y="272"/>
                    <a:pt x="18305" y="0"/>
                    <a:pt x="17669" y="0"/>
                  </a:cubicBezTo>
                  <a:close/>
                </a:path>
              </a:pathLst>
            </a:custGeom>
            <a:grp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32;p37">
              <a:extLst>
                <a:ext uri="{FF2B5EF4-FFF2-40B4-BE49-F238E27FC236}">
                  <a16:creationId xmlns:a16="http://schemas.microsoft.com/office/drawing/2014/main" id="{EDB1EC9A-93D6-1962-1C64-A19A90CD5C0A}"/>
                </a:ext>
              </a:extLst>
            </p:cNvPr>
            <p:cNvSpPr/>
            <p:nvPr/>
          </p:nvSpPr>
          <p:spPr>
            <a:xfrm>
              <a:off x="6687822" y="2468895"/>
              <a:ext cx="857559" cy="880028"/>
            </a:xfrm>
            <a:custGeom>
              <a:avLst/>
              <a:gdLst/>
              <a:ahLst/>
              <a:cxnLst/>
              <a:rect l="l" t="t" r="r" b="b"/>
              <a:pathLst>
                <a:path w="43893" h="45043" extrusionOk="0">
                  <a:moveTo>
                    <a:pt x="4409" y="0"/>
                  </a:moveTo>
                  <a:lnTo>
                    <a:pt x="0" y="876"/>
                  </a:lnTo>
                  <a:lnTo>
                    <a:pt x="3149" y="18045"/>
                  </a:lnTo>
                  <a:cubicBezTo>
                    <a:pt x="3231" y="18318"/>
                    <a:pt x="10214" y="45043"/>
                    <a:pt x="38088" y="45043"/>
                  </a:cubicBezTo>
                  <a:cubicBezTo>
                    <a:pt x="39238" y="45043"/>
                    <a:pt x="40443" y="44988"/>
                    <a:pt x="41675" y="44906"/>
                  </a:cubicBezTo>
                  <a:cubicBezTo>
                    <a:pt x="42934" y="44824"/>
                    <a:pt x="43893" y="43728"/>
                    <a:pt x="43783" y="42469"/>
                  </a:cubicBezTo>
                  <a:cubicBezTo>
                    <a:pt x="43706" y="41317"/>
                    <a:pt x="42721" y="40429"/>
                    <a:pt x="41587" y="40429"/>
                  </a:cubicBezTo>
                  <a:cubicBezTo>
                    <a:pt x="41508" y="40429"/>
                    <a:pt x="41427" y="40434"/>
                    <a:pt x="41346" y="40443"/>
                  </a:cubicBezTo>
                  <a:cubicBezTo>
                    <a:pt x="40233" y="40529"/>
                    <a:pt x="39154" y="40571"/>
                    <a:pt x="38109" y="40571"/>
                  </a:cubicBezTo>
                  <a:cubicBezTo>
                    <a:pt x="13767" y="40571"/>
                    <a:pt x="7767" y="17980"/>
                    <a:pt x="7530" y="17114"/>
                  </a:cubicBezTo>
                  <a:lnTo>
                    <a:pt x="4409" y="0"/>
                  </a:lnTo>
                  <a:close/>
                </a:path>
              </a:pathLst>
            </a:custGeom>
            <a:grp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33;p37">
              <a:extLst>
                <a:ext uri="{FF2B5EF4-FFF2-40B4-BE49-F238E27FC236}">
                  <a16:creationId xmlns:a16="http://schemas.microsoft.com/office/drawing/2014/main" id="{6F1F766F-E7C2-1DC3-95D3-20488815E668}"/>
                </a:ext>
              </a:extLst>
            </p:cNvPr>
            <p:cNvSpPr/>
            <p:nvPr/>
          </p:nvSpPr>
          <p:spPr>
            <a:xfrm>
              <a:off x="6793734" y="1049867"/>
              <a:ext cx="156769" cy="175017"/>
            </a:xfrm>
            <a:custGeom>
              <a:avLst/>
              <a:gdLst/>
              <a:ahLst/>
              <a:cxnLst/>
              <a:rect l="l" t="t" r="r" b="b"/>
              <a:pathLst>
                <a:path w="8024" h="8958" extrusionOk="0">
                  <a:moveTo>
                    <a:pt x="3139" y="0"/>
                  </a:moveTo>
                  <a:cubicBezTo>
                    <a:pt x="2728" y="0"/>
                    <a:pt x="2310" y="93"/>
                    <a:pt x="1918" y="289"/>
                  </a:cubicBezTo>
                  <a:cubicBezTo>
                    <a:pt x="548" y="974"/>
                    <a:pt x="1" y="2672"/>
                    <a:pt x="713" y="4013"/>
                  </a:cubicBezTo>
                  <a:lnTo>
                    <a:pt x="2438" y="7409"/>
                  </a:lnTo>
                  <a:cubicBezTo>
                    <a:pt x="2906" y="8385"/>
                    <a:pt x="3890" y="8957"/>
                    <a:pt x="4912" y="8957"/>
                  </a:cubicBezTo>
                  <a:cubicBezTo>
                    <a:pt x="5324" y="8957"/>
                    <a:pt x="5741" y="8865"/>
                    <a:pt x="6134" y="8668"/>
                  </a:cubicBezTo>
                  <a:cubicBezTo>
                    <a:pt x="7503" y="7984"/>
                    <a:pt x="8024" y="6313"/>
                    <a:pt x="7339" y="4944"/>
                  </a:cubicBezTo>
                  <a:lnTo>
                    <a:pt x="5614" y="1549"/>
                  </a:lnTo>
                  <a:cubicBezTo>
                    <a:pt x="5145" y="573"/>
                    <a:pt x="4162" y="0"/>
                    <a:pt x="3139" y="0"/>
                  </a:cubicBezTo>
                  <a:close/>
                </a:path>
              </a:pathLst>
            </a:custGeom>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34;p37">
              <a:extLst>
                <a:ext uri="{FF2B5EF4-FFF2-40B4-BE49-F238E27FC236}">
                  <a16:creationId xmlns:a16="http://schemas.microsoft.com/office/drawing/2014/main" id="{AEC9DE8A-9BCB-E093-FB75-3242DF44A6C0}"/>
                </a:ext>
              </a:extLst>
            </p:cNvPr>
            <p:cNvSpPr/>
            <p:nvPr/>
          </p:nvSpPr>
          <p:spPr>
            <a:xfrm>
              <a:off x="4875894" y="3095873"/>
              <a:ext cx="2652372" cy="1784125"/>
            </a:xfrm>
            <a:custGeom>
              <a:avLst/>
              <a:gdLst/>
              <a:ahLst/>
              <a:cxnLst/>
              <a:rect l="l" t="t" r="r" b="b"/>
              <a:pathLst>
                <a:path w="135758" h="91318" extrusionOk="0">
                  <a:moveTo>
                    <a:pt x="60979" y="0"/>
                  </a:moveTo>
                  <a:cubicBezTo>
                    <a:pt x="51505" y="0"/>
                    <a:pt x="43838" y="7694"/>
                    <a:pt x="43811" y="17168"/>
                  </a:cubicBezTo>
                  <a:lnTo>
                    <a:pt x="43729" y="46549"/>
                  </a:lnTo>
                  <a:cubicBezTo>
                    <a:pt x="43729" y="53558"/>
                    <a:pt x="38061" y="59226"/>
                    <a:pt x="31051" y="59226"/>
                  </a:cubicBezTo>
                  <a:lnTo>
                    <a:pt x="17169" y="59226"/>
                  </a:lnTo>
                  <a:cubicBezTo>
                    <a:pt x="10159" y="59226"/>
                    <a:pt x="4491" y="53558"/>
                    <a:pt x="4491" y="46549"/>
                  </a:cubicBezTo>
                  <a:lnTo>
                    <a:pt x="4491" y="17442"/>
                  </a:lnTo>
                  <a:lnTo>
                    <a:pt x="1" y="17442"/>
                  </a:lnTo>
                  <a:lnTo>
                    <a:pt x="1" y="46549"/>
                  </a:lnTo>
                  <a:cubicBezTo>
                    <a:pt x="1" y="56023"/>
                    <a:pt x="7695" y="63717"/>
                    <a:pt x="17169" y="63717"/>
                  </a:cubicBezTo>
                  <a:lnTo>
                    <a:pt x="31051" y="63717"/>
                  </a:lnTo>
                  <a:cubicBezTo>
                    <a:pt x="40525" y="63689"/>
                    <a:pt x="48192" y="56023"/>
                    <a:pt x="48192" y="46549"/>
                  </a:cubicBezTo>
                  <a:lnTo>
                    <a:pt x="48301" y="17168"/>
                  </a:lnTo>
                  <a:cubicBezTo>
                    <a:pt x="48301" y="10159"/>
                    <a:pt x="53969" y="4491"/>
                    <a:pt x="60979" y="4463"/>
                  </a:cubicBezTo>
                  <a:lnTo>
                    <a:pt x="74861" y="4463"/>
                  </a:lnTo>
                  <a:cubicBezTo>
                    <a:pt x="81871" y="4491"/>
                    <a:pt x="87539" y="10159"/>
                    <a:pt x="87539" y="17168"/>
                  </a:cubicBezTo>
                  <a:lnTo>
                    <a:pt x="87539" y="74149"/>
                  </a:lnTo>
                  <a:cubicBezTo>
                    <a:pt x="87566" y="83623"/>
                    <a:pt x="95233" y="91317"/>
                    <a:pt x="104707" y="91317"/>
                  </a:cubicBezTo>
                  <a:lnTo>
                    <a:pt x="118589" y="91317"/>
                  </a:lnTo>
                  <a:cubicBezTo>
                    <a:pt x="128063" y="91317"/>
                    <a:pt x="135758" y="83623"/>
                    <a:pt x="135758" y="74149"/>
                  </a:cubicBezTo>
                  <a:lnTo>
                    <a:pt x="135758" y="12952"/>
                  </a:lnTo>
                  <a:lnTo>
                    <a:pt x="131267" y="12952"/>
                  </a:lnTo>
                  <a:lnTo>
                    <a:pt x="131267" y="74149"/>
                  </a:lnTo>
                  <a:cubicBezTo>
                    <a:pt x="131267" y="81159"/>
                    <a:pt x="125599" y="86827"/>
                    <a:pt x="118589" y="86854"/>
                  </a:cubicBezTo>
                  <a:lnTo>
                    <a:pt x="104707" y="86854"/>
                  </a:lnTo>
                  <a:cubicBezTo>
                    <a:pt x="97725" y="86827"/>
                    <a:pt x="92029" y="81159"/>
                    <a:pt x="92029" y="74149"/>
                  </a:cubicBezTo>
                  <a:lnTo>
                    <a:pt x="92029" y="17168"/>
                  </a:lnTo>
                  <a:cubicBezTo>
                    <a:pt x="92029" y="7694"/>
                    <a:pt x="84335" y="0"/>
                    <a:pt x="74861" y="0"/>
                  </a:cubicBezTo>
                  <a:close/>
                </a:path>
              </a:pathLst>
            </a:custGeom>
            <a:grp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35;p37">
              <a:extLst>
                <a:ext uri="{FF2B5EF4-FFF2-40B4-BE49-F238E27FC236}">
                  <a16:creationId xmlns:a16="http://schemas.microsoft.com/office/drawing/2014/main" id="{25BFCA0A-3CEA-B4FC-0F25-DE5B383C9EC5}"/>
                </a:ext>
              </a:extLst>
            </p:cNvPr>
            <p:cNvSpPr/>
            <p:nvPr/>
          </p:nvSpPr>
          <p:spPr>
            <a:xfrm>
              <a:off x="7277346" y="3096400"/>
              <a:ext cx="414078" cy="414078"/>
            </a:xfrm>
            <a:custGeom>
              <a:avLst/>
              <a:gdLst/>
              <a:ahLst/>
              <a:cxnLst/>
              <a:rect l="l" t="t" r="r" b="b"/>
              <a:pathLst>
                <a:path w="21194" h="21194" extrusionOk="0">
                  <a:moveTo>
                    <a:pt x="8297" y="1"/>
                  </a:moveTo>
                  <a:cubicBezTo>
                    <a:pt x="7777" y="1"/>
                    <a:pt x="7366" y="411"/>
                    <a:pt x="7366" y="932"/>
                  </a:cubicBezTo>
                  <a:lnTo>
                    <a:pt x="7366" y="7394"/>
                  </a:lnTo>
                  <a:lnTo>
                    <a:pt x="932" y="7394"/>
                  </a:lnTo>
                  <a:cubicBezTo>
                    <a:pt x="916" y="7393"/>
                    <a:pt x="901" y="7392"/>
                    <a:pt x="885" y="7392"/>
                  </a:cubicBezTo>
                  <a:cubicBezTo>
                    <a:pt x="387" y="7392"/>
                    <a:pt x="1" y="7819"/>
                    <a:pt x="1" y="8297"/>
                  </a:cubicBezTo>
                  <a:lnTo>
                    <a:pt x="1" y="12897"/>
                  </a:lnTo>
                  <a:cubicBezTo>
                    <a:pt x="1" y="13417"/>
                    <a:pt x="411" y="13828"/>
                    <a:pt x="932" y="13828"/>
                  </a:cubicBezTo>
                  <a:lnTo>
                    <a:pt x="7366" y="13828"/>
                  </a:lnTo>
                  <a:lnTo>
                    <a:pt x="7366" y="20290"/>
                  </a:lnTo>
                  <a:cubicBezTo>
                    <a:pt x="7366" y="20783"/>
                    <a:pt x="7777" y="21194"/>
                    <a:pt x="8297" y="21194"/>
                  </a:cubicBezTo>
                  <a:lnTo>
                    <a:pt x="12897" y="21194"/>
                  </a:lnTo>
                  <a:cubicBezTo>
                    <a:pt x="13418" y="21194"/>
                    <a:pt x="13828" y="20783"/>
                    <a:pt x="13828" y="20290"/>
                  </a:cubicBezTo>
                  <a:lnTo>
                    <a:pt x="13828" y="13828"/>
                  </a:lnTo>
                  <a:lnTo>
                    <a:pt x="20290" y="13828"/>
                  </a:lnTo>
                  <a:cubicBezTo>
                    <a:pt x="20783" y="13828"/>
                    <a:pt x="21194" y="13417"/>
                    <a:pt x="21194" y="12897"/>
                  </a:cubicBezTo>
                  <a:lnTo>
                    <a:pt x="21194" y="8297"/>
                  </a:lnTo>
                  <a:cubicBezTo>
                    <a:pt x="21194" y="7819"/>
                    <a:pt x="20807" y="7392"/>
                    <a:pt x="20334" y="7392"/>
                  </a:cubicBezTo>
                  <a:cubicBezTo>
                    <a:pt x="20320" y="7392"/>
                    <a:pt x="20305" y="7393"/>
                    <a:pt x="20290" y="7394"/>
                  </a:cubicBezTo>
                  <a:lnTo>
                    <a:pt x="13828" y="7394"/>
                  </a:lnTo>
                  <a:lnTo>
                    <a:pt x="13828" y="932"/>
                  </a:lnTo>
                  <a:cubicBezTo>
                    <a:pt x="13828" y="411"/>
                    <a:pt x="13418" y="1"/>
                    <a:pt x="12897" y="1"/>
                  </a:cubicBezTo>
                  <a:close/>
                </a:path>
              </a:pathLst>
            </a:custGeom>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36;p37">
              <a:extLst>
                <a:ext uri="{FF2B5EF4-FFF2-40B4-BE49-F238E27FC236}">
                  <a16:creationId xmlns:a16="http://schemas.microsoft.com/office/drawing/2014/main" id="{D65F024E-EC1E-E4C5-0DD5-5F39E92A27C9}"/>
                </a:ext>
              </a:extLst>
            </p:cNvPr>
            <p:cNvSpPr/>
            <p:nvPr/>
          </p:nvSpPr>
          <p:spPr>
            <a:xfrm>
              <a:off x="4736279" y="3406675"/>
              <a:ext cx="409252" cy="393837"/>
            </a:xfrm>
            <a:custGeom>
              <a:avLst/>
              <a:gdLst/>
              <a:ahLst/>
              <a:cxnLst/>
              <a:rect l="l" t="t" r="r" b="b"/>
              <a:pathLst>
                <a:path w="20947" h="20158" extrusionOk="0">
                  <a:moveTo>
                    <a:pt x="10076" y="1"/>
                  </a:moveTo>
                  <a:cubicBezTo>
                    <a:pt x="4518" y="1"/>
                    <a:pt x="0" y="4519"/>
                    <a:pt x="0" y="10077"/>
                  </a:cubicBezTo>
                  <a:cubicBezTo>
                    <a:pt x="0" y="14157"/>
                    <a:pt x="2464" y="17826"/>
                    <a:pt x="6216" y="19387"/>
                  </a:cubicBezTo>
                  <a:cubicBezTo>
                    <a:pt x="7470" y="19905"/>
                    <a:pt x="8785" y="20158"/>
                    <a:pt x="10087" y="20158"/>
                  </a:cubicBezTo>
                  <a:cubicBezTo>
                    <a:pt x="12707" y="20158"/>
                    <a:pt x="15275" y="19135"/>
                    <a:pt x="17196" y="17196"/>
                  </a:cubicBezTo>
                  <a:cubicBezTo>
                    <a:pt x="20098" y="14321"/>
                    <a:pt x="20947" y="9995"/>
                    <a:pt x="19386" y="6216"/>
                  </a:cubicBezTo>
                  <a:cubicBezTo>
                    <a:pt x="17825" y="2465"/>
                    <a:pt x="14156" y="1"/>
                    <a:pt x="10076" y="1"/>
                  </a:cubicBezTo>
                  <a:close/>
                </a:path>
              </a:pathLst>
            </a:custGeom>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37;p37">
              <a:extLst>
                <a:ext uri="{FF2B5EF4-FFF2-40B4-BE49-F238E27FC236}">
                  <a16:creationId xmlns:a16="http://schemas.microsoft.com/office/drawing/2014/main" id="{FF1B2D1F-7690-C543-19D9-D6057EECD33E}"/>
                </a:ext>
              </a:extLst>
            </p:cNvPr>
            <p:cNvSpPr/>
            <p:nvPr/>
          </p:nvSpPr>
          <p:spPr>
            <a:xfrm>
              <a:off x="4849147" y="3519563"/>
              <a:ext cx="196352" cy="168198"/>
            </a:xfrm>
            <a:custGeom>
              <a:avLst/>
              <a:gdLst/>
              <a:ahLst/>
              <a:cxnLst/>
              <a:rect l="l" t="t" r="r" b="b"/>
              <a:pathLst>
                <a:path w="10050" h="8609" extrusionOk="0">
                  <a:moveTo>
                    <a:pt x="4299" y="0"/>
                  </a:moveTo>
                  <a:cubicBezTo>
                    <a:pt x="1917" y="0"/>
                    <a:pt x="0" y="1917"/>
                    <a:pt x="0" y="4299"/>
                  </a:cubicBezTo>
                  <a:cubicBezTo>
                    <a:pt x="0" y="6892"/>
                    <a:pt x="2118" y="8608"/>
                    <a:pt x="4327" y="8608"/>
                  </a:cubicBezTo>
                  <a:cubicBezTo>
                    <a:pt x="5384" y="8608"/>
                    <a:pt x="6462" y="8216"/>
                    <a:pt x="7339" y="7338"/>
                  </a:cubicBezTo>
                  <a:cubicBezTo>
                    <a:pt x="10049" y="4628"/>
                    <a:pt x="8133" y="0"/>
                    <a:pt x="4299" y="0"/>
                  </a:cubicBezTo>
                  <a:close/>
                </a:path>
              </a:pathLst>
            </a:custGeom>
            <a:grpFill/>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412;p37">
            <a:extLst>
              <a:ext uri="{FF2B5EF4-FFF2-40B4-BE49-F238E27FC236}">
                <a16:creationId xmlns:a16="http://schemas.microsoft.com/office/drawing/2014/main" id="{896CB3AF-DA6C-8895-C6D6-B4A96A9BAF24}"/>
              </a:ext>
            </a:extLst>
          </p:cNvPr>
          <p:cNvSpPr txBox="1">
            <a:spLocks/>
          </p:cNvSpPr>
          <p:nvPr/>
        </p:nvSpPr>
        <p:spPr>
          <a:xfrm>
            <a:off x="950565" y="1570330"/>
            <a:ext cx="1680900" cy="69631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dirty="0">
                <a:solidFill>
                  <a:srgbClr val="20B2AA"/>
                </a:solidFill>
                <a:latin typeface="Bodoni MT Condensed" panose="02070606080606020203" pitchFamily="18" charset="0"/>
              </a:rPr>
              <a:t>01</a:t>
            </a:r>
          </a:p>
        </p:txBody>
      </p:sp>
      <p:sp>
        <p:nvSpPr>
          <p:cNvPr id="16" name="Google Shape;413;p37">
            <a:extLst>
              <a:ext uri="{FF2B5EF4-FFF2-40B4-BE49-F238E27FC236}">
                <a16:creationId xmlns:a16="http://schemas.microsoft.com/office/drawing/2014/main" id="{E8B3CB6A-89D5-AB83-FF30-75298E5E66B2}"/>
              </a:ext>
            </a:extLst>
          </p:cNvPr>
          <p:cNvSpPr txBox="1">
            <a:spLocks/>
          </p:cNvSpPr>
          <p:nvPr/>
        </p:nvSpPr>
        <p:spPr>
          <a:xfrm>
            <a:off x="414827" y="2405172"/>
            <a:ext cx="2751863" cy="820788"/>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400" dirty="0">
                <a:latin typeface="+mj-lt"/>
              </a:rPr>
              <a:t>Introduction</a:t>
            </a:r>
          </a:p>
        </p:txBody>
      </p:sp>
      <p:sp>
        <p:nvSpPr>
          <p:cNvPr id="17" name="Google Shape;415;p37">
            <a:extLst>
              <a:ext uri="{FF2B5EF4-FFF2-40B4-BE49-F238E27FC236}">
                <a16:creationId xmlns:a16="http://schemas.microsoft.com/office/drawing/2014/main" id="{59C48824-F75E-3B3B-724F-8BE1B06C7EED}"/>
              </a:ext>
            </a:extLst>
          </p:cNvPr>
          <p:cNvSpPr txBox="1">
            <a:spLocks/>
          </p:cNvSpPr>
          <p:nvPr/>
        </p:nvSpPr>
        <p:spPr>
          <a:xfrm>
            <a:off x="5352326" y="1610027"/>
            <a:ext cx="3055939" cy="691528"/>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dirty="0">
                <a:solidFill>
                  <a:srgbClr val="20B2AA"/>
                </a:solidFill>
                <a:latin typeface="Bodoni MT Condensed" panose="02070606080606020203" pitchFamily="18" charset="0"/>
              </a:rPr>
              <a:t>03</a:t>
            </a:r>
          </a:p>
        </p:txBody>
      </p:sp>
      <p:sp>
        <p:nvSpPr>
          <p:cNvPr id="18" name="Google Shape;416;p37">
            <a:extLst>
              <a:ext uri="{FF2B5EF4-FFF2-40B4-BE49-F238E27FC236}">
                <a16:creationId xmlns:a16="http://schemas.microsoft.com/office/drawing/2014/main" id="{DE228EB7-301B-E303-97E7-56AA0701435A}"/>
              </a:ext>
            </a:extLst>
          </p:cNvPr>
          <p:cNvSpPr txBox="1">
            <a:spLocks/>
          </p:cNvSpPr>
          <p:nvPr/>
        </p:nvSpPr>
        <p:spPr>
          <a:xfrm>
            <a:off x="5856814" y="2301555"/>
            <a:ext cx="2076752" cy="91104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400" dirty="0">
                <a:latin typeface="+mj-lt"/>
              </a:rPr>
              <a:t>KPI and </a:t>
            </a:r>
          </a:p>
          <a:p>
            <a:pPr marL="0" indent="0" algn="ctr">
              <a:spcBef>
                <a:spcPts val="0"/>
              </a:spcBef>
              <a:buFont typeface="Arial" panose="020B0604020202020204" pitchFamily="34" charset="0"/>
              <a:buNone/>
            </a:pPr>
            <a:r>
              <a:rPr lang="en-US" sz="2400" dirty="0">
                <a:latin typeface="+mj-lt"/>
              </a:rPr>
              <a:t>Objectives</a:t>
            </a:r>
          </a:p>
        </p:txBody>
      </p:sp>
      <p:sp>
        <p:nvSpPr>
          <p:cNvPr id="19" name="Google Shape;418;p37">
            <a:extLst>
              <a:ext uri="{FF2B5EF4-FFF2-40B4-BE49-F238E27FC236}">
                <a16:creationId xmlns:a16="http://schemas.microsoft.com/office/drawing/2014/main" id="{6A697DDD-0D95-EDAA-F977-01FEEB66ED60}"/>
              </a:ext>
            </a:extLst>
          </p:cNvPr>
          <p:cNvSpPr txBox="1">
            <a:spLocks/>
          </p:cNvSpPr>
          <p:nvPr/>
        </p:nvSpPr>
        <p:spPr>
          <a:xfrm>
            <a:off x="3472792" y="1597395"/>
            <a:ext cx="1680900" cy="716793"/>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dirty="0">
                <a:solidFill>
                  <a:srgbClr val="20B2AA"/>
                </a:solidFill>
                <a:latin typeface="Bodoni MT Condensed" panose="02070606080606020203" pitchFamily="18" charset="0"/>
              </a:rPr>
              <a:t>02</a:t>
            </a:r>
          </a:p>
        </p:txBody>
      </p:sp>
      <p:sp>
        <p:nvSpPr>
          <p:cNvPr id="20" name="Google Shape;419;p37">
            <a:extLst>
              <a:ext uri="{FF2B5EF4-FFF2-40B4-BE49-F238E27FC236}">
                <a16:creationId xmlns:a16="http://schemas.microsoft.com/office/drawing/2014/main" id="{391379D4-E735-02A7-B066-FA227C256EC1}"/>
              </a:ext>
            </a:extLst>
          </p:cNvPr>
          <p:cNvSpPr txBox="1">
            <a:spLocks/>
          </p:cNvSpPr>
          <p:nvPr/>
        </p:nvSpPr>
        <p:spPr>
          <a:xfrm>
            <a:off x="3166690" y="2282717"/>
            <a:ext cx="2384022" cy="825903"/>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400" dirty="0">
                <a:latin typeface="+mj-lt"/>
              </a:rPr>
              <a:t>Problem</a:t>
            </a:r>
          </a:p>
          <a:p>
            <a:pPr marL="0" indent="0" algn="ctr">
              <a:spcBef>
                <a:spcPts val="0"/>
              </a:spcBef>
              <a:buFont typeface="Arial" panose="020B0604020202020204" pitchFamily="34" charset="0"/>
              <a:buNone/>
            </a:pPr>
            <a:r>
              <a:rPr lang="en-US" sz="2400" dirty="0">
                <a:latin typeface="+mj-lt"/>
              </a:rPr>
              <a:t>Statement</a:t>
            </a:r>
          </a:p>
        </p:txBody>
      </p:sp>
      <p:sp>
        <p:nvSpPr>
          <p:cNvPr id="21" name="Google Shape;421;p37">
            <a:extLst>
              <a:ext uri="{FF2B5EF4-FFF2-40B4-BE49-F238E27FC236}">
                <a16:creationId xmlns:a16="http://schemas.microsoft.com/office/drawing/2014/main" id="{414FB01E-9287-F2BD-0CC4-D5C02799FB80}"/>
              </a:ext>
            </a:extLst>
          </p:cNvPr>
          <p:cNvSpPr txBox="1">
            <a:spLocks/>
          </p:cNvSpPr>
          <p:nvPr/>
        </p:nvSpPr>
        <p:spPr>
          <a:xfrm>
            <a:off x="619517" y="3456634"/>
            <a:ext cx="2180316" cy="616743"/>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dirty="0">
                <a:solidFill>
                  <a:srgbClr val="20B2AA"/>
                </a:solidFill>
                <a:latin typeface="Bodoni MT Condensed" panose="02070606080606020203" pitchFamily="18" charset="0"/>
              </a:rPr>
              <a:t>04</a:t>
            </a:r>
          </a:p>
        </p:txBody>
      </p:sp>
      <p:sp>
        <p:nvSpPr>
          <p:cNvPr id="22" name="Google Shape;422;p37">
            <a:extLst>
              <a:ext uri="{FF2B5EF4-FFF2-40B4-BE49-F238E27FC236}">
                <a16:creationId xmlns:a16="http://schemas.microsoft.com/office/drawing/2014/main" id="{80185230-8913-E003-7BB8-F9F34D9D7329}"/>
              </a:ext>
            </a:extLst>
          </p:cNvPr>
          <p:cNvSpPr txBox="1">
            <a:spLocks/>
          </p:cNvSpPr>
          <p:nvPr/>
        </p:nvSpPr>
        <p:spPr>
          <a:xfrm>
            <a:off x="805658" y="4072557"/>
            <a:ext cx="1884756" cy="155153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400" dirty="0">
                <a:latin typeface="+mj-lt"/>
              </a:rPr>
              <a:t>Analysis and Findings</a:t>
            </a:r>
          </a:p>
        </p:txBody>
      </p:sp>
      <p:sp>
        <p:nvSpPr>
          <p:cNvPr id="23" name="Google Shape;424;p37">
            <a:extLst>
              <a:ext uri="{FF2B5EF4-FFF2-40B4-BE49-F238E27FC236}">
                <a16:creationId xmlns:a16="http://schemas.microsoft.com/office/drawing/2014/main" id="{9E308A00-183F-A806-51D6-18AB60F87394}"/>
              </a:ext>
            </a:extLst>
          </p:cNvPr>
          <p:cNvSpPr txBox="1">
            <a:spLocks/>
          </p:cNvSpPr>
          <p:nvPr/>
        </p:nvSpPr>
        <p:spPr>
          <a:xfrm>
            <a:off x="3495170" y="3443735"/>
            <a:ext cx="1680900" cy="623362"/>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dirty="0">
                <a:solidFill>
                  <a:srgbClr val="20B2AA"/>
                </a:solidFill>
                <a:latin typeface="Bodoni MT Condensed" panose="02070606080606020203" pitchFamily="18" charset="0"/>
              </a:rPr>
              <a:t>05</a:t>
            </a:r>
          </a:p>
        </p:txBody>
      </p:sp>
      <p:sp>
        <p:nvSpPr>
          <p:cNvPr id="24" name="Google Shape;425;p37">
            <a:extLst>
              <a:ext uri="{FF2B5EF4-FFF2-40B4-BE49-F238E27FC236}">
                <a16:creationId xmlns:a16="http://schemas.microsoft.com/office/drawing/2014/main" id="{D48081C0-5978-94BE-D812-6F0FB93055C2}"/>
              </a:ext>
            </a:extLst>
          </p:cNvPr>
          <p:cNvSpPr txBox="1">
            <a:spLocks/>
          </p:cNvSpPr>
          <p:nvPr/>
        </p:nvSpPr>
        <p:spPr>
          <a:xfrm>
            <a:off x="2631465" y="4057375"/>
            <a:ext cx="3468100" cy="96597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400" dirty="0">
                <a:latin typeface="+mj-lt"/>
              </a:rPr>
              <a:t>Recommendation and</a:t>
            </a:r>
          </a:p>
          <a:p>
            <a:pPr marL="0" indent="0" algn="ctr">
              <a:spcBef>
                <a:spcPts val="0"/>
              </a:spcBef>
              <a:buFont typeface="Arial" panose="020B0604020202020204" pitchFamily="34" charset="0"/>
              <a:buNone/>
            </a:pPr>
            <a:r>
              <a:rPr lang="en-US" sz="2400" dirty="0">
                <a:latin typeface="+mj-lt"/>
              </a:rPr>
              <a:t> Conclusion</a:t>
            </a:r>
          </a:p>
        </p:txBody>
      </p:sp>
    </p:spTree>
    <p:extLst>
      <p:ext uri="{BB962C8B-B14F-4D97-AF65-F5344CB8AC3E}">
        <p14:creationId xmlns:p14="http://schemas.microsoft.com/office/powerpoint/2010/main" val="3587478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9F411-5C4C-6C1E-605D-C9530712D3E6}"/>
            </a:ext>
          </a:extLst>
        </p:cNvPr>
        <p:cNvGrpSpPr/>
        <p:nvPr/>
      </p:nvGrpSpPr>
      <p:grpSpPr>
        <a:xfrm>
          <a:off x="0" y="0"/>
          <a:ext cx="0" cy="0"/>
          <a:chOff x="0" y="0"/>
          <a:chExt cx="0" cy="0"/>
        </a:xfrm>
      </p:grpSpPr>
      <p:sp>
        <p:nvSpPr>
          <p:cNvPr id="41" name="Google Shape;442;p38">
            <a:extLst>
              <a:ext uri="{FF2B5EF4-FFF2-40B4-BE49-F238E27FC236}">
                <a16:creationId xmlns:a16="http://schemas.microsoft.com/office/drawing/2014/main" id="{4EFBDD21-37FA-D602-8277-43E07E16DBAF}"/>
              </a:ext>
            </a:extLst>
          </p:cNvPr>
          <p:cNvSpPr txBox="1">
            <a:spLocks noGrp="1"/>
          </p:cNvSpPr>
          <p:nvPr>
            <p:ph type="title"/>
          </p:nvPr>
        </p:nvSpPr>
        <p:spPr>
          <a:xfrm>
            <a:off x="830534" y="1405694"/>
            <a:ext cx="4457683" cy="117787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000" dirty="0">
                <a:solidFill>
                  <a:srgbClr val="20B2AA"/>
                </a:solidFill>
                <a:latin typeface="Bodoni MT Condensed" panose="02070606080606020203" pitchFamily="18" charset="0"/>
              </a:rPr>
              <a:t>Introduction</a:t>
            </a:r>
            <a:endParaRPr sz="6000" dirty="0">
              <a:solidFill>
                <a:srgbClr val="20B2AA"/>
              </a:solidFill>
              <a:latin typeface="Bodoni MT Condensed" panose="02070606080606020203" pitchFamily="18" charset="0"/>
            </a:endParaRPr>
          </a:p>
        </p:txBody>
      </p:sp>
      <p:sp>
        <p:nvSpPr>
          <p:cNvPr id="43" name="TextBox 42">
            <a:extLst>
              <a:ext uri="{FF2B5EF4-FFF2-40B4-BE49-F238E27FC236}">
                <a16:creationId xmlns:a16="http://schemas.microsoft.com/office/drawing/2014/main" id="{CBFDC20A-9144-77C9-E7CC-352129EE9B46}"/>
              </a:ext>
            </a:extLst>
          </p:cNvPr>
          <p:cNvSpPr txBox="1"/>
          <p:nvPr/>
        </p:nvSpPr>
        <p:spPr>
          <a:xfrm>
            <a:off x="441311" y="2583572"/>
            <a:ext cx="7079373" cy="3539430"/>
          </a:xfrm>
          <a:prstGeom prst="rect">
            <a:avLst/>
          </a:prstGeom>
          <a:noFill/>
        </p:spPr>
        <p:txBody>
          <a:bodyPr wrap="square">
            <a:spAutoFit/>
          </a:bodyPr>
          <a:lstStyle/>
          <a:p>
            <a:pPr lvl="0">
              <a:spcAft>
                <a:spcPts val="1600"/>
              </a:spcAft>
            </a:pPr>
            <a:r>
              <a:rPr lang="en-US" sz="2800" dirty="0"/>
              <a:t>This project explores disease incidence and mortality trends across the Nigerian states, within the year 2009 till 2018, covering all age groups, and settlement populations. The analysis identifies high-risk states, most affected age groups, and year-over-year disease patterns to support data-driven public health decisions.</a:t>
            </a:r>
            <a:endParaRPr lang="en-US" sz="2800" dirty="0">
              <a:solidFill>
                <a:srgbClr val="20B2AA"/>
              </a:solidFill>
            </a:endParaRPr>
          </a:p>
        </p:txBody>
      </p:sp>
      <p:grpSp>
        <p:nvGrpSpPr>
          <p:cNvPr id="47" name="Google Shape;444;p38">
            <a:extLst>
              <a:ext uri="{FF2B5EF4-FFF2-40B4-BE49-F238E27FC236}">
                <a16:creationId xmlns:a16="http://schemas.microsoft.com/office/drawing/2014/main" id="{A9130A34-A093-E651-BB49-39C5B9910F91}"/>
              </a:ext>
            </a:extLst>
          </p:cNvPr>
          <p:cNvGrpSpPr/>
          <p:nvPr/>
        </p:nvGrpSpPr>
        <p:grpSpPr>
          <a:xfrm>
            <a:off x="7703228" y="1426913"/>
            <a:ext cx="4143029" cy="4796837"/>
            <a:chOff x="5247496" y="678574"/>
            <a:chExt cx="3682737" cy="4188102"/>
          </a:xfrm>
        </p:grpSpPr>
        <p:sp>
          <p:nvSpPr>
            <p:cNvPr id="48" name="Google Shape;445;p38">
              <a:extLst>
                <a:ext uri="{FF2B5EF4-FFF2-40B4-BE49-F238E27FC236}">
                  <a16:creationId xmlns:a16="http://schemas.microsoft.com/office/drawing/2014/main" id="{2708E1EC-8348-1817-F5E5-4D46902F74D8}"/>
                </a:ext>
              </a:extLst>
            </p:cNvPr>
            <p:cNvSpPr/>
            <p:nvPr/>
          </p:nvSpPr>
          <p:spPr>
            <a:xfrm>
              <a:off x="7299561" y="765718"/>
              <a:ext cx="123745" cy="123745"/>
            </a:xfrm>
            <a:custGeom>
              <a:avLst/>
              <a:gdLst/>
              <a:ahLst/>
              <a:cxnLst/>
              <a:rect l="l" t="t" r="r" b="b"/>
              <a:pathLst>
                <a:path w="3861" h="3861" extrusionOk="0">
                  <a:moveTo>
                    <a:pt x="1" y="0"/>
                  </a:moveTo>
                  <a:lnTo>
                    <a:pt x="1" y="1922"/>
                  </a:lnTo>
                  <a:cubicBezTo>
                    <a:pt x="1" y="2991"/>
                    <a:pt x="870" y="3860"/>
                    <a:pt x="1939" y="3860"/>
                  </a:cubicBezTo>
                  <a:cubicBezTo>
                    <a:pt x="3008" y="3860"/>
                    <a:pt x="3861" y="2991"/>
                    <a:pt x="3861" y="1922"/>
                  </a:cubicBezTo>
                  <a:lnTo>
                    <a:pt x="3861" y="418"/>
                  </a:lnTo>
                  <a:lnTo>
                    <a:pt x="3008" y="418"/>
                  </a:lnTo>
                  <a:lnTo>
                    <a:pt x="3008" y="1922"/>
                  </a:lnTo>
                  <a:cubicBezTo>
                    <a:pt x="3008" y="2523"/>
                    <a:pt x="2524" y="3008"/>
                    <a:pt x="1939" y="3008"/>
                  </a:cubicBezTo>
                  <a:cubicBezTo>
                    <a:pt x="1338" y="3008"/>
                    <a:pt x="853" y="2523"/>
                    <a:pt x="853" y="1922"/>
                  </a:cubicBezTo>
                  <a:lnTo>
                    <a:pt x="853" y="0"/>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46;p38">
              <a:extLst>
                <a:ext uri="{FF2B5EF4-FFF2-40B4-BE49-F238E27FC236}">
                  <a16:creationId xmlns:a16="http://schemas.microsoft.com/office/drawing/2014/main" id="{63F54E3C-585D-26E2-114D-59A8E2D722C3}"/>
                </a:ext>
              </a:extLst>
            </p:cNvPr>
            <p:cNvSpPr/>
            <p:nvPr/>
          </p:nvSpPr>
          <p:spPr>
            <a:xfrm>
              <a:off x="6798876" y="765718"/>
              <a:ext cx="124258" cy="123745"/>
            </a:xfrm>
            <a:custGeom>
              <a:avLst/>
              <a:gdLst/>
              <a:ahLst/>
              <a:cxnLst/>
              <a:rect l="l" t="t" r="r" b="b"/>
              <a:pathLst>
                <a:path w="3877" h="3861" extrusionOk="0">
                  <a:moveTo>
                    <a:pt x="0" y="0"/>
                  </a:moveTo>
                  <a:lnTo>
                    <a:pt x="0" y="1922"/>
                  </a:lnTo>
                  <a:cubicBezTo>
                    <a:pt x="0" y="2991"/>
                    <a:pt x="869" y="3860"/>
                    <a:pt x="1939" y="3860"/>
                  </a:cubicBezTo>
                  <a:cubicBezTo>
                    <a:pt x="3008" y="3860"/>
                    <a:pt x="3860" y="2991"/>
                    <a:pt x="3877" y="1922"/>
                  </a:cubicBezTo>
                  <a:lnTo>
                    <a:pt x="3877" y="418"/>
                  </a:lnTo>
                  <a:lnTo>
                    <a:pt x="3008" y="418"/>
                  </a:lnTo>
                  <a:lnTo>
                    <a:pt x="3008" y="1922"/>
                  </a:lnTo>
                  <a:cubicBezTo>
                    <a:pt x="3008" y="2523"/>
                    <a:pt x="2523" y="3008"/>
                    <a:pt x="1939" y="3008"/>
                  </a:cubicBezTo>
                  <a:cubicBezTo>
                    <a:pt x="1337" y="3008"/>
                    <a:pt x="852" y="2523"/>
                    <a:pt x="852" y="1922"/>
                  </a:cubicBezTo>
                  <a:lnTo>
                    <a:pt x="852" y="0"/>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47;p38">
              <a:extLst>
                <a:ext uri="{FF2B5EF4-FFF2-40B4-BE49-F238E27FC236}">
                  <a16:creationId xmlns:a16="http://schemas.microsoft.com/office/drawing/2014/main" id="{A5AAB7AC-E215-F57C-1E95-94968CBE2BE4}"/>
                </a:ext>
              </a:extLst>
            </p:cNvPr>
            <p:cNvSpPr/>
            <p:nvPr/>
          </p:nvSpPr>
          <p:spPr>
            <a:xfrm>
              <a:off x="7084281" y="678574"/>
              <a:ext cx="66440" cy="4168263"/>
            </a:xfrm>
            <a:custGeom>
              <a:avLst/>
              <a:gdLst/>
              <a:ahLst/>
              <a:cxnLst/>
              <a:rect l="l" t="t" r="r" b="b"/>
              <a:pathLst>
                <a:path w="2073" h="130055" extrusionOk="0">
                  <a:moveTo>
                    <a:pt x="1037" y="0"/>
                  </a:moveTo>
                  <a:cubicBezTo>
                    <a:pt x="523" y="0"/>
                    <a:pt x="9" y="338"/>
                    <a:pt x="1" y="1015"/>
                  </a:cubicBezTo>
                  <a:lnTo>
                    <a:pt x="1" y="130055"/>
                  </a:lnTo>
                  <a:lnTo>
                    <a:pt x="2073" y="130055"/>
                  </a:lnTo>
                  <a:lnTo>
                    <a:pt x="2073" y="1015"/>
                  </a:lnTo>
                  <a:cubicBezTo>
                    <a:pt x="2065" y="338"/>
                    <a:pt x="1551" y="0"/>
                    <a:pt x="1037"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48;p38">
              <a:extLst>
                <a:ext uri="{FF2B5EF4-FFF2-40B4-BE49-F238E27FC236}">
                  <a16:creationId xmlns:a16="http://schemas.microsoft.com/office/drawing/2014/main" id="{2D9936C6-5C82-698B-AFDD-99FB7879F337}"/>
                </a:ext>
              </a:extLst>
            </p:cNvPr>
            <p:cNvSpPr/>
            <p:nvPr/>
          </p:nvSpPr>
          <p:spPr>
            <a:xfrm>
              <a:off x="6847592" y="741071"/>
              <a:ext cx="527511" cy="49293"/>
            </a:xfrm>
            <a:custGeom>
              <a:avLst/>
              <a:gdLst/>
              <a:ahLst/>
              <a:cxnLst/>
              <a:rect l="l" t="t" r="r" b="b"/>
              <a:pathLst>
                <a:path w="16459" h="1538" extrusionOk="0">
                  <a:moveTo>
                    <a:pt x="1020" y="1"/>
                  </a:moveTo>
                  <a:cubicBezTo>
                    <a:pt x="1" y="1"/>
                    <a:pt x="1" y="1538"/>
                    <a:pt x="1020" y="1538"/>
                  </a:cubicBezTo>
                  <a:lnTo>
                    <a:pt x="15423" y="1538"/>
                  </a:lnTo>
                  <a:cubicBezTo>
                    <a:pt x="16459" y="1538"/>
                    <a:pt x="16459" y="1"/>
                    <a:pt x="1542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49;p38">
              <a:extLst>
                <a:ext uri="{FF2B5EF4-FFF2-40B4-BE49-F238E27FC236}">
                  <a16:creationId xmlns:a16="http://schemas.microsoft.com/office/drawing/2014/main" id="{AE4F421D-7F2C-AB62-4543-AD82FAAA27D9}"/>
                </a:ext>
              </a:extLst>
            </p:cNvPr>
            <p:cNvSpPr/>
            <p:nvPr/>
          </p:nvSpPr>
          <p:spPr>
            <a:xfrm>
              <a:off x="7299561" y="2580004"/>
              <a:ext cx="123745" cy="123745"/>
            </a:xfrm>
            <a:custGeom>
              <a:avLst/>
              <a:gdLst/>
              <a:ahLst/>
              <a:cxnLst/>
              <a:rect l="l" t="t" r="r" b="b"/>
              <a:pathLst>
                <a:path w="3861" h="3861" extrusionOk="0">
                  <a:moveTo>
                    <a:pt x="1" y="1"/>
                  </a:moveTo>
                  <a:lnTo>
                    <a:pt x="1" y="1922"/>
                  </a:lnTo>
                  <a:cubicBezTo>
                    <a:pt x="1" y="2992"/>
                    <a:pt x="870" y="3860"/>
                    <a:pt x="1939" y="3860"/>
                  </a:cubicBezTo>
                  <a:cubicBezTo>
                    <a:pt x="3008" y="3860"/>
                    <a:pt x="3861" y="2992"/>
                    <a:pt x="3861" y="1922"/>
                  </a:cubicBezTo>
                  <a:lnTo>
                    <a:pt x="3861" y="419"/>
                  </a:lnTo>
                  <a:lnTo>
                    <a:pt x="3008" y="419"/>
                  </a:lnTo>
                  <a:lnTo>
                    <a:pt x="3008" y="1922"/>
                  </a:lnTo>
                  <a:cubicBezTo>
                    <a:pt x="3008" y="2524"/>
                    <a:pt x="2524" y="3008"/>
                    <a:pt x="1939" y="3008"/>
                  </a:cubicBezTo>
                  <a:cubicBezTo>
                    <a:pt x="1338" y="3008"/>
                    <a:pt x="853" y="2524"/>
                    <a:pt x="853" y="1922"/>
                  </a:cubicBezTo>
                  <a:lnTo>
                    <a:pt x="853" y="1"/>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50;p38">
              <a:extLst>
                <a:ext uri="{FF2B5EF4-FFF2-40B4-BE49-F238E27FC236}">
                  <a16:creationId xmlns:a16="http://schemas.microsoft.com/office/drawing/2014/main" id="{BF5EEEF2-F9F9-D8DE-5A98-0BC7631CF83E}"/>
                </a:ext>
              </a:extLst>
            </p:cNvPr>
            <p:cNvSpPr/>
            <p:nvPr/>
          </p:nvSpPr>
          <p:spPr>
            <a:xfrm>
              <a:off x="6798876" y="2580004"/>
              <a:ext cx="124258" cy="123745"/>
            </a:xfrm>
            <a:custGeom>
              <a:avLst/>
              <a:gdLst/>
              <a:ahLst/>
              <a:cxnLst/>
              <a:rect l="l" t="t" r="r" b="b"/>
              <a:pathLst>
                <a:path w="3877" h="3861" extrusionOk="0">
                  <a:moveTo>
                    <a:pt x="0" y="1"/>
                  </a:moveTo>
                  <a:lnTo>
                    <a:pt x="0" y="1922"/>
                  </a:lnTo>
                  <a:cubicBezTo>
                    <a:pt x="0" y="2992"/>
                    <a:pt x="869" y="3860"/>
                    <a:pt x="1939" y="3860"/>
                  </a:cubicBezTo>
                  <a:cubicBezTo>
                    <a:pt x="3008" y="3860"/>
                    <a:pt x="3860" y="2992"/>
                    <a:pt x="3877" y="1922"/>
                  </a:cubicBezTo>
                  <a:lnTo>
                    <a:pt x="3877" y="419"/>
                  </a:lnTo>
                  <a:lnTo>
                    <a:pt x="3008" y="419"/>
                  </a:lnTo>
                  <a:lnTo>
                    <a:pt x="3008" y="1922"/>
                  </a:lnTo>
                  <a:cubicBezTo>
                    <a:pt x="3008" y="2524"/>
                    <a:pt x="2523" y="3008"/>
                    <a:pt x="1939" y="3008"/>
                  </a:cubicBezTo>
                  <a:cubicBezTo>
                    <a:pt x="1337" y="3008"/>
                    <a:pt x="852" y="2524"/>
                    <a:pt x="852" y="1922"/>
                  </a:cubicBezTo>
                  <a:lnTo>
                    <a:pt x="852" y="1"/>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51;p38">
              <a:extLst>
                <a:ext uri="{FF2B5EF4-FFF2-40B4-BE49-F238E27FC236}">
                  <a16:creationId xmlns:a16="http://schemas.microsoft.com/office/drawing/2014/main" id="{142C54F1-907E-1418-709E-13284FD4A10D}"/>
                </a:ext>
              </a:extLst>
            </p:cNvPr>
            <p:cNvSpPr/>
            <p:nvPr/>
          </p:nvSpPr>
          <p:spPr>
            <a:xfrm>
              <a:off x="6847592" y="2555902"/>
              <a:ext cx="527511" cy="48780"/>
            </a:xfrm>
            <a:custGeom>
              <a:avLst/>
              <a:gdLst/>
              <a:ahLst/>
              <a:cxnLst/>
              <a:rect l="l" t="t" r="r" b="b"/>
              <a:pathLst>
                <a:path w="16459" h="1522" extrusionOk="0">
                  <a:moveTo>
                    <a:pt x="1020" y="1"/>
                  </a:moveTo>
                  <a:cubicBezTo>
                    <a:pt x="1" y="1"/>
                    <a:pt x="1" y="1521"/>
                    <a:pt x="1020" y="1521"/>
                  </a:cubicBezTo>
                  <a:lnTo>
                    <a:pt x="15423" y="1521"/>
                  </a:lnTo>
                  <a:cubicBezTo>
                    <a:pt x="16459" y="1521"/>
                    <a:pt x="16459" y="1"/>
                    <a:pt x="1542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52;p38">
              <a:extLst>
                <a:ext uri="{FF2B5EF4-FFF2-40B4-BE49-F238E27FC236}">
                  <a16:creationId xmlns:a16="http://schemas.microsoft.com/office/drawing/2014/main" id="{57654138-A12E-7829-0BF2-FD008D81B5C4}"/>
                </a:ext>
              </a:extLst>
            </p:cNvPr>
            <p:cNvSpPr/>
            <p:nvPr/>
          </p:nvSpPr>
          <p:spPr>
            <a:xfrm>
              <a:off x="6633562" y="4800749"/>
              <a:ext cx="971820" cy="65927"/>
            </a:xfrm>
            <a:custGeom>
              <a:avLst/>
              <a:gdLst/>
              <a:ahLst/>
              <a:cxnLst/>
              <a:rect l="l" t="t" r="r" b="b"/>
              <a:pathLst>
                <a:path w="30322" h="2057" extrusionOk="0">
                  <a:moveTo>
                    <a:pt x="1350" y="1"/>
                  </a:moveTo>
                  <a:cubicBezTo>
                    <a:pt x="1" y="1"/>
                    <a:pt x="6" y="2056"/>
                    <a:pt x="1366" y="2056"/>
                  </a:cubicBezTo>
                  <a:cubicBezTo>
                    <a:pt x="1371" y="2056"/>
                    <a:pt x="1377" y="2056"/>
                    <a:pt x="1382" y="2056"/>
                  </a:cubicBezTo>
                  <a:lnTo>
                    <a:pt x="29286" y="2056"/>
                  </a:lnTo>
                  <a:cubicBezTo>
                    <a:pt x="29854" y="2056"/>
                    <a:pt x="30321" y="1588"/>
                    <a:pt x="30321" y="1020"/>
                  </a:cubicBezTo>
                  <a:cubicBezTo>
                    <a:pt x="30321" y="452"/>
                    <a:pt x="29854" y="1"/>
                    <a:pt x="29286" y="1"/>
                  </a:cubicBezTo>
                  <a:lnTo>
                    <a:pt x="1382" y="1"/>
                  </a:lnTo>
                  <a:cubicBezTo>
                    <a:pt x="1371" y="1"/>
                    <a:pt x="1360" y="1"/>
                    <a:pt x="1350"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53;p38">
              <a:extLst>
                <a:ext uri="{FF2B5EF4-FFF2-40B4-BE49-F238E27FC236}">
                  <a16:creationId xmlns:a16="http://schemas.microsoft.com/office/drawing/2014/main" id="{DE62CEE9-CE36-1CE8-DDDE-8F68FE934D39}"/>
                </a:ext>
              </a:extLst>
            </p:cNvPr>
            <p:cNvSpPr/>
            <p:nvPr/>
          </p:nvSpPr>
          <p:spPr>
            <a:xfrm>
              <a:off x="6970760" y="2007559"/>
              <a:ext cx="139802" cy="159609"/>
            </a:xfrm>
            <a:custGeom>
              <a:avLst/>
              <a:gdLst/>
              <a:ahLst/>
              <a:cxnLst/>
              <a:rect l="l" t="t" r="r" b="b"/>
              <a:pathLst>
                <a:path w="4362" h="4980" extrusionOk="0">
                  <a:moveTo>
                    <a:pt x="3109" y="0"/>
                  </a:moveTo>
                  <a:lnTo>
                    <a:pt x="1672" y="919"/>
                  </a:lnTo>
                  <a:cubicBezTo>
                    <a:pt x="1538" y="786"/>
                    <a:pt x="1454" y="719"/>
                    <a:pt x="1454" y="719"/>
                  </a:cubicBezTo>
                  <a:lnTo>
                    <a:pt x="1" y="2072"/>
                  </a:lnTo>
                  <a:cubicBezTo>
                    <a:pt x="1" y="2072"/>
                    <a:pt x="1839" y="4445"/>
                    <a:pt x="2858" y="4980"/>
                  </a:cubicBezTo>
                  <a:cubicBezTo>
                    <a:pt x="4278" y="4528"/>
                    <a:pt x="3994" y="3376"/>
                    <a:pt x="3827" y="3025"/>
                  </a:cubicBezTo>
                  <a:cubicBezTo>
                    <a:pt x="3827" y="3025"/>
                    <a:pt x="4328" y="2223"/>
                    <a:pt x="4345" y="1838"/>
                  </a:cubicBezTo>
                  <a:cubicBezTo>
                    <a:pt x="4362" y="1437"/>
                    <a:pt x="3109" y="0"/>
                    <a:pt x="3109"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54;p38">
              <a:extLst>
                <a:ext uri="{FF2B5EF4-FFF2-40B4-BE49-F238E27FC236}">
                  <a16:creationId xmlns:a16="http://schemas.microsoft.com/office/drawing/2014/main" id="{A6E1E89A-44DD-1E8C-89D5-20E1F688378C}"/>
                </a:ext>
              </a:extLst>
            </p:cNvPr>
            <p:cNvSpPr/>
            <p:nvPr/>
          </p:nvSpPr>
          <p:spPr>
            <a:xfrm>
              <a:off x="6991112" y="1947786"/>
              <a:ext cx="110348" cy="102015"/>
            </a:xfrm>
            <a:custGeom>
              <a:avLst/>
              <a:gdLst/>
              <a:ahLst/>
              <a:cxnLst/>
              <a:rect l="l" t="t" r="r" b="b"/>
              <a:pathLst>
                <a:path w="3443" h="3183" extrusionOk="0">
                  <a:moveTo>
                    <a:pt x="402" y="0"/>
                  </a:moveTo>
                  <a:cubicBezTo>
                    <a:pt x="289" y="0"/>
                    <a:pt x="207" y="10"/>
                    <a:pt x="168" y="27"/>
                  </a:cubicBezTo>
                  <a:cubicBezTo>
                    <a:pt x="1" y="94"/>
                    <a:pt x="118" y="462"/>
                    <a:pt x="569" y="796"/>
                  </a:cubicBezTo>
                  <a:cubicBezTo>
                    <a:pt x="936" y="1063"/>
                    <a:pt x="1337" y="1314"/>
                    <a:pt x="1738" y="1531"/>
                  </a:cubicBezTo>
                  <a:cubicBezTo>
                    <a:pt x="1939" y="1865"/>
                    <a:pt x="2106" y="2216"/>
                    <a:pt x="2223" y="2584"/>
                  </a:cubicBezTo>
                  <a:cubicBezTo>
                    <a:pt x="2366" y="3047"/>
                    <a:pt x="2685" y="3183"/>
                    <a:pt x="2904" y="3183"/>
                  </a:cubicBezTo>
                  <a:cubicBezTo>
                    <a:pt x="3016" y="3183"/>
                    <a:pt x="3103" y="3147"/>
                    <a:pt x="3125" y="3102"/>
                  </a:cubicBezTo>
                  <a:cubicBezTo>
                    <a:pt x="3443" y="2500"/>
                    <a:pt x="2824" y="880"/>
                    <a:pt x="2173" y="462"/>
                  </a:cubicBezTo>
                  <a:cubicBezTo>
                    <a:pt x="1659" y="132"/>
                    <a:pt x="822" y="0"/>
                    <a:pt x="402"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55;p38">
              <a:extLst>
                <a:ext uri="{FF2B5EF4-FFF2-40B4-BE49-F238E27FC236}">
                  <a16:creationId xmlns:a16="http://schemas.microsoft.com/office/drawing/2014/main" id="{3115596D-4DAA-6A96-2EEA-DC6A51572A33}"/>
                </a:ext>
              </a:extLst>
            </p:cNvPr>
            <p:cNvSpPr/>
            <p:nvPr/>
          </p:nvSpPr>
          <p:spPr>
            <a:xfrm>
              <a:off x="6946146" y="1956279"/>
              <a:ext cx="69645" cy="94676"/>
            </a:xfrm>
            <a:custGeom>
              <a:avLst/>
              <a:gdLst/>
              <a:ahLst/>
              <a:cxnLst/>
              <a:rect l="l" t="t" r="r" b="b"/>
              <a:pathLst>
                <a:path w="2173" h="2954" extrusionOk="0">
                  <a:moveTo>
                    <a:pt x="1939" y="1"/>
                  </a:moveTo>
                  <a:cubicBezTo>
                    <a:pt x="1713" y="1"/>
                    <a:pt x="1040" y="481"/>
                    <a:pt x="719" y="849"/>
                  </a:cubicBezTo>
                  <a:cubicBezTo>
                    <a:pt x="368" y="1233"/>
                    <a:pt x="0" y="2135"/>
                    <a:pt x="50" y="2336"/>
                  </a:cubicBezTo>
                  <a:cubicBezTo>
                    <a:pt x="117" y="2536"/>
                    <a:pt x="585" y="2954"/>
                    <a:pt x="585" y="2954"/>
                  </a:cubicBezTo>
                  <a:cubicBezTo>
                    <a:pt x="769" y="2854"/>
                    <a:pt x="1203" y="2703"/>
                    <a:pt x="1320" y="2369"/>
                  </a:cubicBezTo>
                  <a:cubicBezTo>
                    <a:pt x="1370" y="2185"/>
                    <a:pt x="1170" y="1684"/>
                    <a:pt x="1170" y="1684"/>
                  </a:cubicBezTo>
                  <a:cubicBezTo>
                    <a:pt x="1170" y="1684"/>
                    <a:pt x="1938" y="932"/>
                    <a:pt x="2055" y="698"/>
                  </a:cubicBezTo>
                  <a:cubicBezTo>
                    <a:pt x="2172" y="464"/>
                    <a:pt x="2156" y="113"/>
                    <a:pt x="1989" y="13"/>
                  </a:cubicBezTo>
                  <a:cubicBezTo>
                    <a:pt x="1976" y="5"/>
                    <a:pt x="1959" y="1"/>
                    <a:pt x="1939"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56;p38">
              <a:extLst>
                <a:ext uri="{FF2B5EF4-FFF2-40B4-BE49-F238E27FC236}">
                  <a16:creationId xmlns:a16="http://schemas.microsoft.com/office/drawing/2014/main" id="{AE467E2E-3B7A-F046-EC70-89BCFBCC33DE}"/>
                </a:ext>
              </a:extLst>
            </p:cNvPr>
            <p:cNvSpPr/>
            <p:nvPr/>
          </p:nvSpPr>
          <p:spPr>
            <a:xfrm>
              <a:off x="7043610" y="2053070"/>
              <a:ext cx="529242" cy="499435"/>
            </a:xfrm>
            <a:custGeom>
              <a:avLst/>
              <a:gdLst/>
              <a:ahLst/>
              <a:cxnLst/>
              <a:rect l="l" t="t" r="r" b="b"/>
              <a:pathLst>
                <a:path w="16513" h="15583" extrusionOk="0">
                  <a:moveTo>
                    <a:pt x="2607" y="1"/>
                  </a:moveTo>
                  <a:cubicBezTo>
                    <a:pt x="1554" y="1822"/>
                    <a:pt x="1170" y="2808"/>
                    <a:pt x="0" y="3727"/>
                  </a:cubicBezTo>
                  <a:cubicBezTo>
                    <a:pt x="0" y="3727"/>
                    <a:pt x="10410" y="15005"/>
                    <a:pt x="12582" y="15506"/>
                  </a:cubicBezTo>
                  <a:cubicBezTo>
                    <a:pt x="12815" y="15558"/>
                    <a:pt x="13039" y="15583"/>
                    <a:pt x="13254" y="15583"/>
                  </a:cubicBezTo>
                  <a:cubicBezTo>
                    <a:pt x="15318" y="15583"/>
                    <a:pt x="16512" y="13306"/>
                    <a:pt x="16391" y="11112"/>
                  </a:cubicBezTo>
                  <a:cubicBezTo>
                    <a:pt x="16258" y="8672"/>
                    <a:pt x="2607" y="1"/>
                    <a:pt x="2607"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57;p38">
              <a:extLst>
                <a:ext uri="{FF2B5EF4-FFF2-40B4-BE49-F238E27FC236}">
                  <a16:creationId xmlns:a16="http://schemas.microsoft.com/office/drawing/2014/main" id="{2E36A498-0730-ACFC-B827-D208A52C546A}"/>
                </a:ext>
              </a:extLst>
            </p:cNvPr>
            <p:cNvSpPr/>
            <p:nvPr/>
          </p:nvSpPr>
          <p:spPr>
            <a:xfrm>
              <a:off x="6953646" y="1994707"/>
              <a:ext cx="125315" cy="122175"/>
            </a:xfrm>
            <a:custGeom>
              <a:avLst/>
              <a:gdLst/>
              <a:ahLst/>
              <a:cxnLst/>
              <a:rect l="l" t="t" r="r" b="b"/>
              <a:pathLst>
                <a:path w="3910" h="3812" extrusionOk="0">
                  <a:moveTo>
                    <a:pt x="3191" y="0"/>
                  </a:moveTo>
                  <a:cubicBezTo>
                    <a:pt x="3074" y="0"/>
                    <a:pt x="1671" y="535"/>
                    <a:pt x="1454" y="619"/>
                  </a:cubicBezTo>
                  <a:cubicBezTo>
                    <a:pt x="1253" y="702"/>
                    <a:pt x="0" y="1755"/>
                    <a:pt x="84" y="1939"/>
                  </a:cubicBezTo>
                  <a:cubicBezTo>
                    <a:pt x="217" y="2139"/>
                    <a:pt x="368" y="2323"/>
                    <a:pt x="535" y="2473"/>
                  </a:cubicBezTo>
                  <a:cubicBezTo>
                    <a:pt x="585" y="2690"/>
                    <a:pt x="668" y="2908"/>
                    <a:pt x="769" y="3108"/>
                  </a:cubicBezTo>
                  <a:cubicBezTo>
                    <a:pt x="869" y="3175"/>
                    <a:pt x="986" y="3242"/>
                    <a:pt x="1120" y="3259"/>
                  </a:cubicBezTo>
                  <a:cubicBezTo>
                    <a:pt x="1203" y="3409"/>
                    <a:pt x="1287" y="3559"/>
                    <a:pt x="1387" y="3693"/>
                  </a:cubicBezTo>
                  <a:cubicBezTo>
                    <a:pt x="1466" y="3772"/>
                    <a:pt x="1610" y="3812"/>
                    <a:pt x="1793" y="3812"/>
                  </a:cubicBezTo>
                  <a:cubicBezTo>
                    <a:pt x="2271" y="3812"/>
                    <a:pt x="3015" y="3538"/>
                    <a:pt x="3559" y="2958"/>
                  </a:cubicBezTo>
                  <a:cubicBezTo>
                    <a:pt x="3676" y="2824"/>
                    <a:pt x="3709" y="2640"/>
                    <a:pt x="3609" y="2490"/>
                  </a:cubicBezTo>
                  <a:cubicBezTo>
                    <a:pt x="3592" y="2440"/>
                    <a:pt x="3576" y="2406"/>
                    <a:pt x="3559" y="2373"/>
                  </a:cubicBezTo>
                  <a:cubicBezTo>
                    <a:pt x="3509" y="2289"/>
                    <a:pt x="3442" y="2223"/>
                    <a:pt x="3375" y="2156"/>
                  </a:cubicBezTo>
                  <a:cubicBezTo>
                    <a:pt x="3392" y="2139"/>
                    <a:pt x="3910" y="1855"/>
                    <a:pt x="3893" y="1621"/>
                  </a:cubicBezTo>
                  <a:cubicBezTo>
                    <a:pt x="3876" y="1387"/>
                    <a:pt x="3509" y="936"/>
                    <a:pt x="3509" y="936"/>
                  </a:cubicBezTo>
                  <a:cubicBezTo>
                    <a:pt x="3676" y="853"/>
                    <a:pt x="3743" y="652"/>
                    <a:pt x="3676" y="468"/>
                  </a:cubicBezTo>
                  <a:cubicBezTo>
                    <a:pt x="3659" y="452"/>
                    <a:pt x="3659" y="418"/>
                    <a:pt x="3643" y="401"/>
                  </a:cubicBezTo>
                  <a:cubicBezTo>
                    <a:pt x="3559" y="218"/>
                    <a:pt x="3392" y="67"/>
                    <a:pt x="3191"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58;p38">
              <a:extLst>
                <a:ext uri="{FF2B5EF4-FFF2-40B4-BE49-F238E27FC236}">
                  <a16:creationId xmlns:a16="http://schemas.microsoft.com/office/drawing/2014/main" id="{463AE09E-F6DE-6822-06F1-59B0663C64DB}"/>
                </a:ext>
              </a:extLst>
            </p:cNvPr>
            <p:cNvSpPr/>
            <p:nvPr/>
          </p:nvSpPr>
          <p:spPr>
            <a:xfrm>
              <a:off x="6988452" y="2007559"/>
              <a:ext cx="85157" cy="57337"/>
            </a:xfrm>
            <a:custGeom>
              <a:avLst/>
              <a:gdLst/>
              <a:ahLst/>
              <a:cxnLst/>
              <a:rect l="l" t="t" r="r" b="b"/>
              <a:pathLst>
                <a:path w="2657" h="1789" extrusionOk="0">
                  <a:moveTo>
                    <a:pt x="2557" y="0"/>
                  </a:moveTo>
                  <a:cubicBezTo>
                    <a:pt x="2089" y="167"/>
                    <a:pt x="1153" y="518"/>
                    <a:pt x="902" y="719"/>
                  </a:cubicBezTo>
                  <a:cubicBezTo>
                    <a:pt x="568" y="1053"/>
                    <a:pt x="268" y="1404"/>
                    <a:pt x="0" y="1788"/>
                  </a:cubicBezTo>
                  <a:cubicBezTo>
                    <a:pt x="334" y="1504"/>
                    <a:pt x="685" y="1237"/>
                    <a:pt x="1036" y="970"/>
                  </a:cubicBezTo>
                  <a:cubicBezTo>
                    <a:pt x="1487" y="802"/>
                    <a:pt x="1955" y="652"/>
                    <a:pt x="2423" y="535"/>
                  </a:cubicBezTo>
                  <a:cubicBezTo>
                    <a:pt x="2590" y="452"/>
                    <a:pt x="2657" y="251"/>
                    <a:pt x="2590" y="67"/>
                  </a:cubicBezTo>
                  <a:cubicBezTo>
                    <a:pt x="2573" y="51"/>
                    <a:pt x="2573" y="17"/>
                    <a:pt x="2557"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59;p38">
              <a:extLst>
                <a:ext uri="{FF2B5EF4-FFF2-40B4-BE49-F238E27FC236}">
                  <a16:creationId xmlns:a16="http://schemas.microsoft.com/office/drawing/2014/main" id="{B5506354-F175-AB99-163D-D650A0DF43B5}"/>
                </a:ext>
              </a:extLst>
            </p:cNvPr>
            <p:cNvSpPr/>
            <p:nvPr/>
          </p:nvSpPr>
          <p:spPr>
            <a:xfrm>
              <a:off x="7017906" y="2063775"/>
              <a:ext cx="49838" cy="19999"/>
            </a:xfrm>
            <a:custGeom>
              <a:avLst/>
              <a:gdLst/>
              <a:ahLst/>
              <a:cxnLst/>
              <a:rect l="l" t="t" r="r" b="b"/>
              <a:pathLst>
                <a:path w="1555" h="624" extrusionOk="0">
                  <a:moveTo>
                    <a:pt x="1370" y="1"/>
                  </a:moveTo>
                  <a:lnTo>
                    <a:pt x="0" y="586"/>
                  </a:lnTo>
                  <a:cubicBezTo>
                    <a:pt x="142" y="611"/>
                    <a:pt x="284" y="623"/>
                    <a:pt x="426" y="623"/>
                  </a:cubicBezTo>
                  <a:cubicBezTo>
                    <a:pt x="568" y="623"/>
                    <a:pt x="710" y="611"/>
                    <a:pt x="852" y="586"/>
                  </a:cubicBezTo>
                  <a:cubicBezTo>
                    <a:pt x="1086" y="485"/>
                    <a:pt x="1320" y="352"/>
                    <a:pt x="1554" y="218"/>
                  </a:cubicBezTo>
                  <a:cubicBezTo>
                    <a:pt x="1504" y="134"/>
                    <a:pt x="1437" y="68"/>
                    <a:pt x="1370"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60;p38">
              <a:extLst>
                <a:ext uri="{FF2B5EF4-FFF2-40B4-BE49-F238E27FC236}">
                  <a16:creationId xmlns:a16="http://schemas.microsoft.com/office/drawing/2014/main" id="{E12AB8DF-533D-40DC-095D-A669FBA78CB4}"/>
                </a:ext>
              </a:extLst>
            </p:cNvPr>
            <p:cNvSpPr/>
            <p:nvPr/>
          </p:nvSpPr>
          <p:spPr>
            <a:xfrm>
              <a:off x="6759775" y="1304959"/>
              <a:ext cx="648532" cy="2417339"/>
            </a:xfrm>
            <a:custGeom>
              <a:avLst/>
              <a:gdLst/>
              <a:ahLst/>
              <a:cxnLst/>
              <a:rect l="l" t="t" r="r" b="b"/>
              <a:pathLst>
                <a:path w="20235" h="75424" extrusionOk="0">
                  <a:moveTo>
                    <a:pt x="18814" y="1"/>
                  </a:moveTo>
                  <a:lnTo>
                    <a:pt x="18814" y="5982"/>
                  </a:lnTo>
                  <a:cubicBezTo>
                    <a:pt x="18814" y="8522"/>
                    <a:pt x="17294" y="10795"/>
                    <a:pt x="14955" y="11764"/>
                  </a:cubicBezTo>
                  <a:cubicBezTo>
                    <a:pt x="10443" y="13618"/>
                    <a:pt x="7486" y="18013"/>
                    <a:pt x="7486" y="22892"/>
                  </a:cubicBezTo>
                  <a:lnTo>
                    <a:pt x="7486" y="48272"/>
                  </a:lnTo>
                  <a:cubicBezTo>
                    <a:pt x="7486" y="48865"/>
                    <a:pt x="7043" y="49161"/>
                    <a:pt x="6600" y="49161"/>
                  </a:cubicBezTo>
                  <a:cubicBezTo>
                    <a:pt x="6158" y="49161"/>
                    <a:pt x="5715" y="48865"/>
                    <a:pt x="5715" y="48272"/>
                  </a:cubicBezTo>
                  <a:lnTo>
                    <a:pt x="5715" y="43777"/>
                  </a:lnTo>
                  <a:cubicBezTo>
                    <a:pt x="5715" y="42190"/>
                    <a:pt x="4428" y="40920"/>
                    <a:pt x="2858" y="40920"/>
                  </a:cubicBezTo>
                  <a:cubicBezTo>
                    <a:pt x="1287" y="40920"/>
                    <a:pt x="1" y="42190"/>
                    <a:pt x="1" y="43777"/>
                  </a:cubicBezTo>
                  <a:lnTo>
                    <a:pt x="1" y="75423"/>
                  </a:lnTo>
                  <a:lnTo>
                    <a:pt x="1404" y="75423"/>
                  </a:lnTo>
                  <a:lnTo>
                    <a:pt x="1404" y="43777"/>
                  </a:lnTo>
                  <a:cubicBezTo>
                    <a:pt x="1404" y="42975"/>
                    <a:pt x="2056" y="42324"/>
                    <a:pt x="2858" y="42324"/>
                  </a:cubicBezTo>
                  <a:cubicBezTo>
                    <a:pt x="3660" y="42324"/>
                    <a:pt x="4311" y="42975"/>
                    <a:pt x="4311" y="43777"/>
                  </a:cubicBezTo>
                  <a:lnTo>
                    <a:pt x="4311" y="48272"/>
                  </a:lnTo>
                  <a:cubicBezTo>
                    <a:pt x="4311" y="49542"/>
                    <a:pt x="5331" y="50561"/>
                    <a:pt x="6600" y="50561"/>
                  </a:cubicBezTo>
                  <a:cubicBezTo>
                    <a:pt x="7870" y="50561"/>
                    <a:pt x="8906" y="49542"/>
                    <a:pt x="8906" y="48272"/>
                  </a:cubicBezTo>
                  <a:lnTo>
                    <a:pt x="8906" y="22875"/>
                  </a:lnTo>
                  <a:cubicBezTo>
                    <a:pt x="8906" y="18581"/>
                    <a:pt x="11496" y="14704"/>
                    <a:pt x="15489" y="13067"/>
                  </a:cubicBezTo>
                  <a:cubicBezTo>
                    <a:pt x="18363" y="11881"/>
                    <a:pt x="20235" y="9090"/>
                    <a:pt x="20218" y="5982"/>
                  </a:cubicBezTo>
                  <a:lnTo>
                    <a:pt x="20218" y="1"/>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61;p38">
              <a:extLst>
                <a:ext uri="{FF2B5EF4-FFF2-40B4-BE49-F238E27FC236}">
                  <a16:creationId xmlns:a16="http://schemas.microsoft.com/office/drawing/2014/main" id="{31A8D9CC-5B52-113D-8438-89C4871BEAA8}"/>
                </a:ext>
              </a:extLst>
            </p:cNvPr>
            <p:cNvSpPr/>
            <p:nvPr/>
          </p:nvSpPr>
          <p:spPr>
            <a:xfrm>
              <a:off x="7346162" y="829850"/>
              <a:ext cx="41280" cy="110476"/>
            </a:xfrm>
            <a:custGeom>
              <a:avLst/>
              <a:gdLst/>
              <a:ahLst/>
              <a:cxnLst/>
              <a:rect l="l" t="t" r="r" b="b"/>
              <a:pathLst>
                <a:path w="1288" h="3447" extrusionOk="0">
                  <a:moveTo>
                    <a:pt x="644" y="0"/>
                  </a:moveTo>
                  <a:cubicBezTo>
                    <a:pt x="322" y="0"/>
                    <a:pt x="0" y="213"/>
                    <a:pt x="0" y="639"/>
                  </a:cubicBezTo>
                  <a:lnTo>
                    <a:pt x="0" y="2811"/>
                  </a:lnTo>
                  <a:cubicBezTo>
                    <a:pt x="0" y="3162"/>
                    <a:pt x="285" y="3446"/>
                    <a:pt x="635" y="3446"/>
                  </a:cubicBezTo>
                  <a:cubicBezTo>
                    <a:pt x="1003" y="3446"/>
                    <a:pt x="1287" y="3162"/>
                    <a:pt x="1287" y="2811"/>
                  </a:cubicBezTo>
                  <a:lnTo>
                    <a:pt x="1287" y="639"/>
                  </a:lnTo>
                  <a:cubicBezTo>
                    <a:pt x="1287" y="213"/>
                    <a:pt x="965" y="0"/>
                    <a:pt x="644" y="0"/>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62;p38">
              <a:extLst>
                <a:ext uri="{FF2B5EF4-FFF2-40B4-BE49-F238E27FC236}">
                  <a16:creationId xmlns:a16="http://schemas.microsoft.com/office/drawing/2014/main" id="{AA682AFE-D6AA-C58C-00F2-A0E3FCB866CD}"/>
                </a:ext>
              </a:extLst>
            </p:cNvPr>
            <p:cNvSpPr/>
            <p:nvPr/>
          </p:nvSpPr>
          <p:spPr>
            <a:xfrm>
              <a:off x="7207994" y="909238"/>
              <a:ext cx="318128" cy="420400"/>
            </a:xfrm>
            <a:custGeom>
              <a:avLst/>
              <a:gdLst/>
              <a:ahLst/>
              <a:cxnLst/>
              <a:rect l="l" t="t" r="r" b="b"/>
              <a:pathLst>
                <a:path w="9926" h="13117" extrusionOk="0">
                  <a:moveTo>
                    <a:pt x="2474" y="0"/>
                  </a:moveTo>
                  <a:cubicBezTo>
                    <a:pt x="1103" y="0"/>
                    <a:pt x="1" y="1103"/>
                    <a:pt x="1" y="2473"/>
                  </a:cubicBezTo>
                  <a:lnTo>
                    <a:pt x="1" y="10644"/>
                  </a:lnTo>
                  <a:cubicBezTo>
                    <a:pt x="1" y="12014"/>
                    <a:pt x="1103" y="13116"/>
                    <a:pt x="2474" y="13116"/>
                  </a:cubicBezTo>
                  <a:lnTo>
                    <a:pt x="7453" y="13116"/>
                  </a:lnTo>
                  <a:cubicBezTo>
                    <a:pt x="8823" y="13116"/>
                    <a:pt x="9926" y="12014"/>
                    <a:pt x="9926" y="10644"/>
                  </a:cubicBezTo>
                  <a:lnTo>
                    <a:pt x="9926" y="2473"/>
                  </a:lnTo>
                  <a:cubicBezTo>
                    <a:pt x="9926" y="1103"/>
                    <a:pt x="8823" y="0"/>
                    <a:pt x="7453" y="0"/>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63;p38">
              <a:extLst>
                <a:ext uri="{FF2B5EF4-FFF2-40B4-BE49-F238E27FC236}">
                  <a16:creationId xmlns:a16="http://schemas.microsoft.com/office/drawing/2014/main" id="{44D6E355-EAE5-88BB-F26A-1D3923D5BC07}"/>
                </a:ext>
              </a:extLst>
            </p:cNvPr>
            <p:cNvSpPr/>
            <p:nvPr/>
          </p:nvSpPr>
          <p:spPr>
            <a:xfrm>
              <a:off x="7269594" y="969748"/>
              <a:ext cx="194960" cy="303674"/>
            </a:xfrm>
            <a:custGeom>
              <a:avLst/>
              <a:gdLst/>
              <a:ahLst/>
              <a:cxnLst/>
              <a:rect l="l" t="t" r="r" b="b"/>
              <a:pathLst>
                <a:path w="6083" h="9475" extrusionOk="0">
                  <a:moveTo>
                    <a:pt x="802" y="0"/>
                  </a:moveTo>
                  <a:cubicBezTo>
                    <a:pt x="368" y="0"/>
                    <a:pt x="0" y="351"/>
                    <a:pt x="0" y="786"/>
                  </a:cubicBezTo>
                  <a:lnTo>
                    <a:pt x="0" y="8689"/>
                  </a:lnTo>
                  <a:cubicBezTo>
                    <a:pt x="0" y="9123"/>
                    <a:pt x="368" y="9474"/>
                    <a:pt x="802" y="9474"/>
                  </a:cubicBezTo>
                  <a:lnTo>
                    <a:pt x="5297" y="9474"/>
                  </a:lnTo>
                  <a:cubicBezTo>
                    <a:pt x="5731" y="9474"/>
                    <a:pt x="6082" y="9123"/>
                    <a:pt x="6082" y="8689"/>
                  </a:cubicBezTo>
                  <a:lnTo>
                    <a:pt x="6082" y="786"/>
                  </a:lnTo>
                  <a:cubicBezTo>
                    <a:pt x="6082" y="351"/>
                    <a:pt x="5731" y="0"/>
                    <a:pt x="52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64;p38">
              <a:extLst>
                <a:ext uri="{FF2B5EF4-FFF2-40B4-BE49-F238E27FC236}">
                  <a16:creationId xmlns:a16="http://schemas.microsoft.com/office/drawing/2014/main" id="{ADD9B8E3-AD33-C33E-7BA4-F86E1F2C8B6B}"/>
                </a:ext>
              </a:extLst>
            </p:cNvPr>
            <p:cNvSpPr/>
            <p:nvPr/>
          </p:nvSpPr>
          <p:spPr>
            <a:xfrm>
              <a:off x="7297446" y="1117018"/>
              <a:ext cx="142462" cy="28396"/>
            </a:xfrm>
            <a:custGeom>
              <a:avLst/>
              <a:gdLst/>
              <a:ahLst/>
              <a:cxnLst/>
              <a:rect l="l" t="t" r="r" b="b"/>
              <a:pathLst>
                <a:path w="4445" h="886" extrusionOk="0">
                  <a:moveTo>
                    <a:pt x="602" y="0"/>
                  </a:moveTo>
                  <a:cubicBezTo>
                    <a:pt x="0" y="0"/>
                    <a:pt x="0" y="886"/>
                    <a:pt x="602" y="886"/>
                  </a:cubicBezTo>
                  <a:lnTo>
                    <a:pt x="3843" y="886"/>
                  </a:lnTo>
                  <a:cubicBezTo>
                    <a:pt x="4444" y="886"/>
                    <a:pt x="4444" y="0"/>
                    <a:pt x="3843"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65;p38">
              <a:extLst>
                <a:ext uri="{FF2B5EF4-FFF2-40B4-BE49-F238E27FC236}">
                  <a16:creationId xmlns:a16="http://schemas.microsoft.com/office/drawing/2014/main" id="{4B6CDC74-63A6-2A97-E2EA-8816830A12B2}"/>
                </a:ext>
              </a:extLst>
            </p:cNvPr>
            <p:cNvSpPr/>
            <p:nvPr/>
          </p:nvSpPr>
          <p:spPr>
            <a:xfrm>
              <a:off x="7302253" y="1117018"/>
              <a:ext cx="132847" cy="28396"/>
            </a:xfrm>
            <a:custGeom>
              <a:avLst/>
              <a:gdLst/>
              <a:ahLst/>
              <a:cxnLst/>
              <a:rect l="l" t="t" r="r" b="b"/>
              <a:pathLst>
                <a:path w="4145" h="886" extrusionOk="0">
                  <a:moveTo>
                    <a:pt x="0" y="0"/>
                  </a:moveTo>
                  <a:lnTo>
                    <a:pt x="0" y="886"/>
                  </a:lnTo>
                  <a:lnTo>
                    <a:pt x="4144" y="886"/>
                  </a:lnTo>
                  <a:lnTo>
                    <a:pt x="4144" y="0"/>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466;p38">
              <a:extLst>
                <a:ext uri="{FF2B5EF4-FFF2-40B4-BE49-F238E27FC236}">
                  <a16:creationId xmlns:a16="http://schemas.microsoft.com/office/drawing/2014/main" id="{54F41C2B-7768-4EEE-9E2E-D5E4CB477FF8}"/>
                </a:ext>
              </a:extLst>
            </p:cNvPr>
            <p:cNvSpPr/>
            <p:nvPr/>
          </p:nvSpPr>
          <p:spPr>
            <a:xfrm>
              <a:off x="7297446" y="1163586"/>
              <a:ext cx="142462" cy="28428"/>
            </a:xfrm>
            <a:custGeom>
              <a:avLst/>
              <a:gdLst/>
              <a:ahLst/>
              <a:cxnLst/>
              <a:rect l="l" t="t" r="r" b="b"/>
              <a:pathLst>
                <a:path w="4445" h="887" extrusionOk="0">
                  <a:moveTo>
                    <a:pt x="602" y="1"/>
                  </a:moveTo>
                  <a:cubicBezTo>
                    <a:pt x="0" y="1"/>
                    <a:pt x="0" y="886"/>
                    <a:pt x="602" y="886"/>
                  </a:cubicBezTo>
                  <a:lnTo>
                    <a:pt x="3843" y="886"/>
                  </a:lnTo>
                  <a:cubicBezTo>
                    <a:pt x="4444" y="886"/>
                    <a:pt x="4444" y="1"/>
                    <a:pt x="384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67;p38">
              <a:extLst>
                <a:ext uri="{FF2B5EF4-FFF2-40B4-BE49-F238E27FC236}">
                  <a16:creationId xmlns:a16="http://schemas.microsoft.com/office/drawing/2014/main" id="{F524097B-9A08-37CD-D6F6-A95AD3C609A4}"/>
                </a:ext>
              </a:extLst>
            </p:cNvPr>
            <p:cNvSpPr/>
            <p:nvPr/>
          </p:nvSpPr>
          <p:spPr>
            <a:xfrm>
              <a:off x="7302253" y="1163586"/>
              <a:ext cx="132847" cy="28428"/>
            </a:xfrm>
            <a:custGeom>
              <a:avLst/>
              <a:gdLst/>
              <a:ahLst/>
              <a:cxnLst/>
              <a:rect l="l" t="t" r="r" b="b"/>
              <a:pathLst>
                <a:path w="4145" h="887" extrusionOk="0">
                  <a:moveTo>
                    <a:pt x="0" y="1"/>
                  </a:moveTo>
                  <a:lnTo>
                    <a:pt x="0" y="886"/>
                  </a:lnTo>
                  <a:lnTo>
                    <a:pt x="4144" y="886"/>
                  </a:lnTo>
                  <a:lnTo>
                    <a:pt x="4144" y="1"/>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68;p38">
              <a:extLst>
                <a:ext uri="{FF2B5EF4-FFF2-40B4-BE49-F238E27FC236}">
                  <a16:creationId xmlns:a16="http://schemas.microsoft.com/office/drawing/2014/main" id="{560CB882-35DC-730E-3D8C-6C1E5DE22C61}"/>
                </a:ext>
              </a:extLst>
            </p:cNvPr>
            <p:cNvSpPr/>
            <p:nvPr/>
          </p:nvSpPr>
          <p:spPr>
            <a:xfrm>
              <a:off x="7297446" y="1209642"/>
              <a:ext cx="142462" cy="28428"/>
            </a:xfrm>
            <a:custGeom>
              <a:avLst/>
              <a:gdLst/>
              <a:ahLst/>
              <a:cxnLst/>
              <a:rect l="l" t="t" r="r" b="b"/>
              <a:pathLst>
                <a:path w="4445" h="887" extrusionOk="0">
                  <a:moveTo>
                    <a:pt x="602" y="1"/>
                  </a:moveTo>
                  <a:cubicBezTo>
                    <a:pt x="0" y="1"/>
                    <a:pt x="0" y="886"/>
                    <a:pt x="602" y="886"/>
                  </a:cubicBezTo>
                  <a:lnTo>
                    <a:pt x="3843" y="886"/>
                  </a:lnTo>
                  <a:cubicBezTo>
                    <a:pt x="4444" y="886"/>
                    <a:pt x="4444" y="1"/>
                    <a:pt x="384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69;p38">
              <a:extLst>
                <a:ext uri="{FF2B5EF4-FFF2-40B4-BE49-F238E27FC236}">
                  <a16:creationId xmlns:a16="http://schemas.microsoft.com/office/drawing/2014/main" id="{9AB9EE9D-EFAE-6777-DC4C-85E17CC871F4}"/>
                </a:ext>
              </a:extLst>
            </p:cNvPr>
            <p:cNvSpPr/>
            <p:nvPr/>
          </p:nvSpPr>
          <p:spPr>
            <a:xfrm>
              <a:off x="7302253" y="1209642"/>
              <a:ext cx="132847" cy="28428"/>
            </a:xfrm>
            <a:custGeom>
              <a:avLst/>
              <a:gdLst/>
              <a:ahLst/>
              <a:cxnLst/>
              <a:rect l="l" t="t" r="r" b="b"/>
              <a:pathLst>
                <a:path w="4145" h="887" extrusionOk="0">
                  <a:moveTo>
                    <a:pt x="0" y="1"/>
                  </a:moveTo>
                  <a:lnTo>
                    <a:pt x="0" y="886"/>
                  </a:lnTo>
                  <a:lnTo>
                    <a:pt x="4144" y="886"/>
                  </a:lnTo>
                  <a:lnTo>
                    <a:pt x="4144" y="1"/>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70;p38">
              <a:extLst>
                <a:ext uri="{FF2B5EF4-FFF2-40B4-BE49-F238E27FC236}">
                  <a16:creationId xmlns:a16="http://schemas.microsoft.com/office/drawing/2014/main" id="{3C5360A9-F16C-FDA0-2A8D-F49E66390925}"/>
                </a:ext>
              </a:extLst>
            </p:cNvPr>
            <p:cNvSpPr/>
            <p:nvPr/>
          </p:nvSpPr>
          <p:spPr>
            <a:xfrm>
              <a:off x="7744031" y="1376078"/>
              <a:ext cx="1186203" cy="1043612"/>
            </a:xfrm>
            <a:custGeom>
              <a:avLst/>
              <a:gdLst/>
              <a:ahLst/>
              <a:cxnLst/>
              <a:rect l="l" t="t" r="r" b="b"/>
              <a:pathLst>
                <a:path w="37011" h="32562" extrusionOk="0">
                  <a:moveTo>
                    <a:pt x="7061" y="1"/>
                  </a:moveTo>
                  <a:cubicBezTo>
                    <a:pt x="5217" y="1"/>
                    <a:pt x="3534" y="929"/>
                    <a:pt x="2173" y="2193"/>
                  </a:cubicBezTo>
                  <a:cubicBezTo>
                    <a:pt x="469" y="3780"/>
                    <a:pt x="419" y="5652"/>
                    <a:pt x="352" y="7957"/>
                  </a:cubicBezTo>
                  <a:cubicBezTo>
                    <a:pt x="1" y="20305"/>
                    <a:pt x="9107" y="30898"/>
                    <a:pt x="21388" y="32402"/>
                  </a:cubicBezTo>
                  <a:cubicBezTo>
                    <a:pt x="22226" y="32505"/>
                    <a:pt x="23078" y="32561"/>
                    <a:pt x="23929" y="32561"/>
                  </a:cubicBezTo>
                  <a:cubicBezTo>
                    <a:pt x="26793" y="32561"/>
                    <a:pt x="29654" y="31927"/>
                    <a:pt x="31998" y="30330"/>
                  </a:cubicBezTo>
                  <a:cubicBezTo>
                    <a:pt x="35056" y="28258"/>
                    <a:pt x="37010" y="24365"/>
                    <a:pt x="36091" y="20789"/>
                  </a:cubicBezTo>
                  <a:cubicBezTo>
                    <a:pt x="35256" y="17598"/>
                    <a:pt x="32533" y="15459"/>
                    <a:pt x="29575" y="13772"/>
                  </a:cubicBezTo>
                  <a:cubicBezTo>
                    <a:pt x="28756" y="13304"/>
                    <a:pt x="27921" y="12870"/>
                    <a:pt x="27102" y="12452"/>
                  </a:cubicBezTo>
                  <a:cubicBezTo>
                    <a:pt x="23543" y="10664"/>
                    <a:pt x="19149" y="9177"/>
                    <a:pt x="16208" y="6520"/>
                  </a:cubicBezTo>
                  <a:cubicBezTo>
                    <a:pt x="13752" y="4298"/>
                    <a:pt x="11647" y="873"/>
                    <a:pt x="8205" y="121"/>
                  </a:cubicBezTo>
                  <a:cubicBezTo>
                    <a:pt x="7818" y="39"/>
                    <a:pt x="7436" y="1"/>
                    <a:pt x="7061"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71;p38">
              <a:extLst>
                <a:ext uri="{FF2B5EF4-FFF2-40B4-BE49-F238E27FC236}">
                  <a16:creationId xmlns:a16="http://schemas.microsoft.com/office/drawing/2014/main" id="{9B0D482C-4E9F-A959-4F7D-60C40D48B190}"/>
                </a:ext>
              </a:extLst>
            </p:cNvPr>
            <p:cNvSpPr/>
            <p:nvPr/>
          </p:nvSpPr>
          <p:spPr>
            <a:xfrm>
              <a:off x="7806176" y="1452229"/>
              <a:ext cx="861664" cy="841441"/>
            </a:xfrm>
            <a:custGeom>
              <a:avLst/>
              <a:gdLst/>
              <a:ahLst/>
              <a:cxnLst/>
              <a:rect l="l" t="t" r="r" b="b"/>
              <a:pathLst>
                <a:path w="26885" h="26254" extrusionOk="0">
                  <a:moveTo>
                    <a:pt x="1253" y="1"/>
                  </a:moveTo>
                  <a:cubicBezTo>
                    <a:pt x="1253" y="1"/>
                    <a:pt x="0" y="4796"/>
                    <a:pt x="384" y="10009"/>
                  </a:cubicBezTo>
                  <a:cubicBezTo>
                    <a:pt x="585" y="12632"/>
                    <a:pt x="3776" y="20970"/>
                    <a:pt x="10961" y="24362"/>
                  </a:cubicBezTo>
                  <a:cubicBezTo>
                    <a:pt x="13611" y="25622"/>
                    <a:pt x="16299" y="26254"/>
                    <a:pt x="18669" y="26254"/>
                  </a:cubicBezTo>
                  <a:cubicBezTo>
                    <a:pt x="22709" y="26254"/>
                    <a:pt x="25822" y="24416"/>
                    <a:pt x="26233" y="20719"/>
                  </a:cubicBezTo>
                  <a:cubicBezTo>
                    <a:pt x="26884" y="14838"/>
                    <a:pt x="21003" y="14838"/>
                    <a:pt x="16308" y="13017"/>
                  </a:cubicBezTo>
                  <a:cubicBezTo>
                    <a:pt x="11613" y="11195"/>
                    <a:pt x="10309" y="8839"/>
                    <a:pt x="9524" y="5966"/>
                  </a:cubicBezTo>
                  <a:cubicBezTo>
                    <a:pt x="8739" y="3108"/>
                    <a:pt x="6132" y="1788"/>
                    <a:pt x="4177" y="1538"/>
                  </a:cubicBezTo>
                  <a:cubicBezTo>
                    <a:pt x="3041" y="1404"/>
                    <a:pt x="2005" y="853"/>
                    <a:pt x="1253" y="1"/>
                  </a:cubicBezTo>
                  <a:close/>
                </a:path>
              </a:pathLst>
            </a:custGeom>
            <a:solidFill>
              <a:srgbClr val="0B1F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72;p38">
              <a:extLst>
                <a:ext uri="{FF2B5EF4-FFF2-40B4-BE49-F238E27FC236}">
                  <a16:creationId xmlns:a16="http://schemas.microsoft.com/office/drawing/2014/main" id="{75C0DE05-A868-BB59-9CA9-5B506F65EC98}"/>
                </a:ext>
              </a:extLst>
            </p:cNvPr>
            <p:cNvSpPr/>
            <p:nvPr/>
          </p:nvSpPr>
          <p:spPr>
            <a:xfrm>
              <a:off x="7363309" y="4662613"/>
              <a:ext cx="539273" cy="184768"/>
            </a:xfrm>
            <a:custGeom>
              <a:avLst/>
              <a:gdLst/>
              <a:ahLst/>
              <a:cxnLst/>
              <a:rect l="l" t="t" r="r" b="b"/>
              <a:pathLst>
                <a:path w="16826" h="5765" extrusionOk="0">
                  <a:moveTo>
                    <a:pt x="8020" y="0"/>
                  </a:moveTo>
                  <a:cubicBezTo>
                    <a:pt x="8020" y="0"/>
                    <a:pt x="7402" y="1404"/>
                    <a:pt x="6767" y="1821"/>
                  </a:cubicBezTo>
                  <a:cubicBezTo>
                    <a:pt x="6149" y="2222"/>
                    <a:pt x="3442" y="3108"/>
                    <a:pt x="1938" y="3743"/>
                  </a:cubicBezTo>
                  <a:cubicBezTo>
                    <a:pt x="1070" y="4094"/>
                    <a:pt x="0" y="5197"/>
                    <a:pt x="0" y="5765"/>
                  </a:cubicBezTo>
                  <a:lnTo>
                    <a:pt x="16826" y="5765"/>
                  </a:lnTo>
                  <a:lnTo>
                    <a:pt x="16291" y="2072"/>
                  </a:lnTo>
                  <a:lnTo>
                    <a:pt x="8020" y="0"/>
                  </a:ln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73;p38">
              <a:extLst>
                <a:ext uri="{FF2B5EF4-FFF2-40B4-BE49-F238E27FC236}">
                  <a16:creationId xmlns:a16="http://schemas.microsoft.com/office/drawing/2014/main" id="{C870595F-E88A-ED63-A441-EC7F3204A876}"/>
                </a:ext>
              </a:extLst>
            </p:cNvPr>
            <p:cNvSpPr/>
            <p:nvPr/>
          </p:nvSpPr>
          <p:spPr>
            <a:xfrm>
              <a:off x="7337060" y="4720976"/>
              <a:ext cx="638372" cy="145154"/>
            </a:xfrm>
            <a:custGeom>
              <a:avLst/>
              <a:gdLst/>
              <a:ahLst/>
              <a:cxnLst/>
              <a:rect l="l" t="t" r="r" b="b"/>
              <a:pathLst>
                <a:path w="19918" h="4529" extrusionOk="0">
                  <a:moveTo>
                    <a:pt x="6650" y="0"/>
                  </a:moveTo>
                  <a:cubicBezTo>
                    <a:pt x="5715" y="518"/>
                    <a:pt x="2807" y="1822"/>
                    <a:pt x="1454" y="2707"/>
                  </a:cubicBezTo>
                  <a:cubicBezTo>
                    <a:pt x="101" y="3593"/>
                    <a:pt x="0" y="4528"/>
                    <a:pt x="0" y="4528"/>
                  </a:cubicBezTo>
                  <a:lnTo>
                    <a:pt x="19115" y="4528"/>
                  </a:lnTo>
                  <a:cubicBezTo>
                    <a:pt x="19917" y="4528"/>
                    <a:pt x="19917" y="3325"/>
                    <a:pt x="19115" y="3325"/>
                  </a:cubicBezTo>
                  <a:lnTo>
                    <a:pt x="8472" y="3325"/>
                  </a:lnTo>
                  <a:cubicBezTo>
                    <a:pt x="8472" y="3325"/>
                    <a:pt x="8004" y="1187"/>
                    <a:pt x="6650"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74;p38">
              <a:extLst>
                <a:ext uri="{FF2B5EF4-FFF2-40B4-BE49-F238E27FC236}">
                  <a16:creationId xmlns:a16="http://schemas.microsoft.com/office/drawing/2014/main" id="{EA08036B-D5E5-2182-A85D-79FAF402CA7F}"/>
                </a:ext>
              </a:extLst>
            </p:cNvPr>
            <p:cNvSpPr/>
            <p:nvPr/>
          </p:nvSpPr>
          <p:spPr>
            <a:xfrm>
              <a:off x="7392218" y="2840795"/>
              <a:ext cx="534466" cy="1948223"/>
            </a:xfrm>
            <a:custGeom>
              <a:avLst/>
              <a:gdLst/>
              <a:ahLst/>
              <a:cxnLst/>
              <a:rect l="l" t="t" r="r" b="b"/>
              <a:pathLst>
                <a:path w="16676" h="60787" extrusionOk="0">
                  <a:moveTo>
                    <a:pt x="0" y="1"/>
                  </a:moveTo>
                  <a:cubicBezTo>
                    <a:pt x="0" y="68"/>
                    <a:pt x="218" y="2056"/>
                    <a:pt x="552" y="5264"/>
                  </a:cubicBezTo>
                  <a:cubicBezTo>
                    <a:pt x="2039" y="19399"/>
                    <a:pt x="6049" y="57144"/>
                    <a:pt x="6049" y="57144"/>
                  </a:cubicBezTo>
                  <a:lnTo>
                    <a:pt x="16676" y="60786"/>
                  </a:lnTo>
                  <a:lnTo>
                    <a:pt x="12081" y="5264"/>
                  </a:lnTo>
                  <a:lnTo>
                    <a:pt x="11663" y="251"/>
                  </a:lnTo>
                  <a:lnTo>
                    <a:pt x="0" y="1"/>
                  </a:ln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75;p38">
              <a:extLst>
                <a:ext uri="{FF2B5EF4-FFF2-40B4-BE49-F238E27FC236}">
                  <a16:creationId xmlns:a16="http://schemas.microsoft.com/office/drawing/2014/main" id="{C7FF65DA-C741-4D1B-4F29-7E26E16D4993}"/>
                </a:ext>
              </a:extLst>
            </p:cNvPr>
            <p:cNvSpPr/>
            <p:nvPr/>
          </p:nvSpPr>
          <p:spPr>
            <a:xfrm>
              <a:off x="8034307" y="4578546"/>
              <a:ext cx="523216" cy="260278"/>
            </a:xfrm>
            <a:custGeom>
              <a:avLst/>
              <a:gdLst/>
              <a:ahLst/>
              <a:cxnLst/>
              <a:rect l="l" t="t" r="r" b="b"/>
              <a:pathLst>
                <a:path w="16325" h="8121" extrusionOk="0">
                  <a:moveTo>
                    <a:pt x="14420" y="0"/>
                  </a:moveTo>
                  <a:lnTo>
                    <a:pt x="5698" y="451"/>
                  </a:lnTo>
                  <a:cubicBezTo>
                    <a:pt x="5698" y="451"/>
                    <a:pt x="5631" y="1938"/>
                    <a:pt x="5196" y="2506"/>
                  </a:cubicBezTo>
                  <a:cubicBezTo>
                    <a:pt x="4745" y="3058"/>
                    <a:pt x="2490" y="4662"/>
                    <a:pt x="1287" y="5681"/>
                  </a:cubicBezTo>
                  <a:cubicBezTo>
                    <a:pt x="602" y="6249"/>
                    <a:pt x="0" y="7586"/>
                    <a:pt x="217" y="8120"/>
                  </a:cubicBezTo>
                  <a:lnTo>
                    <a:pt x="16324" y="3292"/>
                  </a:lnTo>
                  <a:lnTo>
                    <a:pt x="14420" y="0"/>
                  </a:ln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76;p38">
              <a:extLst>
                <a:ext uri="{FF2B5EF4-FFF2-40B4-BE49-F238E27FC236}">
                  <a16:creationId xmlns:a16="http://schemas.microsoft.com/office/drawing/2014/main" id="{A90A1BCA-D404-71B9-014E-E1478C8F740A}"/>
                </a:ext>
              </a:extLst>
            </p:cNvPr>
            <p:cNvSpPr/>
            <p:nvPr/>
          </p:nvSpPr>
          <p:spPr>
            <a:xfrm>
              <a:off x="8014469" y="4650658"/>
              <a:ext cx="611065" cy="212780"/>
            </a:xfrm>
            <a:custGeom>
              <a:avLst/>
              <a:gdLst/>
              <a:ahLst/>
              <a:cxnLst/>
              <a:rect l="l" t="t" r="r" b="b"/>
              <a:pathLst>
                <a:path w="19066" h="6639" extrusionOk="0">
                  <a:moveTo>
                    <a:pt x="18297" y="1"/>
                  </a:moveTo>
                  <a:cubicBezTo>
                    <a:pt x="18241" y="1"/>
                    <a:pt x="18185" y="8"/>
                    <a:pt x="18130" y="22"/>
                  </a:cubicBezTo>
                  <a:lnTo>
                    <a:pt x="7937" y="3097"/>
                  </a:lnTo>
                  <a:cubicBezTo>
                    <a:pt x="7937" y="3097"/>
                    <a:pt x="6668" y="1242"/>
                    <a:pt x="4913" y="524"/>
                  </a:cubicBezTo>
                  <a:cubicBezTo>
                    <a:pt x="4211" y="1276"/>
                    <a:pt x="1922" y="3314"/>
                    <a:pt x="953" y="4534"/>
                  </a:cubicBezTo>
                  <a:cubicBezTo>
                    <a:pt x="1" y="5737"/>
                    <a:pt x="251" y="6639"/>
                    <a:pt x="251" y="6639"/>
                  </a:cubicBezTo>
                  <a:lnTo>
                    <a:pt x="18581" y="1142"/>
                  </a:lnTo>
                  <a:cubicBezTo>
                    <a:pt x="18898" y="1058"/>
                    <a:pt x="19065" y="707"/>
                    <a:pt x="18932" y="407"/>
                  </a:cubicBezTo>
                  <a:cubicBezTo>
                    <a:pt x="18821" y="158"/>
                    <a:pt x="18562" y="1"/>
                    <a:pt x="18297"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77;p38">
              <a:extLst>
                <a:ext uri="{FF2B5EF4-FFF2-40B4-BE49-F238E27FC236}">
                  <a16:creationId xmlns:a16="http://schemas.microsoft.com/office/drawing/2014/main" id="{B4AAD50C-564B-3BEF-F0D3-33EDA04637A9}"/>
                </a:ext>
              </a:extLst>
            </p:cNvPr>
            <p:cNvSpPr/>
            <p:nvPr/>
          </p:nvSpPr>
          <p:spPr>
            <a:xfrm>
              <a:off x="7671758" y="2891145"/>
              <a:ext cx="873971" cy="1734001"/>
            </a:xfrm>
            <a:custGeom>
              <a:avLst/>
              <a:gdLst/>
              <a:ahLst/>
              <a:cxnLst/>
              <a:rect l="l" t="t" r="r" b="b"/>
              <a:pathLst>
                <a:path w="27269" h="54103" extrusionOk="0">
                  <a:moveTo>
                    <a:pt x="0" y="0"/>
                  </a:moveTo>
                  <a:cubicBezTo>
                    <a:pt x="0" y="67"/>
                    <a:pt x="16174" y="53718"/>
                    <a:pt x="16174" y="53718"/>
                  </a:cubicBezTo>
                  <a:lnTo>
                    <a:pt x="27269" y="54103"/>
                  </a:lnTo>
                  <a:lnTo>
                    <a:pt x="11680" y="251"/>
                  </a:lnTo>
                  <a:lnTo>
                    <a:pt x="0" y="0"/>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78;p38">
              <a:extLst>
                <a:ext uri="{FF2B5EF4-FFF2-40B4-BE49-F238E27FC236}">
                  <a16:creationId xmlns:a16="http://schemas.microsoft.com/office/drawing/2014/main" id="{64D89C98-BE38-D37A-F8A6-2E1EF0BD7024}"/>
                </a:ext>
              </a:extLst>
            </p:cNvPr>
            <p:cNvSpPr/>
            <p:nvPr/>
          </p:nvSpPr>
          <p:spPr>
            <a:xfrm>
              <a:off x="7359014" y="1837790"/>
              <a:ext cx="932367" cy="1071592"/>
            </a:xfrm>
            <a:custGeom>
              <a:avLst/>
              <a:gdLst/>
              <a:ahLst/>
              <a:cxnLst/>
              <a:rect l="l" t="t" r="r" b="b"/>
              <a:pathLst>
                <a:path w="29091" h="33435" extrusionOk="0">
                  <a:moveTo>
                    <a:pt x="12462" y="0"/>
                  </a:moveTo>
                  <a:cubicBezTo>
                    <a:pt x="11433" y="0"/>
                    <a:pt x="9041" y="347"/>
                    <a:pt x="8355" y="870"/>
                  </a:cubicBezTo>
                  <a:cubicBezTo>
                    <a:pt x="7285" y="1672"/>
                    <a:pt x="585" y="22708"/>
                    <a:pt x="0" y="33435"/>
                  </a:cubicBezTo>
                  <a:lnTo>
                    <a:pt x="23326" y="33435"/>
                  </a:lnTo>
                  <a:lnTo>
                    <a:pt x="20702" y="24646"/>
                  </a:lnTo>
                  <a:cubicBezTo>
                    <a:pt x="20702" y="24646"/>
                    <a:pt x="29090" y="8673"/>
                    <a:pt x="28338" y="6383"/>
                  </a:cubicBezTo>
                  <a:cubicBezTo>
                    <a:pt x="27469" y="3677"/>
                    <a:pt x="24846" y="3008"/>
                    <a:pt x="22607" y="2106"/>
                  </a:cubicBezTo>
                  <a:cubicBezTo>
                    <a:pt x="22290" y="1989"/>
                    <a:pt x="21972" y="1855"/>
                    <a:pt x="21672" y="1705"/>
                  </a:cubicBezTo>
                  <a:cubicBezTo>
                    <a:pt x="19115" y="1137"/>
                    <a:pt x="13785" y="101"/>
                    <a:pt x="13635" y="51"/>
                  </a:cubicBezTo>
                  <a:cubicBezTo>
                    <a:pt x="13635" y="51"/>
                    <a:pt x="13167" y="1"/>
                    <a:pt x="12532" y="1"/>
                  </a:cubicBezTo>
                  <a:cubicBezTo>
                    <a:pt x="12509" y="0"/>
                    <a:pt x="12486" y="0"/>
                    <a:pt x="12462" y="0"/>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79;p38">
              <a:extLst>
                <a:ext uri="{FF2B5EF4-FFF2-40B4-BE49-F238E27FC236}">
                  <a16:creationId xmlns:a16="http://schemas.microsoft.com/office/drawing/2014/main" id="{014AE22C-B52D-B278-A898-76285C8D6F28}"/>
                </a:ext>
              </a:extLst>
            </p:cNvPr>
            <p:cNvSpPr/>
            <p:nvPr/>
          </p:nvSpPr>
          <p:spPr>
            <a:xfrm>
              <a:off x="7791176" y="2640514"/>
              <a:ext cx="176211" cy="196691"/>
            </a:xfrm>
            <a:custGeom>
              <a:avLst/>
              <a:gdLst/>
              <a:ahLst/>
              <a:cxnLst/>
              <a:rect l="l" t="t" r="r" b="b"/>
              <a:pathLst>
                <a:path w="5498" h="6137" extrusionOk="0">
                  <a:moveTo>
                    <a:pt x="5247" y="1"/>
                  </a:moveTo>
                  <a:lnTo>
                    <a:pt x="0" y="68"/>
                  </a:lnTo>
                  <a:lnTo>
                    <a:pt x="151" y="4362"/>
                  </a:lnTo>
                  <a:cubicBezTo>
                    <a:pt x="151" y="4362"/>
                    <a:pt x="318" y="5615"/>
                    <a:pt x="2005" y="6033"/>
                  </a:cubicBezTo>
                  <a:cubicBezTo>
                    <a:pt x="2296" y="6105"/>
                    <a:pt x="2582" y="6137"/>
                    <a:pt x="2857" y="6137"/>
                  </a:cubicBezTo>
                  <a:cubicBezTo>
                    <a:pt x="4181" y="6137"/>
                    <a:pt x="5253" y="5390"/>
                    <a:pt x="5364" y="4713"/>
                  </a:cubicBezTo>
                  <a:cubicBezTo>
                    <a:pt x="5497" y="3810"/>
                    <a:pt x="5264" y="84"/>
                    <a:pt x="5247" y="1"/>
                  </a:cubicBez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80;p38">
              <a:extLst>
                <a:ext uri="{FF2B5EF4-FFF2-40B4-BE49-F238E27FC236}">
                  <a16:creationId xmlns:a16="http://schemas.microsoft.com/office/drawing/2014/main" id="{2EB8ADCA-4188-0D3D-C8D5-87AEB5066877}"/>
                </a:ext>
              </a:extLst>
            </p:cNvPr>
            <p:cNvSpPr/>
            <p:nvPr/>
          </p:nvSpPr>
          <p:spPr>
            <a:xfrm>
              <a:off x="7445228" y="2642662"/>
              <a:ext cx="176756" cy="196691"/>
            </a:xfrm>
            <a:custGeom>
              <a:avLst/>
              <a:gdLst/>
              <a:ahLst/>
              <a:cxnLst/>
              <a:rect l="l" t="t" r="r" b="b"/>
              <a:pathLst>
                <a:path w="5515" h="6137" extrusionOk="0">
                  <a:moveTo>
                    <a:pt x="5247" y="1"/>
                  </a:moveTo>
                  <a:lnTo>
                    <a:pt x="1" y="68"/>
                  </a:lnTo>
                  <a:lnTo>
                    <a:pt x="151" y="4362"/>
                  </a:lnTo>
                  <a:cubicBezTo>
                    <a:pt x="151" y="4362"/>
                    <a:pt x="318" y="5615"/>
                    <a:pt x="2006" y="6032"/>
                  </a:cubicBezTo>
                  <a:cubicBezTo>
                    <a:pt x="2296" y="6104"/>
                    <a:pt x="2582" y="6137"/>
                    <a:pt x="2858" y="6137"/>
                  </a:cubicBezTo>
                  <a:cubicBezTo>
                    <a:pt x="4181" y="6137"/>
                    <a:pt x="5253" y="5390"/>
                    <a:pt x="5364" y="4713"/>
                  </a:cubicBezTo>
                  <a:cubicBezTo>
                    <a:pt x="5514" y="3810"/>
                    <a:pt x="5280" y="84"/>
                    <a:pt x="5247" y="1"/>
                  </a:cubicBez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481;p38">
              <a:extLst>
                <a:ext uri="{FF2B5EF4-FFF2-40B4-BE49-F238E27FC236}">
                  <a16:creationId xmlns:a16="http://schemas.microsoft.com/office/drawing/2014/main" id="{B856A449-BF26-CD75-6C6A-FD8F26C4F156}"/>
                </a:ext>
              </a:extLst>
            </p:cNvPr>
            <p:cNvSpPr/>
            <p:nvPr/>
          </p:nvSpPr>
          <p:spPr>
            <a:xfrm>
              <a:off x="7760633" y="1837790"/>
              <a:ext cx="322968" cy="240888"/>
            </a:xfrm>
            <a:custGeom>
              <a:avLst/>
              <a:gdLst/>
              <a:ahLst/>
              <a:cxnLst/>
              <a:rect l="l" t="t" r="r" b="b"/>
              <a:pathLst>
                <a:path w="10077" h="7516" extrusionOk="0">
                  <a:moveTo>
                    <a:pt x="1" y="1"/>
                  </a:moveTo>
                  <a:cubicBezTo>
                    <a:pt x="101" y="2240"/>
                    <a:pt x="419" y="6701"/>
                    <a:pt x="1555" y="7503"/>
                  </a:cubicBezTo>
                  <a:cubicBezTo>
                    <a:pt x="1628" y="7511"/>
                    <a:pt x="1704" y="7515"/>
                    <a:pt x="1783" y="7515"/>
                  </a:cubicBezTo>
                  <a:cubicBezTo>
                    <a:pt x="3939" y="7515"/>
                    <a:pt x="8174" y="4492"/>
                    <a:pt x="10076" y="2106"/>
                  </a:cubicBezTo>
                  <a:cubicBezTo>
                    <a:pt x="9759" y="1989"/>
                    <a:pt x="9441" y="1855"/>
                    <a:pt x="9141" y="1705"/>
                  </a:cubicBezTo>
                  <a:cubicBezTo>
                    <a:pt x="6584" y="1137"/>
                    <a:pt x="1254" y="101"/>
                    <a:pt x="1104" y="51"/>
                  </a:cubicBezTo>
                  <a:cubicBezTo>
                    <a:pt x="1104" y="51"/>
                    <a:pt x="636"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482;p38">
              <a:extLst>
                <a:ext uri="{FF2B5EF4-FFF2-40B4-BE49-F238E27FC236}">
                  <a16:creationId xmlns:a16="http://schemas.microsoft.com/office/drawing/2014/main" id="{B9B366AF-6179-F684-9309-D5E12BC38809}"/>
                </a:ext>
              </a:extLst>
            </p:cNvPr>
            <p:cNvSpPr/>
            <p:nvPr/>
          </p:nvSpPr>
          <p:spPr>
            <a:xfrm>
              <a:off x="7770824" y="1452229"/>
              <a:ext cx="330435" cy="591771"/>
            </a:xfrm>
            <a:custGeom>
              <a:avLst/>
              <a:gdLst/>
              <a:ahLst/>
              <a:cxnLst/>
              <a:rect l="l" t="t" r="r" b="b"/>
              <a:pathLst>
                <a:path w="10310" h="18464" extrusionOk="0">
                  <a:moveTo>
                    <a:pt x="2356" y="1"/>
                  </a:moveTo>
                  <a:cubicBezTo>
                    <a:pt x="1939" y="301"/>
                    <a:pt x="1571" y="886"/>
                    <a:pt x="1270" y="2139"/>
                  </a:cubicBezTo>
                  <a:cubicBezTo>
                    <a:pt x="853" y="4445"/>
                    <a:pt x="151" y="3743"/>
                    <a:pt x="51" y="4295"/>
                  </a:cubicBezTo>
                  <a:cubicBezTo>
                    <a:pt x="0" y="4529"/>
                    <a:pt x="619" y="4729"/>
                    <a:pt x="485" y="5414"/>
                  </a:cubicBezTo>
                  <a:cubicBezTo>
                    <a:pt x="335" y="6133"/>
                    <a:pt x="218" y="7252"/>
                    <a:pt x="418" y="7520"/>
                  </a:cubicBezTo>
                  <a:cubicBezTo>
                    <a:pt x="719" y="7921"/>
                    <a:pt x="1504" y="8171"/>
                    <a:pt x="2557" y="8205"/>
                  </a:cubicBezTo>
                  <a:cubicBezTo>
                    <a:pt x="2674" y="8221"/>
                    <a:pt x="2791" y="8221"/>
                    <a:pt x="2874" y="8238"/>
                  </a:cubicBezTo>
                  <a:cubicBezTo>
                    <a:pt x="3626" y="8338"/>
                    <a:pt x="3325" y="9992"/>
                    <a:pt x="3292" y="10260"/>
                  </a:cubicBezTo>
                  <a:cubicBezTo>
                    <a:pt x="3192" y="10878"/>
                    <a:pt x="2858" y="11446"/>
                    <a:pt x="2356" y="11814"/>
                  </a:cubicBezTo>
                  <a:cubicBezTo>
                    <a:pt x="2010" y="12052"/>
                    <a:pt x="1357" y="12086"/>
                    <a:pt x="1012" y="12086"/>
                  </a:cubicBezTo>
                  <a:cubicBezTo>
                    <a:pt x="874" y="12086"/>
                    <a:pt x="786" y="12081"/>
                    <a:pt x="786" y="12081"/>
                  </a:cubicBezTo>
                  <a:lnTo>
                    <a:pt x="786" y="12081"/>
                  </a:lnTo>
                  <a:cubicBezTo>
                    <a:pt x="786" y="12081"/>
                    <a:pt x="752" y="17946"/>
                    <a:pt x="1805" y="18464"/>
                  </a:cubicBezTo>
                  <a:cubicBezTo>
                    <a:pt x="3476" y="18180"/>
                    <a:pt x="7619" y="15506"/>
                    <a:pt x="9056" y="13869"/>
                  </a:cubicBezTo>
                  <a:cubicBezTo>
                    <a:pt x="7987" y="13234"/>
                    <a:pt x="7001" y="12365"/>
                    <a:pt x="6868" y="11195"/>
                  </a:cubicBezTo>
                  <a:cubicBezTo>
                    <a:pt x="6734" y="10009"/>
                    <a:pt x="7954" y="6032"/>
                    <a:pt x="7954" y="6032"/>
                  </a:cubicBezTo>
                  <a:cubicBezTo>
                    <a:pt x="7954" y="6032"/>
                    <a:pt x="8090" y="6159"/>
                    <a:pt x="8389" y="6159"/>
                  </a:cubicBezTo>
                  <a:cubicBezTo>
                    <a:pt x="8495" y="6159"/>
                    <a:pt x="8623" y="6143"/>
                    <a:pt x="8772" y="6099"/>
                  </a:cubicBezTo>
                  <a:cubicBezTo>
                    <a:pt x="9340" y="5949"/>
                    <a:pt x="10310" y="3660"/>
                    <a:pt x="9524" y="3276"/>
                  </a:cubicBezTo>
                  <a:cubicBezTo>
                    <a:pt x="9358" y="3193"/>
                    <a:pt x="9197" y="3153"/>
                    <a:pt x="9040" y="3153"/>
                  </a:cubicBezTo>
                  <a:cubicBezTo>
                    <a:pt x="8503" y="3153"/>
                    <a:pt x="8024" y="3619"/>
                    <a:pt x="7636" y="4395"/>
                  </a:cubicBezTo>
                  <a:cubicBezTo>
                    <a:pt x="7018" y="3560"/>
                    <a:pt x="6834" y="3276"/>
                    <a:pt x="5899" y="2691"/>
                  </a:cubicBezTo>
                  <a:cubicBezTo>
                    <a:pt x="5113" y="2206"/>
                    <a:pt x="3726" y="1839"/>
                    <a:pt x="2941" y="1070"/>
                  </a:cubicBezTo>
                  <a:cubicBezTo>
                    <a:pt x="2657" y="769"/>
                    <a:pt x="2457" y="402"/>
                    <a:pt x="2356" y="1"/>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83;p38">
              <a:extLst>
                <a:ext uri="{FF2B5EF4-FFF2-40B4-BE49-F238E27FC236}">
                  <a16:creationId xmlns:a16="http://schemas.microsoft.com/office/drawing/2014/main" id="{A04FA2A3-FB1C-098F-9B43-23494B0E2983}"/>
                </a:ext>
              </a:extLst>
            </p:cNvPr>
            <p:cNvSpPr/>
            <p:nvPr/>
          </p:nvSpPr>
          <p:spPr>
            <a:xfrm>
              <a:off x="7794926" y="1619305"/>
              <a:ext cx="266175" cy="424695"/>
            </a:xfrm>
            <a:custGeom>
              <a:avLst/>
              <a:gdLst/>
              <a:ahLst/>
              <a:cxnLst/>
              <a:rect l="l" t="t" r="r" b="b"/>
              <a:pathLst>
                <a:path w="8305" h="13251" extrusionOk="0">
                  <a:moveTo>
                    <a:pt x="6851" y="1"/>
                  </a:moveTo>
                  <a:lnTo>
                    <a:pt x="6851" y="1"/>
                  </a:lnTo>
                  <a:cubicBezTo>
                    <a:pt x="6700" y="335"/>
                    <a:pt x="6583" y="552"/>
                    <a:pt x="6517" y="719"/>
                  </a:cubicBezTo>
                  <a:cubicBezTo>
                    <a:pt x="5311" y="2775"/>
                    <a:pt x="3275" y="3029"/>
                    <a:pt x="2329" y="3029"/>
                  </a:cubicBezTo>
                  <a:cubicBezTo>
                    <a:pt x="2253" y="3029"/>
                    <a:pt x="2183" y="3027"/>
                    <a:pt x="2122" y="3025"/>
                  </a:cubicBezTo>
                  <a:lnTo>
                    <a:pt x="2122" y="3025"/>
                  </a:lnTo>
                  <a:cubicBezTo>
                    <a:pt x="2874" y="3125"/>
                    <a:pt x="2573" y="4779"/>
                    <a:pt x="2540" y="5047"/>
                  </a:cubicBezTo>
                  <a:cubicBezTo>
                    <a:pt x="2440" y="5665"/>
                    <a:pt x="2106" y="6233"/>
                    <a:pt x="1604" y="6601"/>
                  </a:cubicBezTo>
                  <a:cubicBezTo>
                    <a:pt x="1258" y="6839"/>
                    <a:pt x="605" y="6873"/>
                    <a:pt x="260" y="6873"/>
                  </a:cubicBezTo>
                  <a:cubicBezTo>
                    <a:pt x="122" y="6873"/>
                    <a:pt x="34" y="6868"/>
                    <a:pt x="34" y="6868"/>
                  </a:cubicBezTo>
                  <a:lnTo>
                    <a:pt x="34" y="6868"/>
                  </a:lnTo>
                  <a:cubicBezTo>
                    <a:pt x="34" y="6868"/>
                    <a:pt x="0" y="12733"/>
                    <a:pt x="1053" y="13251"/>
                  </a:cubicBezTo>
                  <a:cubicBezTo>
                    <a:pt x="2724" y="12967"/>
                    <a:pt x="6867" y="10293"/>
                    <a:pt x="8304" y="8656"/>
                  </a:cubicBezTo>
                  <a:cubicBezTo>
                    <a:pt x="7235" y="8021"/>
                    <a:pt x="6249" y="7152"/>
                    <a:pt x="6116" y="5982"/>
                  </a:cubicBezTo>
                  <a:cubicBezTo>
                    <a:pt x="5982" y="4796"/>
                    <a:pt x="7202" y="819"/>
                    <a:pt x="7202" y="819"/>
                  </a:cubicBezTo>
                  <a:cubicBezTo>
                    <a:pt x="7202" y="819"/>
                    <a:pt x="6817" y="636"/>
                    <a:pt x="6851"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84;p38">
              <a:extLst>
                <a:ext uri="{FF2B5EF4-FFF2-40B4-BE49-F238E27FC236}">
                  <a16:creationId xmlns:a16="http://schemas.microsoft.com/office/drawing/2014/main" id="{6C688924-1C4C-CCDB-EEC7-46B1F3B40EB7}"/>
                </a:ext>
              </a:extLst>
            </p:cNvPr>
            <p:cNvSpPr/>
            <p:nvPr/>
          </p:nvSpPr>
          <p:spPr>
            <a:xfrm>
              <a:off x="8021968" y="1570750"/>
              <a:ext cx="49293" cy="58587"/>
            </a:xfrm>
            <a:custGeom>
              <a:avLst/>
              <a:gdLst/>
              <a:ahLst/>
              <a:cxnLst/>
              <a:rect l="l" t="t" r="r" b="b"/>
              <a:pathLst>
                <a:path w="1538" h="1828" extrusionOk="0">
                  <a:moveTo>
                    <a:pt x="1223" y="0"/>
                  </a:moveTo>
                  <a:cubicBezTo>
                    <a:pt x="1149" y="0"/>
                    <a:pt x="1059" y="17"/>
                    <a:pt x="953" y="62"/>
                  </a:cubicBezTo>
                  <a:cubicBezTo>
                    <a:pt x="368" y="313"/>
                    <a:pt x="1" y="1700"/>
                    <a:pt x="519" y="1816"/>
                  </a:cubicBezTo>
                  <a:cubicBezTo>
                    <a:pt x="551" y="1824"/>
                    <a:pt x="582" y="1827"/>
                    <a:pt x="612" y="1827"/>
                  </a:cubicBezTo>
                  <a:cubicBezTo>
                    <a:pt x="1062" y="1827"/>
                    <a:pt x="1232" y="1054"/>
                    <a:pt x="903" y="898"/>
                  </a:cubicBezTo>
                  <a:cubicBezTo>
                    <a:pt x="836" y="864"/>
                    <a:pt x="769" y="831"/>
                    <a:pt x="686" y="797"/>
                  </a:cubicBezTo>
                  <a:cubicBezTo>
                    <a:pt x="686" y="797"/>
                    <a:pt x="908" y="143"/>
                    <a:pt x="1392" y="143"/>
                  </a:cubicBezTo>
                  <a:cubicBezTo>
                    <a:pt x="1438" y="143"/>
                    <a:pt x="1487" y="149"/>
                    <a:pt x="1538" y="162"/>
                  </a:cubicBezTo>
                  <a:cubicBezTo>
                    <a:pt x="1538" y="162"/>
                    <a:pt x="1452" y="0"/>
                    <a:pt x="1223"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85;p38">
              <a:extLst>
                <a:ext uri="{FF2B5EF4-FFF2-40B4-BE49-F238E27FC236}">
                  <a16:creationId xmlns:a16="http://schemas.microsoft.com/office/drawing/2014/main" id="{849BB359-25B7-C40A-9BF7-DA86732BA518}"/>
                </a:ext>
              </a:extLst>
            </p:cNvPr>
            <p:cNvSpPr/>
            <p:nvPr/>
          </p:nvSpPr>
          <p:spPr>
            <a:xfrm>
              <a:off x="7828643" y="1511104"/>
              <a:ext cx="44582" cy="27916"/>
            </a:xfrm>
            <a:custGeom>
              <a:avLst/>
              <a:gdLst/>
              <a:ahLst/>
              <a:cxnLst/>
              <a:rect l="l" t="t" r="r" b="b"/>
              <a:pathLst>
                <a:path w="1391" h="871" extrusionOk="0">
                  <a:moveTo>
                    <a:pt x="670" y="0"/>
                  </a:moveTo>
                  <a:cubicBezTo>
                    <a:pt x="415" y="0"/>
                    <a:pt x="152" y="120"/>
                    <a:pt x="1" y="319"/>
                  </a:cubicBezTo>
                  <a:cubicBezTo>
                    <a:pt x="519" y="336"/>
                    <a:pt x="1003" y="536"/>
                    <a:pt x="1371" y="870"/>
                  </a:cubicBezTo>
                  <a:cubicBezTo>
                    <a:pt x="1391" y="249"/>
                    <a:pt x="1038" y="0"/>
                    <a:pt x="670"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86;p38">
              <a:extLst>
                <a:ext uri="{FF2B5EF4-FFF2-40B4-BE49-F238E27FC236}">
                  <a16:creationId xmlns:a16="http://schemas.microsoft.com/office/drawing/2014/main" id="{CDA6677D-4F68-3EE4-0C8D-E913E727050C}"/>
                </a:ext>
              </a:extLst>
            </p:cNvPr>
            <p:cNvSpPr/>
            <p:nvPr/>
          </p:nvSpPr>
          <p:spPr>
            <a:xfrm>
              <a:off x="7826527" y="1543603"/>
              <a:ext cx="26249" cy="26153"/>
            </a:xfrm>
            <a:custGeom>
              <a:avLst/>
              <a:gdLst/>
              <a:ahLst/>
              <a:cxnLst/>
              <a:rect l="l" t="t" r="r" b="b"/>
              <a:pathLst>
                <a:path w="819" h="816" extrusionOk="0">
                  <a:moveTo>
                    <a:pt x="419" y="1"/>
                  </a:moveTo>
                  <a:cubicBezTo>
                    <a:pt x="331" y="1"/>
                    <a:pt x="248" y="23"/>
                    <a:pt x="184" y="74"/>
                  </a:cubicBezTo>
                  <a:cubicBezTo>
                    <a:pt x="100" y="124"/>
                    <a:pt x="33" y="224"/>
                    <a:pt x="0" y="324"/>
                  </a:cubicBezTo>
                  <a:cubicBezTo>
                    <a:pt x="0" y="358"/>
                    <a:pt x="0" y="408"/>
                    <a:pt x="0" y="441"/>
                  </a:cubicBezTo>
                  <a:cubicBezTo>
                    <a:pt x="0" y="508"/>
                    <a:pt x="33" y="575"/>
                    <a:pt x="67" y="642"/>
                  </a:cubicBezTo>
                  <a:lnTo>
                    <a:pt x="150" y="725"/>
                  </a:lnTo>
                  <a:cubicBezTo>
                    <a:pt x="201" y="775"/>
                    <a:pt x="267" y="809"/>
                    <a:pt x="334" y="809"/>
                  </a:cubicBezTo>
                  <a:cubicBezTo>
                    <a:pt x="359" y="813"/>
                    <a:pt x="385" y="815"/>
                    <a:pt x="412" y="815"/>
                  </a:cubicBezTo>
                  <a:cubicBezTo>
                    <a:pt x="491" y="815"/>
                    <a:pt x="572" y="796"/>
                    <a:pt x="635" y="759"/>
                  </a:cubicBezTo>
                  <a:cubicBezTo>
                    <a:pt x="685" y="725"/>
                    <a:pt x="735" y="692"/>
                    <a:pt x="752" y="642"/>
                  </a:cubicBezTo>
                  <a:cubicBezTo>
                    <a:pt x="785" y="592"/>
                    <a:pt x="802" y="542"/>
                    <a:pt x="819" y="491"/>
                  </a:cubicBezTo>
                  <a:cubicBezTo>
                    <a:pt x="819" y="458"/>
                    <a:pt x="819" y="425"/>
                    <a:pt x="819" y="391"/>
                  </a:cubicBezTo>
                  <a:cubicBezTo>
                    <a:pt x="819" y="308"/>
                    <a:pt x="802" y="241"/>
                    <a:pt x="752" y="174"/>
                  </a:cubicBezTo>
                  <a:lnTo>
                    <a:pt x="685" y="90"/>
                  </a:lnTo>
                  <a:cubicBezTo>
                    <a:pt x="635" y="57"/>
                    <a:pt x="568" y="24"/>
                    <a:pt x="501" y="7"/>
                  </a:cubicBezTo>
                  <a:cubicBezTo>
                    <a:pt x="474" y="3"/>
                    <a:pt x="446" y="1"/>
                    <a:pt x="419"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87;p38">
              <a:extLst>
                <a:ext uri="{FF2B5EF4-FFF2-40B4-BE49-F238E27FC236}">
                  <a16:creationId xmlns:a16="http://schemas.microsoft.com/office/drawing/2014/main" id="{C20F0874-C439-C63F-A81F-918A701F32D2}"/>
                </a:ext>
              </a:extLst>
            </p:cNvPr>
            <p:cNvSpPr/>
            <p:nvPr/>
          </p:nvSpPr>
          <p:spPr>
            <a:xfrm>
              <a:off x="7805086" y="1639112"/>
              <a:ext cx="63779" cy="23204"/>
            </a:xfrm>
            <a:custGeom>
              <a:avLst/>
              <a:gdLst/>
              <a:ahLst/>
              <a:cxnLst/>
              <a:rect l="l" t="t" r="r" b="b"/>
              <a:pathLst>
                <a:path w="1990" h="724" extrusionOk="0">
                  <a:moveTo>
                    <a:pt x="1989" y="1"/>
                  </a:moveTo>
                  <a:lnTo>
                    <a:pt x="1" y="352"/>
                  </a:lnTo>
                  <a:cubicBezTo>
                    <a:pt x="1" y="352"/>
                    <a:pt x="432" y="724"/>
                    <a:pt x="947" y="724"/>
                  </a:cubicBezTo>
                  <a:cubicBezTo>
                    <a:pt x="1292" y="724"/>
                    <a:pt x="1674" y="557"/>
                    <a:pt x="19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88;p38">
              <a:extLst>
                <a:ext uri="{FF2B5EF4-FFF2-40B4-BE49-F238E27FC236}">
                  <a16:creationId xmlns:a16="http://schemas.microsoft.com/office/drawing/2014/main" id="{9A58F0B3-9833-0BD6-8820-B5AE14A40307}"/>
                </a:ext>
              </a:extLst>
            </p:cNvPr>
            <p:cNvSpPr/>
            <p:nvPr/>
          </p:nvSpPr>
          <p:spPr>
            <a:xfrm>
              <a:off x="7400326" y="1387391"/>
              <a:ext cx="104387" cy="148936"/>
            </a:xfrm>
            <a:custGeom>
              <a:avLst/>
              <a:gdLst/>
              <a:ahLst/>
              <a:cxnLst/>
              <a:rect l="l" t="t" r="r" b="b"/>
              <a:pathLst>
                <a:path w="3257" h="4647" extrusionOk="0">
                  <a:moveTo>
                    <a:pt x="244" y="0"/>
                  </a:moveTo>
                  <a:cubicBezTo>
                    <a:pt x="29" y="0"/>
                    <a:pt x="0" y="478"/>
                    <a:pt x="65" y="720"/>
                  </a:cubicBezTo>
                  <a:cubicBezTo>
                    <a:pt x="132" y="971"/>
                    <a:pt x="349" y="1305"/>
                    <a:pt x="549" y="1372"/>
                  </a:cubicBezTo>
                  <a:cubicBezTo>
                    <a:pt x="917" y="1439"/>
                    <a:pt x="1301" y="1489"/>
                    <a:pt x="1669" y="1522"/>
                  </a:cubicBezTo>
                  <a:lnTo>
                    <a:pt x="3006" y="4647"/>
                  </a:lnTo>
                  <a:cubicBezTo>
                    <a:pt x="3006" y="4647"/>
                    <a:pt x="3256" y="2809"/>
                    <a:pt x="2822" y="1439"/>
                  </a:cubicBezTo>
                  <a:cubicBezTo>
                    <a:pt x="2523" y="531"/>
                    <a:pt x="2341" y="327"/>
                    <a:pt x="2146" y="327"/>
                  </a:cubicBezTo>
                  <a:cubicBezTo>
                    <a:pt x="2046" y="327"/>
                    <a:pt x="1943" y="380"/>
                    <a:pt x="1819" y="420"/>
                  </a:cubicBezTo>
                  <a:cubicBezTo>
                    <a:pt x="1519" y="503"/>
                    <a:pt x="1218" y="570"/>
                    <a:pt x="900" y="620"/>
                  </a:cubicBezTo>
                  <a:cubicBezTo>
                    <a:pt x="900" y="620"/>
                    <a:pt x="499" y="35"/>
                    <a:pt x="265" y="2"/>
                  </a:cubicBezTo>
                  <a:cubicBezTo>
                    <a:pt x="258" y="1"/>
                    <a:pt x="251" y="0"/>
                    <a:pt x="244"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489;p38">
              <a:extLst>
                <a:ext uri="{FF2B5EF4-FFF2-40B4-BE49-F238E27FC236}">
                  <a16:creationId xmlns:a16="http://schemas.microsoft.com/office/drawing/2014/main" id="{C673828D-85A1-2672-D3BE-E3FA48C012F7}"/>
                </a:ext>
              </a:extLst>
            </p:cNvPr>
            <p:cNvSpPr/>
            <p:nvPr/>
          </p:nvSpPr>
          <p:spPr>
            <a:xfrm>
              <a:off x="7336002" y="1412326"/>
              <a:ext cx="168166" cy="161211"/>
            </a:xfrm>
            <a:custGeom>
              <a:avLst/>
              <a:gdLst/>
              <a:ahLst/>
              <a:cxnLst/>
              <a:rect l="l" t="t" r="r" b="b"/>
              <a:pathLst>
                <a:path w="5247" h="5030" extrusionOk="0">
                  <a:moveTo>
                    <a:pt x="1409" y="1"/>
                  </a:moveTo>
                  <a:cubicBezTo>
                    <a:pt x="909" y="1"/>
                    <a:pt x="136" y="68"/>
                    <a:pt x="67" y="193"/>
                  </a:cubicBezTo>
                  <a:cubicBezTo>
                    <a:pt x="17" y="277"/>
                    <a:pt x="0" y="360"/>
                    <a:pt x="0" y="460"/>
                  </a:cubicBezTo>
                  <a:cubicBezTo>
                    <a:pt x="0" y="561"/>
                    <a:pt x="50" y="644"/>
                    <a:pt x="117" y="711"/>
                  </a:cubicBezTo>
                  <a:lnTo>
                    <a:pt x="652" y="828"/>
                  </a:lnTo>
                  <a:cubicBezTo>
                    <a:pt x="652" y="828"/>
                    <a:pt x="518" y="1279"/>
                    <a:pt x="602" y="1329"/>
                  </a:cubicBezTo>
                  <a:cubicBezTo>
                    <a:pt x="802" y="1413"/>
                    <a:pt x="1003" y="1480"/>
                    <a:pt x="1203" y="1546"/>
                  </a:cubicBezTo>
                  <a:cubicBezTo>
                    <a:pt x="1186" y="1630"/>
                    <a:pt x="1170" y="1730"/>
                    <a:pt x="1153" y="1814"/>
                  </a:cubicBezTo>
                  <a:cubicBezTo>
                    <a:pt x="1136" y="1931"/>
                    <a:pt x="1153" y="2031"/>
                    <a:pt x="1203" y="2131"/>
                  </a:cubicBezTo>
                  <a:cubicBezTo>
                    <a:pt x="1253" y="2215"/>
                    <a:pt x="1337" y="2265"/>
                    <a:pt x="1420" y="2315"/>
                  </a:cubicBezTo>
                  <a:cubicBezTo>
                    <a:pt x="1320" y="2348"/>
                    <a:pt x="1220" y="2399"/>
                    <a:pt x="1120" y="2465"/>
                  </a:cubicBezTo>
                  <a:cubicBezTo>
                    <a:pt x="1086" y="2482"/>
                    <a:pt x="1053" y="2499"/>
                    <a:pt x="1036" y="2532"/>
                  </a:cubicBezTo>
                  <a:cubicBezTo>
                    <a:pt x="1003" y="2716"/>
                    <a:pt x="1069" y="2917"/>
                    <a:pt x="1203" y="3033"/>
                  </a:cubicBezTo>
                  <a:cubicBezTo>
                    <a:pt x="1370" y="3117"/>
                    <a:pt x="2373" y="3418"/>
                    <a:pt x="2373" y="3418"/>
                  </a:cubicBezTo>
                  <a:cubicBezTo>
                    <a:pt x="2373" y="3418"/>
                    <a:pt x="3457" y="5029"/>
                    <a:pt x="4463" y="5029"/>
                  </a:cubicBezTo>
                  <a:cubicBezTo>
                    <a:pt x="4501" y="5029"/>
                    <a:pt x="4540" y="5027"/>
                    <a:pt x="4578" y="5022"/>
                  </a:cubicBezTo>
                  <a:cubicBezTo>
                    <a:pt x="5247" y="4922"/>
                    <a:pt x="5230" y="2031"/>
                    <a:pt x="4394" y="1212"/>
                  </a:cubicBezTo>
                  <a:cubicBezTo>
                    <a:pt x="3676" y="494"/>
                    <a:pt x="2089" y="26"/>
                    <a:pt x="1671" y="9"/>
                  </a:cubicBezTo>
                  <a:cubicBezTo>
                    <a:pt x="1600" y="4"/>
                    <a:pt x="1510" y="1"/>
                    <a:pt x="1409" y="1"/>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490;p38">
              <a:extLst>
                <a:ext uri="{FF2B5EF4-FFF2-40B4-BE49-F238E27FC236}">
                  <a16:creationId xmlns:a16="http://schemas.microsoft.com/office/drawing/2014/main" id="{6FDCD4AB-EA1D-E331-3D2C-754D2B8B3306}"/>
                </a:ext>
              </a:extLst>
            </p:cNvPr>
            <p:cNvSpPr/>
            <p:nvPr/>
          </p:nvSpPr>
          <p:spPr>
            <a:xfrm>
              <a:off x="7336002" y="1427069"/>
              <a:ext cx="81407" cy="23044"/>
            </a:xfrm>
            <a:custGeom>
              <a:avLst/>
              <a:gdLst/>
              <a:ahLst/>
              <a:cxnLst/>
              <a:rect l="l" t="t" r="r" b="b"/>
              <a:pathLst>
                <a:path w="2540" h="719" extrusionOk="0">
                  <a:moveTo>
                    <a:pt x="0" y="0"/>
                  </a:moveTo>
                  <a:cubicBezTo>
                    <a:pt x="0" y="101"/>
                    <a:pt x="50" y="184"/>
                    <a:pt x="117" y="251"/>
                  </a:cubicBezTo>
                  <a:lnTo>
                    <a:pt x="652" y="368"/>
                  </a:lnTo>
                  <a:cubicBezTo>
                    <a:pt x="652" y="368"/>
                    <a:pt x="2272" y="652"/>
                    <a:pt x="2540" y="719"/>
                  </a:cubicBezTo>
                  <a:cubicBezTo>
                    <a:pt x="2306" y="452"/>
                    <a:pt x="1988" y="268"/>
                    <a:pt x="1637" y="201"/>
                  </a:cubicBezTo>
                  <a:cubicBezTo>
                    <a:pt x="1103" y="101"/>
                    <a:pt x="551" y="34"/>
                    <a:pt x="0"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491;p38">
              <a:extLst>
                <a:ext uri="{FF2B5EF4-FFF2-40B4-BE49-F238E27FC236}">
                  <a16:creationId xmlns:a16="http://schemas.microsoft.com/office/drawing/2014/main" id="{C32A24AA-E3D7-27D7-4340-E97A65D1D1FF}"/>
                </a:ext>
              </a:extLst>
            </p:cNvPr>
            <p:cNvSpPr/>
            <p:nvPr/>
          </p:nvSpPr>
          <p:spPr>
            <a:xfrm>
              <a:off x="7372924" y="1461876"/>
              <a:ext cx="49325" cy="13942"/>
            </a:xfrm>
            <a:custGeom>
              <a:avLst/>
              <a:gdLst/>
              <a:ahLst/>
              <a:cxnLst/>
              <a:rect l="l" t="t" r="r" b="b"/>
              <a:pathLst>
                <a:path w="1539" h="435" extrusionOk="0">
                  <a:moveTo>
                    <a:pt x="51" y="0"/>
                  </a:moveTo>
                  <a:cubicBezTo>
                    <a:pt x="34" y="84"/>
                    <a:pt x="18" y="184"/>
                    <a:pt x="1" y="268"/>
                  </a:cubicBezTo>
                  <a:cubicBezTo>
                    <a:pt x="502" y="385"/>
                    <a:pt x="1020" y="435"/>
                    <a:pt x="1538" y="435"/>
                  </a:cubicBezTo>
                  <a:lnTo>
                    <a:pt x="51" y="0"/>
                  </a:ln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92;p38">
              <a:extLst>
                <a:ext uri="{FF2B5EF4-FFF2-40B4-BE49-F238E27FC236}">
                  <a16:creationId xmlns:a16="http://schemas.microsoft.com/office/drawing/2014/main" id="{CADEDA61-4AF0-B0F3-2E8E-B89C292D1BC8}"/>
                </a:ext>
              </a:extLst>
            </p:cNvPr>
            <p:cNvSpPr/>
            <p:nvPr/>
          </p:nvSpPr>
          <p:spPr>
            <a:xfrm>
              <a:off x="7371866" y="1486522"/>
              <a:ext cx="40191" cy="9647"/>
            </a:xfrm>
            <a:custGeom>
              <a:avLst/>
              <a:gdLst/>
              <a:ahLst/>
              <a:cxnLst/>
              <a:rect l="l" t="t" r="r" b="b"/>
              <a:pathLst>
                <a:path w="1254" h="301" extrusionOk="0">
                  <a:moveTo>
                    <a:pt x="301" y="0"/>
                  </a:moveTo>
                  <a:cubicBezTo>
                    <a:pt x="201" y="33"/>
                    <a:pt x="101" y="84"/>
                    <a:pt x="1" y="150"/>
                  </a:cubicBezTo>
                  <a:cubicBezTo>
                    <a:pt x="418" y="217"/>
                    <a:pt x="836" y="267"/>
                    <a:pt x="1254" y="301"/>
                  </a:cubicBezTo>
                  <a:cubicBezTo>
                    <a:pt x="936" y="167"/>
                    <a:pt x="619" y="67"/>
                    <a:pt x="301"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93;p38">
              <a:extLst>
                <a:ext uri="{FF2B5EF4-FFF2-40B4-BE49-F238E27FC236}">
                  <a16:creationId xmlns:a16="http://schemas.microsoft.com/office/drawing/2014/main" id="{EF7F0141-2EBF-C715-B11C-FF9FA37AB7FA}"/>
                </a:ext>
              </a:extLst>
            </p:cNvPr>
            <p:cNvSpPr/>
            <p:nvPr/>
          </p:nvSpPr>
          <p:spPr>
            <a:xfrm>
              <a:off x="7368116" y="1516938"/>
              <a:ext cx="902368" cy="697889"/>
            </a:xfrm>
            <a:custGeom>
              <a:avLst/>
              <a:gdLst/>
              <a:ahLst/>
              <a:cxnLst/>
              <a:rect l="l" t="t" r="r" b="b"/>
              <a:pathLst>
                <a:path w="28155" h="21775" extrusionOk="0">
                  <a:moveTo>
                    <a:pt x="5406" y="1"/>
                  </a:moveTo>
                  <a:cubicBezTo>
                    <a:pt x="5168" y="1"/>
                    <a:pt x="1" y="1825"/>
                    <a:pt x="1" y="1825"/>
                  </a:cubicBezTo>
                  <a:cubicBezTo>
                    <a:pt x="1" y="1825"/>
                    <a:pt x="1772" y="14807"/>
                    <a:pt x="4228" y="20104"/>
                  </a:cubicBezTo>
                  <a:cubicBezTo>
                    <a:pt x="6695" y="21349"/>
                    <a:pt x="10622" y="21774"/>
                    <a:pt x="14405" y="21774"/>
                  </a:cubicBezTo>
                  <a:cubicBezTo>
                    <a:pt x="18794" y="21774"/>
                    <a:pt x="22989" y="21201"/>
                    <a:pt x="24479" y="20672"/>
                  </a:cubicBezTo>
                  <a:cubicBezTo>
                    <a:pt x="27252" y="19686"/>
                    <a:pt x="27987" y="17882"/>
                    <a:pt x="28071" y="17196"/>
                  </a:cubicBezTo>
                  <a:cubicBezTo>
                    <a:pt x="28154" y="16511"/>
                    <a:pt x="28104" y="15024"/>
                    <a:pt x="26851" y="14072"/>
                  </a:cubicBezTo>
                  <a:cubicBezTo>
                    <a:pt x="26120" y="13524"/>
                    <a:pt x="20393" y="13407"/>
                    <a:pt x="15665" y="13407"/>
                  </a:cubicBezTo>
                  <a:cubicBezTo>
                    <a:pt x="12181" y="13407"/>
                    <a:pt x="9240" y="13470"/>
                    <a:pt x="9240" y="13470"/>
                  </a:cubicBezTo>
                  <a:cubicBezTo>
                    <a:pt x="9240" y="13470"/>
                    <a:pt x="5414" y="104"/>
                    <a:pt x="5414" y="3"/>
                  </a:cubicBezTo>
                  <a:cubicBezTo>
                    <a:pt x="5414" y="2"/>
                    <a:pt x="5411" y="1"/>
                    <a:pt x="5406"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94;p38">
              <a:extLst>
                <a:ext uri="{FF2B5EF4-FFF2-40B4-BE49-F238E27FC236}">
                  <a16:creationId xmlns:a16="http://schemas.microsoft.com/office/drawing/2014/main" id="{8BCEC94A-73E2-7BBD-E7C0-8F5F2F6628E6}"/>
                </a:ext>
              </a:extLst>
            </p:cNvPr>
            <p:cNvSpPr/>
            <p:nvPr/>
          </p:nvSpPr>
          <p:spPr>
            <a:xfrm>
              <a:off x="5832280" y="2001758"/>
              <a:ext cx="947879" cy="442386"/>
            </a:xfrm>
            <a:custGeom>
              <a:avLst/>
              <a:gdLst/>
              <a:ahLst/>
              <a:cxnLst/>
              <a:rect l="l" t="t" r="r" b="b"/>
              <a:pathLst>
                <a:path w="29575" h="13803" extrusionOk="0">
                  <a:moveTo>
                    <a:pt x="27306" y="1"/>
                  </a:moveTo>
                  <a:cubicBezTo>
                    <a:pt x="26976" y="1"/>
                    <a:pt x="26082" y="566"/>
                    <a:pt x="26082" y="566"/>
                  </a:cubicBezTo>
                  <a:cubicBezTo>
                    <a:pt x="25648" y="399"/>
                    <a:pt x="25197" y="265"/>
                    <a:pt x="24746" y="165"/>
                  </a:cubicBezTo>
                  <a:cubicBezTo>
                    <a:pt x="24742" y="164"/>
                    <a:pt x="24738" y="164"/>
                    <a:pt x="24734" y="164"/>
                  </a:cubicBezTo>
                  <a:cubicBezTo>
                    <a:pt x="24387" y="164"/>
                    <a:pt x="22006" y="1501"/>
                    <a:pt x="22006" y="1501"/>
                  </a:cubicBezTo>
                  <a:cubicBezTo>
                    <a:pt x="22006" y="1501"/>
                    <a:pt x="15907" y="5044"/>
                    <a:pt x="12264" y="8085"/>
                  </a:cubicBezTo>
                  <a:cubicBezTo>
                    <a:pt x="9792" y="5779"/>
                    <a:pt x="6099" y="2387"/>
                    <a:pt x="5063" y="1635"/>
                  </a:cubicBezTo>
                  <a:cubicBezTo>
                    <a:pt x="4452" y="1296"/>
                    <a:pt x="3711" y="1036"/>
                    <a:pt x="3004" y="1036"/>
                  </a:cubicBezTo>
                  <a:cubicBezTo>
                    <a:pt x="2105" y="1036"/>
                    <a:pt x="1260" y="1456"/>
                    <a:pt x="802" y="2671"/>
                  </a:cubicBezTo>
                  <a:cubicBezTo>
                    <a:pt x="0" y="4860"/>
                    <a:pt x="3910" y="9104"/>
                    <a:pt x="7820" y="12212"/>
                  </a:cubicBezTo>
                  <a:cubicBezTo>
                    <a:pt x="9230" y="13332"/>
                    <a:pt x="10580" y="13802"/>
                    <a:pt x="11886" y="13802"/>
                  </a:cubicBezTo>
                  <a:cubicBezTo>
                    <a:pt x="13968" y="13802"/>
                    <a:pt x="15935" y="12605"/>
                    <a:pt x="17845" y="10942"/>
                  </a:cubicBezTo>
                  <a:cubicBezTo>
                    <a:pt x="20452" y="8653"/>
                    <a:pt x="21287" y="7065"/>
                    <a:pt x="23442" y="4359"/>
                  </a:cubicBezTo>
                  <a:cubicBezTo>
                    <a:pt x="23559" y="4375"/>
                    <a:pt x="23660" y="4392"/>
                    <a:pt x="23760" y="4409"/>
                  </a:cubicBezTo>
                  <a:cubicBezTo>
                    <a:pt x="24278" y="4492"/>
                    <a:pt x="25748" y="4676"/>
                    <a:pt x="25748" y="4676"/>
                  </a:cubicBezTo>
                  <a:lnTo>
                    <a:pt x="25631" y="4125"/>
                  </a:lnTo>
                  <a:lnTo>
                    <a:pt x="26600" y="3272"/>
                  </a:lnTo>
                  <a:lnTo>
                    <a:pt x="26734" y="3172"/>
                  </a:lnTo>
                  <a:cubicBezTo>
                    <a:pt x="26734" y="3172"/>
                    <a:pt x="27152" y="3022"/>
                    <a:pt x="27503" y="2888"/>
                  </a:cubicBezTo>
                  <a:cubicBezTo>
                    <a:pt x="27686" y="2821"/>
                    <a:pt x="27870" y="2755"/>
                    <a:pt x="27937" y="2738"/>
                  </a:cubicBezTo>
                  <a:cubicBezTo>
                    <a:pt x="28288" y="2504"/>
                    <a:pt x="28622" y="2237"/>
                    <a:pt x="28889" y="1919"/>
                  </a:cubicBezTo>
                  <a:cubicBezTo>
                    <a:pt x="29240" y="1552"/>
                    <a:pt x="29575" y="1084"/>
                    <a:pt x="29407" y="883"/>
                  </a:cubicBezTo>
                  <a:lnTo>
                    <a:pt x="29424" y="883"/>
                  </a:lnTo>
                  <a:cubicBezTo>
                    <a:pt x="29406" y="861"/>
                    <a:pt x="29377" y="851"/>
                    <a:pt x="29338" y="851"/>
                  </a:cubicBezTo>
                  <a:cubicBezTo>
                    <a:pt x="29025" y="851"/>
                    <a:pt x="28109" y="1516"/>
                    <a:pt x="27737" y="1769"/>
                  </a:cubicBezTo>
                  <a:cubicBezTo>
                    <a:pt x="27620" y="1852"/>
                    <a:pt x="27486" y="1902"/>
                    <a:pt x="27336" y="1953"/>
                  </a:cubicBezTo>
                  <a:cubicBezTo>
                    <a:pt x="27068" y="2036"/>
                    <a:pt x="26801" y="2086"/>
                    <a:pt x="26517" y="2120"/>
                  </a:cubicBezTo>
                  <a:lnTo>
                    <a:pt x="26383" y="1886"/>
                  </a:lnTo>
                  <a:lnTo>
                    <a:pt x="26283" y="1719"/>
                  </a:lnTo>
                  <a:cubicBezTo>
                    <a:pt x="26283" y="1719"/>
                    <a:pt x="27118" y="1234"/>
                    <a:pt x="27302" y="883"/>
                  </a:cubicBezTo>
                  <a:cubicBezTo>
                    <a:pt x="27419" y="666"/>
                    <a:pt x="27570" y="215"/>
                    <a:pt x="27402" y="31"/>
                  </a:cubicBezTo>
                  <a:cubicBezTo>
                    <a:pt x="27382" y="10"/>
                    <a:pt x="27348" y="1"/>
                    <a:pt x="27306" y="1"/>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95;p38">
              <a:extLst>
                <a:ext uri="{FF2B5EF4-FFF2-40B4-BE49-F238E27FC236}">
                  <a16:creationId xmlns:a16="http://schemas.microsoft.com/office/drawing/2014/main" id="{A4FA868C-26BA-9A0E-381C-726AC9EF2024}"/>
                </a:ext>
              </a:extLst>
            </p:cNvPr>
            <p:cNvSpPr/>
            <p:nvPr/>
          </p:nvSpPr>
          <p:spPr>
            <a:xfrm>
              <a:off x="6669811" y="2062172"/>
              <a:ext cx="43941" cy="44485"/>
            </a:xfrm>
            <a:custGeom>
              <a:avLst/>
              <a:gdLst/>
              <a:ahLst/>
              <a:cxnLst/>
              <a:rect l="l" t="t" r="r" b="b"/>
              <a:pathLst>
                <a:path w="1371" h="1388" extrusionOk="0">
                  <a:moveTo>
                    <a:pt x="251" y="1"/>
                  </a:moveTo>
                  <a:cubicBezTo>
                    <a:pt x="101" y="68"/>
                    <a:pt x="1" y="134"/>
                    <a:pt x="1" y="134"/>
                  </a:cubicBezTo>
                  <a:lnTo>
                    <a:pt x="485" y="1387"/>
                  </a:lnTo>
                  <a:lnTo>
                    <a:pt x="602" y="1287"/>
                  </a:lnTo>
                  <a:cubicBezTo>
                    <a:pt x="602" y="1287"/>
                    <a:pt x="1020" y="1137"/>
                    <a:pt x="1371" y="1003"/>
                  </a:cubicBezTo>
                  <a:cubicBezTo>
                    <a:pt x="1371" y="686"/>
                    <a:pt x="1321" y="368"/>
                    <a:pt x="1204" y="68"/>
                  </a:cubicBezTo>
                  <a:cubicBezTo>
                    <a:pt x="936" y="151"/>
                    <a:pt x="669" y="201"/>
                    <a:pt x="385" y="235"/>
                  </a:cubicBezTo>
                  <a:lnTo>
                    <a:pt x="251" y="1"/>
                  </a:ln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96;p38">
              <a:extLst>
                <a:ext uri="{FF2B5EF4-FFF2-40B4-BE49-F238E27FC236}">
                  <a16:creationId xmlns:a16="http://schemas.microsoft.com/office/drawing/2014/main" id="{75CF5F3D-8448-CB80-2C27-2DA365C0E6F3}"/>
                </a:ext>
              </a:extLst>
            </p:cNvPr>
            <p:cNvSpPr/>
            <p:nvPr/>
          </p:nvSpPr>
          <p:spPr>
            <a:xfrm>
              <a:off x="6608756" y="2041051"/>
              <a:ext cx="98586" cy="110925"/>
            </a:xfrm>
            <a:custGeom>
              <a:avLst/>
              <a:gdLst/>
              <a:ahLst/>
              <a:cxnLst/>
              <a:rect l="l" t="t" r="r" b="b"/>
              <a:pathLst>
                <a:path w="3076" h="3461" extrusionOk="0">
                  <a:moveTo>
                    <a:pt x="1688" y="1"/>
                  </a:moveTo>
                  <a:cubicBezTo>
                    <a:pt x="1351" y="1"/>
                    <a:pt x="1120" y="359"/>
                    <a:pt x="1120" y="359"/>
                  </a:cubicBezTo>
                  <a:lnTo>
                    <a:pt x="1120" y="376"/>
                  </a:lnTo>
                  <a:lnTo>
                    <a:pt x="1404" y="626"/>
                  </a:lnTo>
                  <a:cubicBezTo>
                    <a:pt x="1404" y="626"/>
                    <a:pt x="1310" y="614"/>
                    <a:pt x="1190" y="614"/>
                  </a:cubicBezTo>
                  <a:cubicBezTo>
                    <a:pt x="1025" y="614"/>
                    <a:pt x="813" y="637"/>
                    <a:pt x="736" y="743"/>
                  </a:cubicBezTo>
                  <a:cubicBezTo>
                    <a:pt x="602" y="927"/>
                    <a:pt x="803" y="1328"/>
                    <a:pt x="803" y="1328"/>
                  </a:cubicBezTo>
                  <a:cubicBezTo>
                    <a:pt x="669" y="1244"/>
                    <a:pt x="535" y="1194"/>
                    <a:pt x="385" y="1161"/>
                  </a:cubicBezTo>
                  <a:cubicBezTo>
                    <a:pt x="268" y="1161"/>
                    <a:pt x="151" y="1328"/>
                    <a:pt x="84" y="1529"/>
                  </a:cubicBezTo>
                  <a:cubicBezTo>
                    <a:pt x="1" y="1729"/>
                    <a:pt x="1037" y="3350"/>
                    <a:pt x="1037" y="3350"/>
                  </a:cubicBezTo>
                  <a:cubicBezTo>
                    <a:pt x="1037" y="3350"/>
                    <a:pt x="1295" y="3460"/>
                    <a:pt x="1452" y="3460"/>
                  </a:cubicBezTo>
                  <a:cubicBezTo>
                    <a:pt x="1479" y="3460"/>
                    <a:pt x="1502" y="3457"/>
                    <a:pt x="1521" y="3450"/>
                  </a:cubicBezTo>
                  <a:cubicBezTo>
                    <a:pt x="1672" y="3400"/>
                    <a:pt x="1805" y="2899"/>
                    <a:pt x="1805" y="2899"/>
                  </a:cubicBezTo>
                  <a:cubicBezTo>
                    <a:pt x="1872" y="2899"/>
                    <a:pt x="1939" y="2882"/>
                    <a:pt x="2006" y="2865"/>
                  </a:cubicBezTo>
                  <a:cubicBezTo>
                    <a:pt x="2123" y="2848"/>
                    <a:pt x="2223" y="2798"/>
                    <a:pt x="2323" y="2732"/>
                  </a:cubicBezTo>
                  <a:cubicBezTo>
                    <a:pt x="2474" y="2598"/>
                    <a:pt x="2424" y="2214"/>
                    <a:pt x="2424" y="2214"/>
                  </a:cubicBezTo>
                  <a:cubicBezTo>
                    <a:pt x="2424" y="2214"/>
                    <a:pt x="2507" y="2197"/>
                    <a:pt x="2591" y="2147"/>
                  </a:cubicBezTo>
                  <a:cubicBezTo>
                    <a:pt x="2708" y="2113"/>
                    <a:pt x="2808" y="2046"/>
                    <a:pt x="2891" y="1980"/>
                  </a:cubicBezTo>
                  <a:cubicBezTo>
                    <a:pt x="3075" y="1779"/>
                    <a:pt x="2808" y="1228"/>
                    <a:pt x="2657" y="843"/>
                  </a:cubicBezTo>
                  <a:cubicBezTo>
                    <a:pt x="2524" y="442"/>
                    <a:pt x="2223" y="142"/>
                    <a:pt x="1839" y="25"/>
                  </a:cubicBezTo>
                  <a:cubicBezTo>
                    <a:pt x="1787" y="8"/>
                    <a:pt x="1736" y="1"/>
                    <a:pt x="1688"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97;p38">
              <a:extLst>
                <a:ext uri="{FF2B5EF4-FFF2-40B4-BE49-F238E27FC236}">
                  <a16:creationId xmlns:a16="http://schemas.microsoft.com/office/drawing/2014/main" id="{66892EDB-56B1-700B-1FA8-227B24AE48E9}"/>
                </a:ext>
              </a:extLst>
            </p:cNvPr>
            <p:cNvSpPr/>
            <p:nvPr/>
          </p:nvSpPr>
          <p:spPr>
            <a:xfrm>
              <a:off x="5743245" y="1959260"/>
              <a:ext cx="499788" cy="496551"/>
            </a:xfrm>
            <a:custGeom>
              <a:avLst/>
              <a:gdLst/>
              <a:ahLst/>
              <a:cxnLst/>
              <a:rect l="l" t="t" r="r" b="b"/>
              <a:pathLst>
                <a:path w="15594" h="15493" extrusionOk="0">
                  <a:moveTo>
                    <a:pt x="4500" y="0"/>
                  </a:moveTo>
                  <a:cubicBezTo>
                    <a:pt x="2194" y="0"/>
                    <a:pt x="1" y="2033"/>
                    <a:pt x="1776" y="4999"/>
                  </a:cubicBezTo>
                  <a:cubicBezTo>
                    <a:pt x="4082" y="8842"/>
                    <a:pt x="10732" y="15492"/>
                    <a:pt x="10732" y="15492"/>
                  </a:cubicBezTo>
                  <a:lnTo>
                    <a:pt x="15594" y="8458"/>
                  </a:lnTo>
                  <a:lnTo>
                    <a:pt x="6438" y="538"/>
                  </a:lnTo>
                  <a:cubicBezTo>
                    <a:pt x="5845" y="171"/>
                    <a:pt x="5167" y="0"/>
                    <a:pt x="4500"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98;p38">
              <a:extLst>
                <a:ext uri="{FF2B5EF4-FFF2-40B4-BE49-F238E27FC236}">
                  <a16:creationId xmlns:a16="http://schemas.microsoft.com/office/drawing/2014/main" id="{4F7295F8-7F01-4CC2-ED3E-A068159210DB}"/>
                </a:ext>
              </a:extLst>
            </p:cNvPr>
            <p:cNvSpPr/>
            <p:nvPr/>
          </p:nvSpPr>
          <p:spPr>
            <a:xfrm>
              <a:off x="6693400" y="1997912"/>
              <a:ext cx="66408" cy="77721"/>
            </a:xfrm>
            <a:custGeom>
              <a:avLst/>
              <a:gdLst/>
              <a:ahLst/>
              <a:cxnLst/>
              <a:rect l="l" t="t" r="r" b="b"/>
              <a:pathLst>
                <a:path w="2072" h="2425" extrusionOk="0">
                  <a:moveTo>
                    <a:pt x="768" y="1"/>
                  </a:moveTo>
                  <a:cubicBezTo>
                    <a:pt x="317" y="1087"/>
                    <a:pt x="267" y="1120"/>
                    <a:pt x="117" y="1688"/>
                  </a:cubicBezTo>
                  <a:cubicBezTo>
                    <a:pt x="1" y="2129"/>
                    <a:pt x="521" y="2425"/>
                    <a:pt x="928" y="2425"/>
                  </a:cubicBezTo>
                  <a:cubicBezTo>
                    <a:pt x="1107" y="2425"/>
                    <a:pt x="1265" y="2367"/>
                    <a:pt x="1336" y="2240"/>
                  </a:cubicBezTo>
                  <a:cubicBezTo>
                    <a:pt x="1470" y="2006"/>
                    <a:pt x="2072" y="535"/>
                    <a:pt x="2072" y="535"/>
                  </a:cubicBezTo>
                  <a:cubicBezTo>
                    <a:pt x="2072" y="535"/>
                    <a:pt x="986" y="101"/>
                    <a:pt x="7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99;p38">
              <a:extLst>
                <a:ext uri="{FF2B5EF4-FFF2-40B4-BE49-F238E27FC236}">
                  <a16:creationId xmlns:a16="http://schemas.microsoft.com/office/drawing/2014/main" id="{57EE6478-7DDF-D229-7FBF-A7328D300638}"/>
                </a:ext>
              </a:extLst>
            </p:cNvPr>
            <p:cNvSpPr/>
            <p:nvPr/>
          </p:nvSpPr>
          <p:spPr>
            <a:xfrm>
              <a:off x="6706220" y="1988810"/>
              <a:ext cx="61632" cy="32691"/>
            </a:xfrm>
            <a:custGeom>
              <a:avLst/>
              <a:gdLst/>
              <a:ahLst/>
              <a:cxnLst/>
              <a:rect l="l" t="t" r="r" b="b"/>
              <a:pathLst>
                <a:path w="1923" h="1020" extrusionOk="0">
                  <a:moveTo>
                    <a:pt x="168" y="1"/>
                  </a:moveTo>
                  <a:lnTo>
                    <a:pt x="1" y="368"/>
                  </a:lnTo>
                  <a:lnTo>
                    <a:pt x="1755" y="1020"/>
                  </a:lnTo>
                  <a:lnTo>
                    <a:pt x="1922" y="602"/>
                  </a:lnTo>
                  <a:lnTo>
                    <a:pt x="168" y="1"/>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500;p38">
              <a:extLst>
                <a:ext uri="{FF2B5EF4-FFF2-40B4-BE49-F238E27FC236}">
                  <a16:creationId xmlns:a16="http://schemas.microsoft.com/office/drawing/2014/main" id="{5B627604-F900-4F0E-E77D-7A1FB8F758D4}"/>
                </a:ext>
              </a:extLst>
            </p:cNvPr>
            <p:cNvSpPr/>
            <p:nvPr/>
          </p:nvSpPr>
          <p:spPr>
            <a:xfrm>
              <a:off x="6704072" y="2031116"/>
              <a:ext cx="35928" cy="35800"/>
            </a:xfrm>
            <a:custGeom>
              <a:avLst/>
              <a:gdLst/>
              <a:ahLst/>
              <a:cxnLst/>
              <a:rect l="l" t="t" r="r" b="b"/>
              <a:pathLst>
                <a:path w="1121" h="1117" extrusionOk="0">
                  <a:moveTo>
                    <a:pt x="268" y="1"/>
                  </a:moveTo>
                  <a:cubicBezTo>
                    <a:pt x="268" y="1"/>
                    <a:pt x="1" y="485"/>
                    <a:pt x="51" y="803"/>
                  </a:cubicBezTo>
                  <a:cubicBezTo>
                    <a:pt x="74" y="1025"/>
                    <a:pt x="312" y="1116"/>
                    <a:pt x="515" y="1116"/>
                  </a:cubicBezTo>
                  <a:cubicBezTo>
                    <a:pt x="601" y="1116"/>
                    <a:pt x="681" y="1100"/>
                    <a:pt x="736" y="1070"/>
                  </a:cubicBezTo>
                  <a:cubicBezTo>
                    <a:pt x="920" y="986"/>
                    <a:pt x="1120" y="251"/>
                    <a:pt x="1120" y="251"/>
                  </a:cubicBezTo>
                  <a:lnTo>
                    <a:pt x="268" y="1"/>
                  </a:lnTo>
                  <a:close/>
                </a:path>
              </a:pathLst>
            </a:custGeom>
            <a:solidFill>
              <a:srgbClr val="F3E0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501;p38">
              <a:extLst>
                <a:ext uri="{FF2B5EF4-FFF2-40B4-BE49-F238E27FC236}">
                  <a16:creationId xmlns:a16="http://schemas.microsoft.com/office/drawing/2014/main" id="{65C81A8A-CF20-67A8-6BD3-36E86B6C4E53}"/>
                </a:ext>
              </a:extLst>
            </p:cNvPr>
            <p:cNvSpPr/>
            <p:nvPr/>
          </p:nvSpPr>
          <p:spPr>
            <a:xfrm>
              <a:off x="5872984" y="4672773"/>
              <a:ext cx="508217" cy="193903"/>
            </a:xfrm>
            <a:custGeom>
              <a:avLst/>
              <a:gdLst/>
              <a:ahLst/>
              <a:cxnLst/>
              <a:rect l="l" t="t" r="r" b="b"/>
              <a:pathLst>
                <a:path w="15857" h="6050" extrusionOk="0">
                  <a:moveTo>
                    <a:pt x="6283" y="1"/>
                  </a:moveTo>
                  <a:lnTo>
                    <a:pt x="0" y="435"/>
                  </a:lnTo>
                  <a:lnTo>
                    <a:pt x="117" y="3326"/>
                  </a:lnTo>
                  <a:lnTo>
                    <a:pt x="234" y="6049"/>
                  </a:lnTo>
                  <a:lnTo>
                    <a:pt x="15857" y="6049"/>
                  </a:lnTo>
                  <a:cubicBezTo>
                    <a:pt x="15857" y="6049"/>
                    <a:pt x="14954" y="4261"/>
                    <a:pt x="12415" y="3727"/>
                  </a:cubicBezTo>
                  <a:cubicBezTo>
                    <a:pt x="11329" y="3526"/>
                    <a:pt x="10276" y="3209"/>
                    <a:pt x="9240" y="2791"/>
                  </a:cubicBezTo>
                  <a:cubicBezTo>
                    <a:pt x="6216" y="1521"/>
                    <a:pt x="6283" y="1"/>
                    <a:pt x="6283" y="1"/>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502;p38">
              <a:extLst>
                <a:ext uri="{FF2B5EF4-FFF2-40B4-BE49-F238E27FC236}">
                  <a16:creationId xmlns:a16="http://schemas.microsoft.com/office/drawing/2014/main" id="{3CE8D7D7-0588-CA9F-FF27-ED80A697CFC9}"/>
                </a:ext>
              </a:extLst>
            </p:cNvPr>
            <p:cNvSpPr/>
            <p:nvPr/>
          </p:nvSpPr>
          <p:spPr>
            <a:xfrm>
              <a:off x="5876734" y="4762224"/>
              <a:ext cx="504467" cy="104451"/>
            </a:xfrm>
            <a:custGeom>
              <a:avLst/>
              <a:gdLst/>
              <a:ahLst/>
              <a:cxnLst/>
              <a:rect l="l" t="t" r="r" b="b"/>
              <a:pathLst>
                <a:path w="15740" h="3259" extrusionOk="0">
                  <a:moveTo>
                    <a:pt x="9123" y="0"/>
                  </a:moveTo>
                  <a:cubicBezTo>
                    <a:pt x="8438" y="618"/>
                    <a:pt x="7736" y="1387"/>
                    <a:pt x="7352" y="2155"/>
                  </a:cubicBezTo>
                  <a:cubicBezTo>
                    <a:pt x="3643" y="1838"/>
                    <a:pt x="1437" y="936"/>
                    <a:pt x="0" y="535"/>
                  </a:cubicBezTo>
                  <a:lnTo>
                    <a:pt x="0" y="535"/>
                  </a:lnTo>
                  <a:lnTo>
                    <a:pt x="117" y="3258"/>
                  </a:lnTo>
                  <a:lnTo>
                    <a:pt x="15740" y="3258"/>
                  </a:lnTo>
                  <a:cubicBezTo>
                    <a:pt x="15740" y="3258"/>
                    <a:pt x="14837" y="1470"/>
                    <a:pt x="12298" y="936"/>
                  </a:cubicBezTo>
                  <a:cubicBezTo>
                    <a:pt x="11212" y="735"/>
                    <a:pt x="10159" y="418"/>
                    <a:pt x="9123"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503;p38">
              <a:extLst>
                <a:ext uri="{FF2B5EF4-FFF2-40B4-BE49-F238E27FC236}">
                  <a16:creationId xmlns:a16="http://schemas.microsoft.com/office/drawing/2014/main" id="{023C0974-BD31-D5C7-0E87-8EEC59DD9B90}"/>
                </a:ext>
              </a:extLst>
            </p:cNvPr>
            <p:cNvSpPr/>
            <p:nvPr/>
          </p:nvSpPr>
          <p:spPr>
            <a:xfrm>
              <a:off x="5678056" y="2978418"/>
              <a:ext cx="459501" cy="1762397"/>
            </a:xfrm>
            <a:custGeom>
              <a:avLst/>
              <a:gdLst/>
              <a:ahLst/>
              <a:cxnLst/>
              <a:rect l="l" t="t" r="r" b="b"/>
              <a:pathLst>
                <a:path w="14337" h="54989" extrusionOk="0">
                  <a:moveTo>
                    <a:pt x="12264" y="1"/>
                  </a:moveTo>
                  <a:lnTo>
                    <a:pt x="0" y="870"/>
                  </a:lnTo>
                  <a:cubicBezTo>
                    <a:pt x="0" y="870"/>
                    <a:pt x="251" y="2841"/>
                    <a:pt x="619" y="5749"/>
                  </a:cubicBezTo>
                  <a:cubicBezTo>
                    <a:pt x="769" y="6918"/>
                    <a:pt x="936" y="8238"/>
                    <a:pt x="1120" y="9642"/>
                  </a:cubicBezTo>
                  <a:cubicBezTo>
                    <a:pt x="2072" y="17060"/>
                    <a:pt x="3309" y="26768"/>
                    <a:pt x="3543" y="28623"/>
                  </a:cubicBezTo>
                  <a:cubicBezTo>
                    <a:pt x="3543" y="33552"/>
                    <a:pt x="4461" y="54989"/>
                    <a:pt x="4461" y="54989"/>
                  </a:cubicBezTo>
                  <a:lnTo>
                    <a:pt x="13718" y="52984"/>
                  </a:lnTo>
                  <a:cubicBezTo>
                    <a:pt x="13718" y="52984"/>
                    <a:pt x="14336" y="33101"/>
                    <a:pt x="14186" y="27236"/>
                  </a:cubicBezTo>
                  <a:cubicBezTo>
                    <a:pt x="14119" y="25181"/>
                    <a:pt x="13467" y="15941"/>
                    <a:pt x="12933" y="8790"/>
                  </a:cubicBezTo>
                  <a:cubicBezTo>
                    <a:pt x="12849" y="7720"/>
                    <a:pt x="12766" y="6701"/>
                    <a:pt x="12699" y="5749"/>
                  </a:cubicBezTo>
                  <a:cubicBezTo>
                    <a:pt x="12448" y="2390"/>
                    <a:pt x="12264" y="1"/>
                    <a:pt x="12264"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504;p38">
              <a:extLst>
                <a:ext uri="{FF2B5EF4-FFF2-40B4-BE49-F238E27FC236}">
                  <a16:creationId xmlns:a16="http://schemas.microsoft.com/office/drawing/2014/main" id="{D6BA04C6-A66D-BC6E-0B5C-6C337E156FB7}"/>
                </a:ext>
              </a:extLst>
            </p:cNvPr>
            <p:cNvSpPr/>
            <p:nvPr/>
          </p:nvSpPr>
          <p:spPr>
            <a:xfrm>
              <a:off x="5678056" y="2978418"/>
              <a:ext cx="414503" cy="309026"/>
            </a:xfrm>
            <a:custGeom>
              <a:avLst/>
              <a:gdLst/>
              <a:ahLst/>
              <a:cxnLst/>
              <a:rect l="l" t="t" r="r" b="b"/>
              <a:pathLst>
                <a:path w="12933" h="9642" extrusionOk="0">
                  <a:moveTo>
                    <a:pt x="12264" y="1"/>
                  </a:moveTo>
                  <a:lnTo>
                    <a:pt x="0" y="870"/>
                  </a:lnTo>
                  <a:cubicBezTo>
                    <a:pt x="0" y="870"/>
                    <a:pt x="251" y="2841"/>
                    <a:pt x="619" y="5749"/>
                  </a:cubicBezTo>
                  <a:cubicBezTo>
                    <a:pt x="769" y="6918"/>
                    <a:pt x="936" y="8238"/>
                    <a:pt x="1120" y="9642"/>
                  </a:cubicBezTo>
                  <a:lnTo>
                    <a:pt x="12933" y="8790"/>
                  </a:lnTo>
                  <a:cubicBezTo>
                    <a:pt x="12849" y="7720"/>
                    <a:pt x="12766" y="6701"/>
                    <a:pt x="12699" y="5749"/>
                  </a:cubicBezTo>
                  <a:cubicBezTo>
                    <a:pt x="12448" y="2390"/>
                    <a:pt x="12264" y="1"/>
                    <a:pt x="12264"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505;p38">
              <a:extLst>
                <a:ext uri="{FF2B5EF4-FFF2-40B4-BE49-F238E27FC236}">
                  <a16:creationId xmlns:a16="http://schemas.microsoft.com/office/drawing/2014/main" id="{1B072347-970E-17C1-A6A3-62286DDE95F6}"/>
                </a:ext>
              </a:extLst>
            </p:cNvPr>
            <p:cNvSpPr/>
            <p:nvPr/>
          </p:nvSpPr>
          <p:spPr>
            <a:xfrm>
              <a:off x="5382971" y="4672773"/>
              <a:ext cx="500749" cy="193903"/>
            </a:xfrm>
            <a:custGeom>
              <a:avLst/>
              <a:gdLst/>
              <a:ahLst/>
              <a:cxnLst/>
              <a:rect l="l" t="t" r="r" b="b"/>
              <a:pathLst>
                <a:path w="15624" h="6050" extrusionOk="0">
                  <a:moveTo>
                    <a:pt x="6534" y="1"/>
                  </a:moveTo>
                  <a:lnTo>
                    <a:pt x="218" y="435"/>
                  </a:lnTo>
                  <a:lnTo>
                    <a:pt x="101" y="3326"/>
                  </a:lnTo>
                  <a:lnTo>
                    <a:pt x="1" y="6049"/>
                  </a:lnTo>
                  <a:lnTo>
                    <a:pt x="15623" y="6049"/>
                  </a:lnTo>
                  <a:cubicBezTo>
                    <a:pt x="15623" y="6049"/>
                    <a:pt x="14871" y="4261"/>
                    <a:pt x="12365" y="3727"/>
                  </a:cubicBezTo>
                  <a:cubicBezTo>
                    <a:pt x="11296" y="3526"/>
                    <a:pt x="10260" y="3209"/>
                    <a:pt x="9274" y="2791"/>
                  </a:cubicBezTo>
                  <a:cubicBezTo>
                    <a:pt x="6333" y="1521"/>
                    <a:pt x="6534" y="1"/>
                    <a:pt x="6534" y="1"/>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506;p38">
              <a:extLst>
                <a:ext uri="{FF2B5EF4-FFF2-40B4-BE49-F238E27FC236}">
                  <a16:creationId xmlns:a16="http://schemas.microsoft.com/office/drawing/2014/main" id="{4905B705-5C15-70A2-9355-685FA87119DA}"/>
                </a:ext>
              </a:extLst>
            </p:cNvPr>
            <p:cNvSpPr/>
            <p:nvPr/>
          </p:nvSpPr>
          <p:spPr>
            <a:xfrm>
              <a:off x="5382971" y="4762224"/>
              <a:ext cx="500749" cy="104451"/>
            </a:xfrm>
            <a:custGeom>
              <a:avLst/>
              <a:gdLst/>
              <a:ahLst/>
              <a:cxnLst/>
              <a:rect l="l" t="t" r="r" b="b"/>
              <a:pathLst>
                <a:path w="15624" h="3259" extrusionOk="0">
                  <a:moveTo>
                    <a:pt x="9274" y="0"/>
                  </a:moveTo>
                  <a:cubicBezTo>
                    <a:pt x="8539" y="618"/>
                    <a:pt x="7754" y="1387"/>
                    <a:pt x="7319" y="2155"/>
                  </a:cubicBezTo>
                  <a:cubicBezTo>
                    <a:pt x="3627" y="1838"/>
                    <a:pt x="1505" y="936"/>
                    <a:pt x="101" y="535"/>
                  </a:cubicBezTo>
                  <a:lnTo>
                    <a:pt x="1" y="3258"/>
                  </a:lnTo>
                  <a:lnTo>
                    <a:pt x="15623" y="3258"/>
                  </a:lnTo>
                  <a:cubicBezTo>
                    <a:pt x="15623" y="3258"/>
                    <a:pt x="14871" y="1470"/>
                    <a:pt x="12365" y="936"/>
                  </a:cubicBezTo>
                  <a:cubicBezTo>
                    <a:pt x="11296" y="735"/>
                    <a:pt x="10260" y="418"/>
                    <a:pt x="9274"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507;p38">
              <a:extLst>
                <a:ext uri="{FF2B5EF4-FFF2-40B4-BE49-F238E27FC236}">
                  <a16:creationId xmlns:a16="http://schemas.microsoft.com/office/drawing/2014/main" id="{7235B7DA-B0DA-5760-50D1-69FD785A2C75}"/>
                </a:ext>
              </a:extLst>
            </p:cNvPr>
            <p:cNvSpPr/>
            <p:nvPr/>
          </p:nvSpPr>
          <p:spPr>
            <a:xfrm>
              <a:off x="5327300" y="2978418"/>
              <a:ext cx="395241" cy="1762397"/>
            </a:xfrm>
            <a:custGeom>
              <a:avLst/>
              <a:gdLst/>
              <a:ahLst/>
              <a:cxnLst/>
              <a:rect l="l" t="t" r="r" b="b"/>
              <a:pathLst>
                <a:path w="12332" h="54989" extrusionOk="0">
                  <a:moveTo>
                    <a:pt x="12331" y="1"/>
                  </a:moveTo>
                  <a:lnTo>
                    <a:pt x="0" y="870"/>
                  </a:lnTo>
                  <a:cubicBezTo>
                    <a:pt x="0" y="870"/>
                    <a:pt x="100" y="2841"/>
                    <a:pt x="234" y="5749"/>
                  </a:cubicBezTo>
                  <a:cubicBezTo>
                    <a:pt x="301" y="6918"/>
                    <a:pt x="368" y="8238"/>
                    <a:pt x="435" y="9642"/>
                  </a:cubicBezTo>
                  <a:cubicBezTo>
                    <a:pt x="802" y="17060"/>
                    <a:pt x="1270" y="26768"/>
                    <a:pt x="1354" y="28623"/>
                  </a:cubicBezTo>
                  <a:cubicBezTo>
                    <a:pt x="969" y="33552"/>
                    <a:pt x="201" y="54989"/>
                    <a:pt x="201" y="54989"/>
                  </a:cubicBezTo>
                  <a:lnTo>
                    <a:pt x="9608" y="52984"/>
                  </a:lnTo>
                  <a:cubicBezTo>
                    <a:pt x="9608" y="52984"/>
                    <a:pt x="11796" y="33101"/>
                    <a:pt x="12097" y="27236"/>
                  </a:cubicBezTo>
                  <a:cubicBezTo>
                    <a:pt x="12214" y="25181"/>
                    <a:pt x="12264" y="15941"/>
                    <a:pt x="12298" y="8790"/>
                  </a:cubicBezTo>
                  <a:cubicBezTo>
                    <a:pt x="12314" y="7720"/>
                    <a:pt x="12314" y="6701"/>
                    <a:pt x="12314" y="5749"/>
                  </a:cubicBezTo>
                  <a:cubicBezTo>
                    <a:pt x="12331" y="2390"/>
                    <a:pt x="12331" y="1"/>
                    <a:pt x="12331"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508;p38">
              <a:extLst>
                <a:ext uri="{FF2B5EF4-FFF2-40B4-BE49-F238E27FC236}">
                  <a16:creationId xmlns:a16="http://schemas.microsoft.com/office/drawing/2014/main" id="{FDCF2FD1-3CA9-C060-2256-763EB9C3A939}"/>
                </a:ext>
              </a:extLst>
            </p:cNvPr>
            <p:cNvSpPr/>
            <p:nvPr/>
          </p:nvSpPr>
          <p:spPr>
            <a:xfrm>
              <a:off x="5327300" y="2978418"/>
              <a:ext cx="395241" cy="309026"/>
            </a:xfrm>
            <a:custGeom>
              <a:avLst/>
              <a:gdLst/>
              <a:ahLst/>
              <a:cxnLst/>
              <a:rect l="l" t="t" r="r" b="b"/>
              <a:pathLst>
                <a:path w="12332" h="9642" extrusionOk="0">
                  <a:moveTo>
                    <a:pt x="12331" y="1"/>
                  </a:moveTo>
                  <a:lnTo>
                    <a:pt x="0" y="870"/>
                  </a:lnTo>
                  <a:cubicBezTo>
                    <a:pt x="0" y="870"/>
                    <a:pt x="100" y="2841"/>
                    <a:pt x="234" y="5749"/>
                  </a:cubicBezTo>
                  <a:cubicBezTo>
                    <a:pt x="301" y="6918"/>
                    <a:pt x="368" y="8238"/>
                    <a:pt x="435" y="9642"/>
                  </a:cubicBezTo>
                  <a:lnTo>
                    <a:pt x="12298" y="8790"/>
                  </a:lnTo>
                  <a:cubicBezTo>
                    <a:pt x="12314" y="7720"/>
                    <a:pt x="12314" y="6701"/>
                    <a:pt x="12314" y="5749"/>
                  </a:cubicBezTo>
                  <a:cubicBezTo>
                    <a:pt x="12331" y="2390"/>
                    <a:pt x="12331" y="1"/>
                    <a:pt x="12331"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509;p38">
              <a:extLst>
                <a:ext uri="{FF2B5EF4-FFF2-40B4-BE49-F238E27FC236}">
                  <a16:creationId xmlns:a16="http://schemas.microsoft.com/office/drawing/2014/main" id="{4203D996-2254-745D-9D9B-8236F2FFCD7D}"/>
                </a:ext>
              </a:extLst>
            </p:cNvPr>
            <p:cNvSpPr/>
            <p:nvPr/>
          </p:nvSpPr>
          <p:spPr>
            <a:xfrm>
              <a:off x="5278552" y="1926697"/>
              <a:ext cx="829005" cy="1100501"/>
            </a:xfrm>
            <a:custGeom>
              <a:avLst/>
              <a:gdLst/>
              <a:ahLst/>
              <a:cxnLst/>
              <a:rect l="l" t="t" r="r" b="b"/>
              <a:pathLst>
                <a:path w="25866" h="34337" extrusionOk="0">
                  <a:moveTo>
                    <a:pt x="8739" y="0"/>
                  </a:moveTo>
                  <a:cubicBezTo>
                    <a:pt x="8422" y="84"/>
                    <a:pt x="8088" y="134"/>
                    <a:pt x="7737" y="201"/>
                  </a:cubicBezTo>
                  <a:cubicBezTo>
                    <a:pt x="5364" y="585"/>
                    <a:pt x="2657" y="685"/>
                    <a:pt x="1220" y="3125"/>
                  </a:cubicBezTo>
                  <a:cubicBezTo>
                    <a:pt x="1" y="5197"/>
                    <a:pt x="1053" y="11262"/>
                    <a:pt x="2139" y="16391"/>
                  </a:cubicBezTo>
                  <a:cubicBezTo>
                    <a:pt x="2741" y="19249"/>
                    <a:pt x="2741" y="22223"/>
                    <a:pt x="2173" y="25097"/>
                  </a:cubicBezTo>
                  <a:cubicBezTo>
                    <a:pt x="1371" y="29090"/>
                    <a:pt x="569" y="34336"/>
                    <a:pt x="569" y="34336"/>
                  </a:cubicBezTo>
                  <a:lnTo>
                    <a:pt x="25866" y="34336"/>
                  </a:lnTo>
                  <a:cubicBezTo>
                    <a:pt x="24729" y="29123"/>
                    <a:pt x="21204" y="18848"/>
                    <a:pt x="21187" y="18764"/>
                  </a:cubicBezTo>
                  <a:cubicBezTo>
                    <a:pt x="21187" y="18764"/>
                    <a:pt x="21872" y="2674"/>
                    <a:pt x="20937" y="1554"/>
                  </a:cubicBezTo>
                  <a:cubicBezTo>
                    <a:pt x="20352" y="886"/>
                    <a:pt x="18998" y="502"/>
                    <a:pt x="18029" y="301"/>
                  </a:cubicBezTo>
                  <a:cubicBezTo>
                    <a:pt x="17411" y="184"/>
                    <a:pt x="16943" y="134"/>
                    <a:pt x="16943" y="134"/>
                  </a:cubicBezTo>
                  <a:cubicBezTo>
                    <a:pt x="16776" y="134"/>
                    <a:pt x="11363" y="0"/>
                    <a:pt x="8739" y="0"/>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510;p38">
              <a:extLst>
                <a:ext uri="{FF2B5EF4-FFF2-40B4-BE49-F238E27FC236}">
                  <a16:creationId xmlns:a16="http://schemas.microsoft.com/office/drawing/2014/main" id="{684D5DB6-86C4-1204-A601-0D5018D5CFC1}"/>
                </a:ext>
              </a:extLst>
            </p:cNvPr>
            <p:cNvSpPr/>
            <p:nvPr/>
          </p:nvSpPr>
          <p:spPr>
            <a:xfrm>
              <a:off x="5526491" y="1926697"/>
              <a:ext cx="329923" cy="234574"/>
            </a:xfrm>
            <a:custGeom>
              <a:avLst/>
              <a:gdLst/>
              <a:ahLst/>
              <a:cxnLst/>
              <a:rect l="l" t="t" r="r" b="b"/>
              <a:pathLst>
                <a:path w="10294" h="7319" extrusionOk="0">
                  <a:moveTo>
                    <a:pt x="1003" y="0"/>
                  </a:moveTo>
                  <a:cubicBezTo>
                    <a:pt x="686" y="84"/>
                    <a:pt x="352" y="134"/>
                    <a:pt x="1" y="201"/>
                  </a:cubicBezTo>
                  <a:cubicBezTo>
                    <a:pt x="1388" y="3041"/>
                    <a:pt x="5080" y="7085"/>
                    <a:pt x="7169" y="7319"/>
                  </a:cubicBezTo>
                  <a:cubicBezTo>
                    <a:pt x="8439" y="6767"/>
                    <a:pt x="9725" y="2473"/>
                    <a:pt x="10293" y="301"/>
                  </a:cubicBezTo>
                  <a:cubicBezTo>
                    <a:pt x="9675" y="184"/>
                    <a:pt x="9207" y="134"/>
                    <a:pt x="9207" y="134"/>
                  </a:cubicBezTo>
                  <a:cubicBezTo>
                    <a:pt x="9040" y="134"/>
                    <a:pt x="3627" y="0"/>
                    <a:pt x="1003"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511;p38">
              <a:extLst>
                <a:ext uri="{FF2B5EF4-FFF2-40B4-BE49-F238E27FC236}">
                  <a16:creationId xmlns:a16="http://schemas.microsoft.com/office/drawing/2014/main" id="{8E5BCF30-C6EE-A023-8FEF-69C0C4C84F2B}"/>
                </a:ext>
              </a:extLst>
            </p:cNvPr>
            <p:cNvSpPr/>
            <p:nvPr/>
          </p:nvSpPr>
          <p:spPr>
            <a:xfrm>
              <a:off x="6086180" y="1928780"/>
              <a:ext cx="49998" cy="160891"/>
            </a:xfrm>
            <a:custGeom>
              <a:avLst/>
              <a:gdLst/>
              <a:ahLst/>
              <a:cxnLst/>
              <a:rect l="l" t="t" r="r" b="b"/>
              <a:pathLst>
                <a:path w="1560" h="5020" extrusionOk="0">
                  <a:moveTo>
                    <a:pt x="716" y="1"/>
                  </a:moveTo>
                  <a:cubicBezTo>
                    <a:pt x="704" y="1"/>
                    <a:pt x="693" y="1"/>
                    <a:pt x="683" y="2"/>
                  </a:cubicBezTo>
                  <a:cubicBezTo>
                    <a:pt x="516" y="2"/>
                    <a:pt x="733" y="1189"/>
                    <a:pt x="683" y="1289"/>
                  </a:cubicBezTo>
                  <a:cubicBezTo>
                    <a:pt x="616" y="1372"/>
                    <a:pt x="132" y="2224"/>
                    <a:pt x="65" y="2542"/>
                  </a:cubicBezTo>
                  <a:cubicBezTo>
                    <a:pt x="1" y="2864"/>
                    <a:pt x="1134" y="4867"/>
                    <a:pt x="1214" y="5007"/>
                  </a:cubicBezTo>
                  <a:lnTo>
                    <a:pt x="1214" y="5007"/>
                  </a:lnTo>
                  <a:cubicBezTo>
                    <a:pt x="1214" y="4807"/>
                    <a:pt x="1560" y="2204"/>
                    <a:pt x="1418" y="1105"/>
                  </a:cubicBezTo>
                  <a:cubicBezTo>
                    <a:pt x="1308" y="146"/>
                    <a:pt x="903" y="1"/>
                    <a:pt x="716" y="1"/>
                  </a:cubicBezTo>
                  <a:close/>
                  <a:moveTo>
                    <a:pt x="1214" y="5007"/>
                  </a:moveTo>
                  <a:lnTo>
                    <a:pt x="1214" y="5007"/>
                  </a:lnTo>
                  <a:cubicBezTo>
                    <a:pt x="1214" y="5015"/>
                    <a:pt x="1214" y="5019"/>
                    <a:pt x="1215" y="5019"/>
                  </a:cubicBezTo>
                  <a:cubicBezTo>
                    <a:pt x="1216" y="5019"/>
                    <a:pt x="1217" y="5018"/>
                    <a:pt x="1218" y="5015"/>
                  </a:cubicBezTo>
                  <a:cubicBezTo>
                    <a:pt x="1218" y="5015"/>
                    <a:pt x="1216" y="5012"/>
                    <a:pt x="1214" y="5007"/>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512;p38">
              <a:extLst>
                <a:ext uri="{FF2B5EF4-FFF2-40B4-BE49-F238E27FC236}">
                  <a16:creationId xmlns:a16="http://schemas.microsoft.com/office/drawing/2014/main" id="{E2940E0D-3D23-353B-D765-1456614CE747}"/>
                </a:ext>
              </a:extLst>
            </p:cNvPr>
            <p:cNvSpPr/>
            <p:nvPr/>
          </p:nvSpPr>
          <p:spPr>
            <a:xfrm>
              <a:off x="6109128" y="1874648"/>
              <a:ext cx="64837" cy="181147"/>
            </a:xfrm>
            <a:custGeom>
              <a:avLst/>
              <a:gdLst/>
              <a:ahLst/>
              <a:cxnLst/>
              <a:rect l="l" t="t" r="r" b="b"/>
              <a:pathLst>
                <a:path w="2023" h="5652" extrusionOk="0">
                  <a:moveTo>
                    <a:pt x="1720" y="1"/>
                  </a:moveTo>
                  <a:cubicBezTo>
                    <a:pt x="1390" y="1"/>
                    <a:pt x="455" y="1769"/>
                    <a:pt x="235" y="2510"/>
                  </a:cubicBezTo>
                  <a:cubicBezTo>
                    <a:pt x="1" y="3312"/>
                    <a:pt x="485" y="5651"/>
                    <a:pt x="485" y="5651"/>
                  </a:cubicBezTo>
                  <a:lnTo>
                    <a:pt x="1321" y="4966"/>
                  </a:lnTo>
                  <a:cubicBezTo>
                    <a:pt x="1321" y="4966"/>
                    <a:pt x="1304" y="3964"/>
                    <a:pt x="1204" y="3095"/>
                  </a:cubicBezTo>
                  <a:cubicBezTo>
                    <a:pt x="1237" y="2660"/>
                    <a:pt x="1839" y="1424"/>
                    <a:pt x="1889" y="906"/>
                  </a:cubicBezTo>
                  <a:cubicBezTo>
                    <a:pt x="1939" y="388"/>
                    <a:pt x="2022" y="254"/>
                    <a:pt x="1772" y="20"/>
                  </a:cubicBezTo>
                  <a:cubicBezTo>
                    <a:pt x="1757" y="7"/>
                    <a:pt x="1739" y="1"/>
                    <a:pt x="1720"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513;p38">
              <a:extLst>
                <a:ext uri="{FF2B5EF4-FFF2-40B4-BE49-F238E27FC236}">
                  <a16:creationId xmlns:a16="http://schemas.microsoft.com/office/drawing/2014/main" id="{713C1EE2-6B62-94E7-2EF2-8463FF1B9C94}"/>
                </a:ext>
              </a:extLst>
            </p:cNvPr>
            <p:cNvSpPr/>
            <p:nvPr/>
          </p:nvSpPr>
          <p:spPr>
            <a:xfrm>
              <a:off x="6138037" y="1851187"/>
              <a:ext cx="46633" cy="158551"/>
            </a:xfrm>
            <a:custGeom>
              <a:avLst/>
              <a:gdLst/>
              <a:ahLst/>
              <a:cxnLst/>
              <a:rect l="l" t="t" r="r" b="b"/>
              <a:pathLst>
                <a:path w="1455" h="4947" extrusionOk="0">
                  <a:moveTo>
                    <a:pt x="1304" y="1"/>
                  </a:moveTo>
                  <a:lnTo>
                    <a:pt x="1" y="151"/>
                  </a:lnTo>
                  <a:lnTo>
                    <a:pt x="201" y="4946"/>
                  </a:lnTo>
                  <a:lnTo>
                    <a:pt x="1455" y="4779"/>
                  </a:lnTo>
                  <a:cubicBezTo>
                    <a:pt x="1455" y="4395"/>
                    <a:pt x="1354" y="168"/>
                    <a:pt x="1304"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514;p38">
              <a:extLst>
                <a:ext uri="{FF2B5EF4-FFF2-40B4-BE49-F238E27FC236}">
                  <a16:creationId xmlns:a16="http://schemas.microsoft.com/office/drawing/2014/main" id="{FF8EB829-81DB-BC3D-BF9A-6BA13C7015F4}"/>
                </a:ext>
              </a:extLst>
            </p:cNvPr>
            <p:cNvSpPr/>
            <p:nvPr/>
          </p:nvSpPr>
          <p:spPr>
            <a:xfrm>
              <a:off x="6086629" y="1940799"/>
              <a:ext cx="159096" cy="211370"/>
            </a:xfrm>
            <a:custGeom>
              <a:avLst/>
              <a:gdLst/>
              <a:ahLst/>
              <a:cxnLst/>
              <a:rect l="l" t="t" r="r" b="b"/>
              <a:pathLst>
                <a:path w="4964" h="6595" extrusionOk="0">
                  <a:moveTo>
                    <a:pt x="3032" y="0"/>
                  </a:moveTo>
                  <a:cubicBezTo>
                    <a:pt x="2348" y="0"/>
                    <a:pt x="1545" y="958"/>
                    <a:pt x="1271" y="1415"/>
                  </a:cubicBezTo>
                  <a:cubicBezTo>
                    <a:pt x="1104" y="1666"/>
                    <a:pt x="1020" y="1966"/>
                    <a:pt x="1020" y="2267"/>
                  </a:cubicBezTo>
                  <a:cubicBezTo>
                    <a:pt x="1037" y="3203"/>
                    <a:pt x="686" y="4105"/>
                    <a:pt x="51" y="4807"/>
                  </a:cubicBezTo>
                  <a:lnTo>
                    <a:pt x="1" y="4857"/>
                  </a:lnTo>
                  <a:lnTo>
                    <a:pt x="1204" y="6595"/>
                  </a:lnTo>
                  <a:cubicBezTo>
                    <a:pt x="1889" y="6311"/>
                    <a:pt x="2524" y="5910"/>
                    <a:pt x="3042" y="5375"/>
                  </a:cubicBezTo>
                  <a:cubicBezTo>
                    <a:pt x="3710" y="4657"/>
                    <a:pt x="4278" y="3637"/>
                    <a:pt x="4228" y="3203"/>
                  </a:cubicBezTo>
                  <a:cubicBezTo>
                    <a:pt x="4429" y="3119"/>
                    <a:pt x="4612" y="3002"/>
                    <a:pt x="4780" y="2869"/>
                  </a:cubicBezTo>
                  <a:cubicBezTo>
                    <a:pt x="4963" y="2702"/>
                    <a:pt x="4930" y="1649"/>
                    <a:pt x="4880" y="1432"/>
                  </a:cubicBezTo>
                  <a:cubicBezTo>
                    <a:pt x="4863" y="1332"/>
                    <a:pt x="4729" y="1231"/>
                    <a:pt x="4579" y="1131"/>
                  </a:cubicBezTo>
                  <a:cubicBezTo>
                    <a:pt x="4445" y="1047"/>
                    <a:pt x="4295" y="964"/>
                    <a:pt x="4145" y="897"/>
                  </a:cubicBezTo>
                  <a:cubicBezTo>
                    <a:pt x="4211" y="780"/>
                    <a:pt x="4195" y="646"/>
                    <a:pt x="4095" y="546"/>
                  </a:cubicBezTo>
                  <a:cubicBezTo>
                    <a:pt x="4095" y="546"/>
                    <a:pt x="4078" y="546"/>
                    <a:pt x="4078" y="530"/>
                  </a:cubicBezTo>
                  <a:cubicBezTo>
                    <a:pt x="3927" y="463"/>
                    <a:pt x="3777" y="429"/>
                    <a:pt x="3627" y="413"/>
                  </a:cubicBezTo>
                  <a:cubicBezTo>
                    <a:pt x="3593" y="296"/>
                    <a:pt x="3510" y="179"/>
                    <a:pt x="3409" y="112"/>
                  </a:cubicBezTo>
                  <a:cubicBezTo>
                    <a:pt x="3343" y="78"/>
                    <a:pt x="3293" y="45"/>
                    <a:pt x="3226" y="28"/>
                  </a:cubicBezTo>
                  <a:cubicBezTo>
                    <a:pt x="3163" y="9"/>
                    <a:pt x="3098" y="0"/>
                    <a:pt x="3032" y="0"/>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515;p38">
              <a:extLst>
                <a:ext uri="{FF2B5EF4-FFF2-40B4-BE49-F238E27FC236}">
                  <a16:creationId xmlns:a16="http://schemas.microsoft.com/office/drawing/2014/main" id="{ADD85EE5-F543-E12E-0419-641E446FAEC4}"/>
                </a:ext>
              </a:extLst>
            </p:cNvPr>
            <p:cNvSpPr/>
            <p:nvPr/>
          </p:nvSpPr>
          <p:spPr>
            <a:xfrm>
              <a:off x="6155729" y="1946536"/>
              <a:ext cx="47146" cy="51953"/>
            </a:xfrm>
            <a:custGeom>
              <a:avLst/>
              <a:gdLst/>
              <a:ahLst/>
              <a:cxnLst/>
              <a:rect l="l" t="t" r="r" b="b"/>
              <a:pathLst>
                <a:path w="1471" h="1621" extrusionOk="0">
                  <a:moveTo>
                    <a:pt x="1173" y="1"/>
                  </a:moveTo>
                  <a:cubicBezTo>
                    <a:pt x="1127" y="1"/>
                    <a:pt x="1080" y="11"/>
                    <a:pt x="1036" y="33"/>
                  </a:cubicBezTo>
                  <a:cubicBezTo>
                    <a:pt x="752" y="133"/>
                    <a:pt x="502" y="284"/>
                    <a:pt x="284" y="501"/>
                  </a:cubicBezTo>
                  <a:cubicBezTo>
                    <a:pt x="34" y="835"/>
                    <a:pt x="0" y="1587"/>
                    <a:pt x="0" y="1604"/>
                  </a:cubicBezTo>
                  <a:lnTo>
                    <a:pt x="0" y="1620"/>
                  </a:lnTo>
                  <a:cubicBezTo>
                    <a:pt x="17" y="1587"/>
                    <a:pt x="301" y="902"/>
                    <a:pt x="619" y="601"/>
                  </a:cubicBezTo>
                  <a:cubicBezTo>
                    <a:pt x="869" y="401"/>
                    <a:pt x="1170" y="284"/>
                    <a:pt x="1471" y="234"/>
                  </a:cubicBezTo>
                  <a:cubicBezTo>
                    <a:pt x="1434" y="85"/>
                    <a:pt x="1305" y="1"/>
                    <a:pt x="1173"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516;p38">
              <a:extLst>
                <a:ext uri="{FF2B5EF4-FFF2-40B4-BE49-F238E27FC236}">
                  <a16:creationId xmlns:a16="http://schemas.microsoft.com/office/drawing/2014/main" id="{A9E5E377-9986-CCFC-1101-FB9527774BF2}"/>
                </a:ext>
              </a:extLst>
            </p:cNvPr>
            <p:cNvSpPr/>
            <p:nvPr/>
          </p:nvSpPr>
          <p:spPr>
            <a:xfrm>
              <a:off x="6189445" y="1957753"/>
              <a:ext cx="32178" cy="37531"/>
            </a:xfrm>
            <a:custGeom>
              <a:avLst/>
              <a:gdLst/>
              <a:ahLst/>
              <a:cxnLst/>
              <a:rect l="l" t="t" r="r" b="b"/>
              <a:pathLst>
                <a:path w="1004" h="1171" extrusionOk="0">
                  <a:moveTo>
                    <a:pt x="870" y="1"/>
                  </a:moveTo>
                  <a:cubicBezTo>
                    <a:pt x="452" y="285"/>
                    <a:pt x="151" y="702"/>
                    <a:pt x="1" y="1170"/>
                  </a:cubicBezTo>
                  <a:cubicBezTo>
                    <a:pt x="268" y="853"/>
                    <a:pt x="586" y="585"/>
                    <a:pt x="937" y="368"/>
                  </a:cubicBezTo>
                  <a:cubicBezTo>
                    <a:pt x="1003" y="251"/>
                    <a:pt x="987" y="117"/>
                    <a:pt x="887" y="17"/>
                  </a:cubicBezTo>
                  <a:cubicBezTo>
                    <a:pt x="887" y="17"/>
                    <a:pt x="870" y="17"/>
                    <a:pt x="870"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517;p38">
              <a:extLst>
                <a:ext uri="{FF2B5EF4-FFF2-40B4-BE49-F238E27FC236}">
                  <a16:creationId xmlns:a16="http://schemas.microsoft.com/office/drawing/2014/main" id="{220DD620-CF00-42CE-885A-214B168A0AEA}"/>
                </a:ext>
              </a:extLst>
            </p:cNvPr>
            <p:cNvSpPr/>
            <p:nvPr/>
          </p:nvSpPr>
          <p:spPr>
            <a:xfrm>
              <a:off x="6218387" y="1977047"/>
              <a:ext cx="27339" cy="66408"/>
            </a:xfrm>
            <a:custGeom>
              <a:avLst/>
              <a:gdLst/>
              <a:ahLst/>
              <a:cxnLst/>
              <a:rect l="l" t="t" r="r" b="b"/>
              <a:pathLst>
                <a:path w="853" h="2072" extrusionOk="0">
                  <a:moveTo>
                    <a:pt x="468" y="0"/>
                  </a:moveTo>
                  <a:cubicBezTo>
                    <a:pt x="468" y="0"/>
                    <a:pt x="468" y="0"/>
                    <a:pt x="468" y="17"/>
                  </a:cubicBezTo>
                  <a:cubicBezTo>
                    <a:pt x="134" y="602"/>
                    <a:pt x="0" y="1270"/>
                    <a:pt x="100" y="1938"/>
                  </a:cubicBezTo>
                  <a:lnTo>
                    <a:pt x="117" y="2072"/>
                  </a:lnTo>
                  <a:cubicBezTo>
                    <a:pt x="318" y="1988"/>
                    <a:pt x="501" y="1871"/>
                    <a:pt x="669" y="1738"/>
                  </a:cubicBezTo>
                  <a:cubicBezTo>
                    <a:pt x="852" y="1571"/>
                    <a:pt x="819" y="518"/>
                    <a:pt x="769" y="301"/>
                  </a:cubicBezTo>
                  <a:cubicBezTo>
                    <a:pt x="752" y="201"/>
                    <a:pt x="618" y="100"/>
                    <a:pt x="468"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518;p38">
              <a:extLst>
                <a:ext uri="{FF2B5EF4-FFF2-40B4-BE49-F238E27FC236}">
                  <a16:creationId xmlns:a16="http://schemas.microsoft.com/office/drawing/2014/main" id="{8E02416D-DFE3-EB8D-873C-170EF74E97C6}"/>
                </a:ext>
              </a:extLst>
            </p:cNvPr>
            <p:cNvSpPr/>
            <p:nvPr/>
          </p:nvSpPr>
          <p:spPr>
            <a:xfrm>
              <a:off x="6138037" y="1822278"/>
              <a:ext cx="41825" cy="40223"/>
            </a:xfrm>
            <a:custGeom>
              <a:avLst/>
              <a:gdLst/>
              <a:ahLst/>
              <a:cxnLst/>
              <a:rect l="l" t="t" r="r" b="b"/>
              <a:pathLst>
                <a:path w="1305" h="1255" extrusionOk="0">
                  <a:moveTo>
                    <a:pt x="569" y="0"/>
                  </a:moveTo>
                  <a:lnTo>
                    <a:pt x="1" y="1053"/>
                  </a:lnTo>
                  <a:cubicBezTo>
                    <a:pt x="201" y="1170"/>
                    <a:pt x="419" y="1237"/>
                    <a:pt x="653" y="1253"/>
                  </a:cubicBezTo>
                  <a:cubicBezTo>
                    <a:pt x="668" y="1254"/>
                    <a:pt x="683" y="1255"/>
                    <a:pt x="697" y="1255"/>
                  </a:cubicBezTo>
                  <a:cubicBezTo>
                    <a:pt x="948" y="1255"/>
                    <a:pt x="1178" y="1123"/>
                    <a:pt x="1304" y="903"/>
                  </a:cubicBezTo>
                  <a:lnTo>
                    <a:pt x="569" y="0"/>
                  </a:lnTo>
                  <a:close/>
                </a:path>
              </a:pathLst>
            </a:custGeom>
            <a:solidFill>
              <a:srgbClr val="B5B5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519;p38">
              <a:extLst>
                <a:ext uri="{FF2B5EF4-FFF2-40B4-BE49-F238E27FC236}">
                  <a16:creationId xmlns:a16="http://schemas.microsoft.com/office/drawing/2014/main" id="{27583BBC-7694-A49F-675E-CC00C237E265}"/>
                </a:ext>
              </a:extLst>
            </p:cNvPr>
            <p:cNvSpPr/>
            <p:nvPr/>
          </p:nvSpPr>
          <p:spPr>
            <a:xfrm>
              <a:off x="6149832" y="1728019"/>
              <a:ext cx="10737" cy="104739"/>
            </a:xfrm>
            <a:custGeom>
              <a:avLst/>
              <a:gdLst/>
              <a:ahLst/>
              <a:cxnLst/>
              <a:rect l="l" t="t" r="r" b="b"/>
              <a:pathLst>
                <a:path w="335" h="3268" extrusionOk="0">
                  <a:moveTo>
                    <a:pt x="101" y="1"/>
                  </a:moveTo>
                  <a:cubicBezTo>
                    <a:pt x="17" y="686"/>
                    <a:pt x="1" y="1371"/>
                    <a:pt x="51" y="2056"/>
                  </a:cubicBezTo>
                  <a:lnTo>
                    <a:pt x="118" y="3175"/>
                  </a:lnTo>
                  <a:cubicBezTo>
                    <a:pt x="118" y="3238"/>
                    <a:pt x="165" y="3267"/>
                    <a:pt x="216" y="3267"/>
                  </a:cubicBezTo>
                  <a:cubicBezTo>
                    <a:pt x="273" y="3267"/>
                    <a:pt x="335" y="3229"/>
                    <a:pt x="335" y="3158"/>
                  </a:cubicBezTo>
                  <a:lnTo>
                    <a:pt x="101" y="1"/>
                  </a:lnTo>
                  <a:close/>
                </a:path>
              </a:pathLst>
            </a:custGeom>
            <a:solidFill>
              <a:srgbClr val="B5B5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520;p38">
              <a:extLst>
                <a:ext uri="{FF2B5EF4-FFF2-40B4-BE49-F238E27FC236}">
                  <a16:creationId xmlns:a16="http://schemas.microsoft.com/office/drawing/2014/main" id="{64A097B3-6485-0F72-8F6A-CD0BCBE9033D}"/>
                </a:ext>
              </a:extLst>
            </p:cNvPr>
            <p:cNvSpPr/>
            <p:nvPr/>
          </p:nvSpPr>
          <p:spPr>
            <a:xfrm>
              <a:off x="5542035" y="2055762"/>
              <a:ext cx="621738" cy="437515"/>
            </a:xfrm>
            <a:custGeom>
              <a:avLst/>
              <a:gdLst/>
              <a:ahLst/>
              <a:cxnLst/>
              <a:rect l="l" t="t" r="r" b="b"/>
              <a:pathLst>
                <a:path w="19399" h="13651" extrusionOk="0">
                  <a:moveTo>
                    <a:pt x="18179" y="0"/>
                  </a:moveTo>
                  <a:cubicBezTo>
                    <a:pt x="18179" y="0"/>
                    <a:pt x="8204" y="5464"/>
                    <a:pt x="5080" y="7151"/>
                  </a:cubicBezTo>
                  <a:cubicBezTo>
                    <a:pt x="1939" y="8822"/>
                    <a:pt x="0" y="12197"/>
                    <a:pt x="4228" y="13534"/>
                  </a:cubicBezTo>
                  <a:cubicBezTo>
                    <a:pt x="4477" y="13613"/>
                    <a:pt x="4743" y="13650"/>
                    <a:pt x="5025" y="13650"/>
                  </a:cubicBezTo>
                  <a:cubicBezTo>
                    <a:pt x="9938" y="13650"/>
                    <a:pt x="19399" y="2306"/>
                    <a:pt x="19399" y="2306"/>
                  </a:cubicBezTo>
                  <a:lnTo>
                    <a:pt x="18179" y="0"/>
                  </a:ln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521;p38">
              <a:extLst>
                <a:ext uri="{FF2B5EF4-FFF2-40B4-BE49-F238E27FC236}">
                  <a16:creationId xmlns:a16="http://schemas.microsoft.com/office/drawing/2014/main" id="{FA355AB9-99C1-A3C2-C9D9-100637F068C8}"/>
                </a:ext>
              </a:extLst>
            </p:cNvPr>
            <p:cNvSpPr/>
            <p:nvPr/>
          </p:nvSpPr>
          <p:spPr>
            <a:xfrm>
              <a:off x="5247496" y="1992592"/>
              <a:ext cx="491647" cy="500172"/>
            </a:xfrm>
            <a:custGeom>
              <a:avLst/>
              <a:gdLst/>
              <a:ahLst/>
              <a:cxnLst/>
              <a:rect l="l" t="t" r="r" b="b"/>
              <a:pathLst>
                <a:path w="15340" h="15606" extrusionOk="0">
                  <a:moveTo>
                    <a:pt x="3604" y="0"/>
                  </a:moveTo>
                  <a:cubicBezTo>
                    <a:pt x="3475" y="0"/>
                    <a:pt x="3365" y="22"/>
                    <a:pt x="3275" y="66"/>
                  </a:cubicBezTo>
                  <a:cubicBezTo>
                    <a:pt x="1137" y="1119"/>
                    <a:pt x="1" y="4110"/>
                    <a:pt x="1638" y="6867"/>
                  </a:cubicBezTo>
                  <a:cubicBezTo>
                    <a:pt x="3275" y="9624"/>
                    <a:pt x="7887" y="13968"/>
                    <a:pt x="10728" y="15605"/>
                  </a:cubicBezTo>
                  <a:cubicBezTo>
                    <a:pt x="12265" y="13166"/>
                    <a:pt x="15339" y="7819"/>
                    <a:pt x="15339" y="7819"/>
                  </a:cubicBezTo>
                  <a:cubicBezTo>
                    <a:pt x="15339" y="7819"/>
                    <a:pt x="6071" y="0"/>
                    <a:pt x="3604"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522;p38">
              <a:extLst>
                <a:ext uri="{FF2B5EF4-FFF2-40B4-BE49-F238E27FC236}">
                  <a16:creationId xmlns:a16="http://schemas.microsoft.com/office/drawing/2014/main" id="{47386481-25F5-79E2-2356-FD1023ADD399}"/>
                </a:ext>
              </a:extLst>
            </p:cNvPr>
            <p:cNvSpPr/>
            <p:nvPr/>
          </p:nvSpPr>
          <p:spPr>
            <a:xfrm>
              <a:off x="5431719" y="1392936"/>
              <a:ext cx="579464" cy="510653"/>
            </a:xfrm>
            <a:custGeom>
              <a:avLst/>
              <a:gdLst/>
              <a:ahLst/>
              <a:cxnLst/>
              <a:rect l="l" t="t" r="r" b="b"/>
              <a:pathLst>
                <a:path w="18080" h="15933" extrusionOk="0">
                  <a:moveTo>
                    <a:pt x="12671" y="0"/>
                  </a:moveTo>
                  <a:cubicBezTo>
                    <a:pt x="12332" y="0"/>
                    <a:pt x="11980" y="72"/>
                    <a:pt x="11630" y="230"/>
                  </a:cubicBezTo>
                  <a:cubicBezTo>
                    <a:pt x="11195" y="430"/>
                    <a:pt x="11028" y="798"/>
                    <a:pt x="10660" y="1099"/>
                  </a:cubicBezTo>
                  <a:cubicBezTo>
                    <a:pt x="10106" y="602"/>
                    <a:pt x="9391" y="337"/>
                    <a:pt x="8660" y="337"/>
                  </a:cubicBezTo>
                  <a:cubicBezTo>
                    <a:pt x="8334" y="337"/>
                    <a:pt x="8005" y="389"/>
                    <a:pt x="7686" y="497"/>
                  </a:cubicBezTo>
                  <a:cubicBezTo>
                    <a:pt x="6667" y="848"/>
                    <a:pt x="5915" y="1734"/>
                    <a:pt x="5731" y="2803"/>
                  </a:cubicBezTo>
                  <a:cubicBezTo>
                    <a:pt x="5371" y="2424"/>
                    <a:pt x="4845" y="2233"/>
                    <a:pt x="4314" y="2233"/>
                  </a:cubicBezTo>
                  <a:cubicBezTo>
                    <a:pt x="3908" y="2233"/>
                    <a:pt x="3498" y="2345"/>
                    <a:pt x="3158" y="2569"/>
                  </a:cubicBezTo>
                  <a:cubicBezTo>
                    <a:pt x="2373" y="3121"/>
                    <a:pt x="1955" y="4073"/>
                    <a:pt x="2072" y="5042"/>
                  </a:cubicBezTo>
                  <a:cubicBezTo>
                    <a:pt x="1253" y="5142"/>
                    <a:pt x="552" y="5744"/>
                    <a:pt x="351" y="6562"/>
                  </a:cubicBezTo>
                  <a:cubicBezTo>
                    <a:pt x="201" y="7398"/>
                    <a:pt x="568" y="8250"/>
                    <a:pt x="1270" y="8718"/>
                  </a:cubicBezTo>
                  <a:cubicBezTo>
                    <a:pt x="518" y="9269"/>
                    <a:pt x="0" y="10656"/>
                    <a:pt x="568" y="11525"/>
                  </a:cubicBezTo>
                  <a:cubicBezTo>
                    <a:pt x="1061" y="12287"/>
                    <a:pt x="2288" y="12608"/>
                    <a:pt x="3211" y="12608"/>
                  </a:cubicBezTo>
                  <a:cubicBezTo>
                    <a:pt x="3321" y="12608"/>
                    <a:pt x="3426" y="12603"/>
                    <a:pt x="3526" y="12594"/>
                  </a:cubicBezTo>
                  <a:lnTo>
                    <a:pt x="3526" y="12594"/>
                  </a:lnTo>
                  <a:cubicBezTo>
                    <a:pt x="3292" y="13563"/>
                    <a:pt x="4061" y="14365"/>
                    <a:pt x="4980" y="14532"/>
                  </a:cubicBezTo>
                  <a:cubicBezTo>
                    <a:pt x="5095" y="14553"/>
                    <a:pt x="5212" y="14563"/>
                    <a:pt x="5328" y="14563"/>
                  </a:cubicBezTo>
                  <a:cubicBezTo>
                    <a:pt x="5780" y="14563"/>
                    <a:pt x="6221" y="14411"/>
                    <a:pt x="6567" y="14131"/>
                  </a:cubicBezTo>
                  <a:cubicBezTo>
                    <a:pt x="6634" y="14215"/>
                    <a:pt x="6684" y="14315"/>
                    <a:pt x="6751" y="14399"/>
                  </a:cubicBezTo>
                  <a:cubicBezTo>
                    <a:pt x="7205" y="15061"/>
                    <a:pt x="7795" y="15425"/>
                    <a:pt x="8446" y="15425"/>
                  </a:cubicBezTo>
                  <a:cubicBezTo>
                    <a:pt x="8895" y="15425"/>
                    <a:pt x="9374" y="15252"/>
                    <a:pt x="9858" y="14883"/>
                  </a:cubicBezTo>
                  <a:cubicBezTo>
                    <a:pt x="10176" y="15533"/>
                    <a:pt x="10830" y="15933"/>
                    <a:pt x="11541" y="15933"/>
                  </a:cubicBezTo>
                  <a:cubicBezTo>
                    <a:pt x="11653" y="15933"/>
                    <a:pt x="11766" y="15923"/>
                    <a:pt x="11880" y="15903"/>
                  </a:cubicBezTo>
                  <a:cubicBezTo>
                    <a:pt x="12665" y="15752"/>
                    <a:pt x="13467" y="15234"/>
                    <a:pt x="13501" y="14432"/>
                  </a:cubicBezTo>
                  <a:cubicBezTo>
                    <a:pt x="13761" y="14537"/>
                    <a:pt x="14031" y="14587"/>
                    <a:pt x="14298" y="14587"/>
                  </a:cubicBezTo>
                  <a:cubicBezTo>
                    <a:pt x="15008" y="14587"/>
                    <a:pt x="15695" y="14233"/>
                    <a:pt x="16107" y="13613"/>
                  </a:cubicBezTo>
                  <a:cubicBezTo>
                    <a:pt x="16625" y="12761"/>
                    <a:pt x="16508" y="11542"/>
                    <a:pt x="15740" y="10923"/>
                  </a:cubicBezTo>
                  <a:lnTo>
                    <a:pt x="15740" y="10923"/>
                  </a:lnTo>
                  <a:cubicBezTo>
                    <a:pt x="15777" y="10925"/>
                    <a:pt x="15814" y="10926"/>
                    <a:pt x="15851" y="10926"/>
                  </a:cubicBezTo>
                  <a:cubicBezTo>
                    <a:pt x="16744" y="10926"/>
                    <a:pt x="17556" y="10353"/>
                    <a:pt x="17828" y="9486"/>
                  </a:cubicBezTo>
                  <a:cubicBezTo>
                    <a:pt x="18079" y="8601"/>
                    <a:pt x="17661" y="7364"/>
                    <a:pt x="16843" y="6947"/>
                  </a:cubicBezTo>
                  <a:cubicBezTo>
                    <a:pt x="17528" y="6278"/>
                    <a:pt x="17678" y="5209"/>
                    <a:pt x="17210" y="4374"/>
                  </a:cubicBezTo>
                  <a:cubicBezTo>
                    <a:pt x="16872" y="3749"/>
                    <a:pt x="16220" y="3378"/>
                    <a:pt x="15538" y="3378"/>
                  </a:cubicBezTo>
                  <a:cubicBezTo>
                    <a:pt x="15344" y="3378"/>
                    <a:pt x="15147" y="3408"/>
                    <a:pt x="14955" y="3471"/>
                  </a:cubicBezTo>
                  <a:cubicBezTo>
                    <a:pt x="15690" y="1736"/>
                    <a:pt x="14338" y="0"/>
                    <a:pt x="12671"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523;p38">
              <a:extLst>
                <a:ext uri="{FF2B5EF4-FFF2-40B4-BE49-F238E27FC236}">
                  <a16:creationId xmlns:a16="http://schemas.microsoft.com/office/drawing/2014/main" id="{B0E569E8-84F9-5F38-58BA-DB8117923664}"/>
                </a:ext>
              </a:extLst>
            </p:cNvPr>
            <p:cNvSpPr/>
            <p:nvPr/>
          </p:nvSpPr>
          <p:spPr>
            <a:xfrm>
              <a:off x="5550593" y="1541648"/>
              <a:ext cx="348640" cy="581611"/>
            </a:xfrm>
            <a:custGeom>
              <a:avLst/>
              <a:gdLst/>
              <a:ahLst/>
              <a:cxnLst/>
              <a:rect l="l" t="t" r="r" b="b"/>
              <a:pathLst>
                <a:path w="10878" h="18147" extrusionOk="0">
                  <a:moveTo>
                    <a:pt x="9525" y="1"/>
                  </a:moveTo>
                  <a:cubicBezTo>
                    <a:pt x="9458" y="151"/>
                    <a:pt x="9525" y="636"/>
                    <a:pt x="9240" y="1120"/>
                  </a:cubicBezTo>
                  <a:cubicBezTo>
                    <a:pt x="8856" y="1789"/>
                    <a:pt x="6367" y="1555"/>
                    <a:pt x="5498" y="1872"/>
                  </a:cubicBezTo>
                  <a:cubicBezTo>
                    <a:pt x="4462" y="2223"/>
                    <a:pt x="4211" y="2474"/>
                    <a:pt x="3426" y="3159"/>
                  </a:cubicBezTo>
                  <a:cubicBezTo>
                    <a:pt x="3178" y="2197"/>
                    <a:pt x="2753" y="1617"/>
                    <a:pt x="2127" y="1617"/>
                  </a:cubicBezTo>
                  <a:cubicBezTo>
                    <a:pt x="2035" y="1617"/>
                    <a:pt x="1939" y="1629"/>
                    <a:pt x="1839" y="1655"/>
                  </a:cubicBezTo>
                  <a:cubicBezTo>
                    <a:pt x="986" y="1856"/>
                    <a:pt x="1421" y="4312"/>
                    <a:pt x="1939" y="4579"/>
                  </a:cubicBezTo>
                  <a:cubicBezTo>
                    <a:pt x="2190" y="4705"/>
                    <a:pt x="2390" y="4738"/>
                    <a:pt x="2531" y="4738"/>
                  </a:cubicBezTo>
                  <a:cubicBezTo>
                    <a:pt x="2690" y="4738"/>
                    <a:pt x="2774" y="4696"/>
                    <a:pt x="2774" y="4696"/>
                  </a:cubicBezTo>
                  <a:lnTo>
                    <a:pt x="2774" y="4696"/>
                  </a:lnTo>
                  <a:cubicBezTo>
                    <a:pt x="2774" y="4696"/>
                    <a:pt x="3092" y="8823"/>
                    <a:pt x="2707" y="9959"/>
                  </a:cubicBezTo>
                  <a:cubicBezTo>
                    <a:pt x="2323" y="11079"/>
                    <a:pt x="1187" y="11697"/>
                    <a:pt x="1" y="12081"/>
                  </a:cubicBezTo>
                  <a:cubicBezTo>
                    <a:pt x="1037" y="14003"/>
                    <a:pt x="4512" y="17512"/>
                    <a:pt x="6083" y="18146"/>
                  </a:cubicBezTo>
                  <a:cubicBezTo>
                    <a:pt x="7235" y="17862"/>
                    <a:pt x="8455" y="12148"/>
                    <a:pt x="8455" y="12148"/>
                  </a:cubicBezTo>
                  <a:cubicBezTo>
                    <a:pt x="8455" y="12148"/>
                    <a:pt x="7369" y="11964"/>
                    <a:pt x="6985" y="11547"/>
                  </a:cubicBezTo>
                  <a:cubicBezTo>
                    <a:pt x="6417" y="10928"/>
                    <a:pt x="6567" y="10143"/>
                    <a:pt x="6601" y="9842"/>
                  </a:cubicBezTo>
                  <a:cubicBezTo>
                    <a:pt x="6617" y="9580"/>
                    <a:pt x="6505" y="7936"/>
                    <a:pt x="7210" y="7936"/>
                  </a:cubicBezTo>
                  <a:cubicBezTo>
                    <a:pt x="7224" y="7936"/>
                    <a:pt x="7238" y="7936"/>
                    <a:pt x="7252" y="7938"/>
                  </a:cubicBezTo>
                  <a:cubicBezTo>
                    <a:pt x="7352" y="7938"/>
                    <a:pt x="7453" y="7954"/>
                    <a:pt x="7553" y="7971"/>
                  </a:cubicBezTo>
                  <a:cubicBezTo>
                    <a:pt x="7932" y="8043"/>
                    <a:pt x="8282" y="8079"/>
                    <a:pt x="8591" y="8079"/>
                  </a:cubicBezTo>
                  <a:cubicBezTo>
                    <a:pt x="9140" y="8079"/>
                    <a:pt x="9563" y="7967"/>
                    <a:pt x="9809" y="7754"/>
                  </a:cubicBezTo>
                  <a:cubicBezTo>
                    <a:pt x="10059" y="7537"/>
                    <a:pt x="10043" y="6584"/>
                    <a:pt x="10193" y="5682"/>
                  </a:cubicBezTo>
                  <a:cubicBezTo>
                    <a:pt x="10310" y="4997"/>
                    <a:pt x="10845" y="4930"/>
                    <a:pt x="10861" y="4696"/>
                  </a:cubicBezTo>
                  <a:cubicBezTo>
                    <a:pt x="10878" y="4128"/>
                    <a:pt x="10043" y="4663"/>
                    <a:pt x="10143" y="2323"/>
                  </a:cubicBezTo>
                  <a:cubicBezTo>
                    <a:pt x="10109" y="1037"/>
                    <a:pt x="9875" y="385"/>
                    <a:pt x="9525" y="1"/>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524;p38">
              <a:extLst>
                <a:ext uri="{FF2B5EF4-FFF2-40B4-BE49-F238E27FC236}">
                  <a16:creationId xmlns:a16="http://schemas.microsoft.com/office/drawing/2014/main" id="{4774DEB0-C9BC-F2F7-3162-E1098143CE1A}"/>
                </a:ext>
              </a:extLst>
            </p:cNvPr>
            <p:cNvSpPr/>
            <p:nvPr/>
          </p:nvSpPr>
          <p:spPr>
            <a:xfrm>
              <a:off x="5550593" y="1668566"/>
              <a:ext cx="271015" cy="454693"/>
            </a:xfrm>
            <a:custGeom>
              <a:avLst/>
              <a:gdLst/>
              <a:ahLst/>
              <a:cxnLst/>
              <a:rect l="l" t="t" r="r" b="b"/>
              <a:pathLst>
                <a:path w="8456" h="14187" extrusionOk="0">
                  <a:moveTo>
                    <a:pt x="3292" y="1"/>
                  </a:moveTo>
                  <a:cubicBezTo>
                    <a:pt x="3175" y="619"/>
                    <a:pt x="2774" y="736"/>
                    <a:pt x="2774" y="736"/>
                  </a:cubicBezTo>
                  <a:cubicBezTo>
                    <a:pt x="2774" y="736"/>
                    <a:pt x="3092" y="4863"/>
                    <a:pt x="2707" y="5999"/>
                  </a:cubicBezTo>
                  <a:cubicBezTo>
                    <a:pt x="2323" y="7119"/>
                    <a:pt x="1187" y="7737"/>
                    <a:pt x="1" y="8121"/>
                  </a:cubicBezTo>
                  <a:cubicBezTo>
                    <a:pt x="1037" y="10043"/>
                    <a:pt x="4512" y="13552"/>
                    <a:pt x="6083" y="14186"/>
                  </a:cubicBezTo>
                  <a:cubicBezTo>
                    <a:pt x="7235" y="13902"/>
                    <a:pt x="8455" y="8188"/>
                    <a:pt x="8455" y="8188"/>
                  </a:cubicBezTo>
                  <a:cubicBezTo>
                    <a:pt x="8455" y="8188"/>
                    <a:pt x="7319" y="8054"/>
                    <a:pt x="6985" y="7587"/>
                  </a:cubicBezTo>
                  <a:cubicBezTo>
                    <a:pt x="6550" y="6985"/>
                    <a:pt x="6567" y="6183"/>
                    <a:pt x="6601" y="5882"/>
                  </a:cubicBezTo>
                  <a:cubicBezTo>
                    <a:pt x="6617" y="5620"/>
                    <a:pt x="6505" y="3976"/>
                    <a:pt x="7210" y="3976"/>
                  </a:cubicBezTo>
                  <a:cubicBezTo>
                    <a:pt x="7224" y="3976"/>
                    <a:pt x="7238" y="3976"/>
                    <a:pt x="7252" y="3978"/>
                  </a:cubicBezTo>
                  <a:cubicBezTo>
                    <a:pt x="6433" y="3827"/>
                    <a:pt x="4245" y="3226"/>
                    <a:pt x="3459" y="770"/>
                  </a:cubicBezTo>
                  <a:cubicBezTo>
                    <a:pt x="3426" y="586"/>
                    <a:pt x="3359" y="352"/>
                    <a:pt x="3292"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525;p38">
              <a:extLst>
                <a:ext uri="{FF2B5EF4-FFF2-40B4-BE49-F238E27FC236}">
                  <a16:creationId xmlns:a16="http://schemas.microsoft.com/office/drawing/2014/main" id="{352ADBC0-89FD-FFF1-99C7-FF6A6F320430}"/>
                </a:ext>
              </a:extLst>
            </p:cNvPr>
            <p:cNvSpPr/>
            <p:nvPr/>
          </p:nvSpPr>
          <p:spPr>
            <a:xfrm>
              <a:off x="5609501" y="1610684"/>
              <a:ext cx="38043" cy="61664"/>
            </a:xfrm>
            <a:custGeom>
              <a:avLst/>
              <a:gdLst/>
              <a:ahLst/>
              <a:cxnLst/>
              <a:rect l="l" t="t" r="r" b="b"/>
              <a:pathLst>
                <a:path w="1187" h="1924" extrusionOk="0">
                  <a:moveTo>
                    <a:pt x="260" y="1"/>
                  </a:moveTo>
                  <a:cubicBezTo>
                    <a:pt x="96" y="1"/>
                    <a:pt x="1" y="103"/>
                    <a:pt x="1" y="103"/>
                  </a:cubicBezTo>
                  <a:cubicBezTo>
                    <a:pt x="7" y="102"/>
                    <a:pt x="13" y="102"/>
                    <a:pt x="19" y="102"/>
                  </a:cubicBezTo>
                  <a:cubicBezTo>
                    <a:pt x="620" y="102"/>
                    <a:pt x="702" y="905"/>
                    <a:pt x="702" y="905"/>
                  </a:cubicBezTo>
                  <a:cubicBezTo>
                    <a:pt x="619" y="921"/>
                    <a:pt x="535" y="938"/>
                    <a:pt x="468" y="955"/>
                  </a:cubicBezTo>
                  <a:cubicBezTo>
                    <a:pt x="101" y="1038"/>
                    <a:pt x="134" y="1924"/>
                    <a:pt x="652" y="1924"/>
                  </a:cubicBezTo>
                  <a:cubicBezTo>
                    <a:pt x="1187" y="1924"/>
                    <a:pt x="1120" y="504"/>
                    <a:pt x="602" y="136"/>
                  </a:cubicBezTo>
                  <a:cubicBezTo>
                    <a:pt x="469" y="33"/>
                    <a:pt x="354" y="1"/>
                    <a:pt x="260"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526;p38">
              <a:extLst>
                <a:ext uri="{FF2B5EF4-FFF2-40B4-BE49-F238E27FC236}">
                  <a16:creationId xmlns:a16="http://schemas.microsoft.com/office/drawing/2014/main" id="{AF4A6490-3F7C-635B-75CC-87AEDAD3538F}"/>
                </a:ext>
              </a:extLst>
            </p:cNvPr>
            <p:cNvSpPr/>
            <p:nvPr/>
          </p:nvSpPr>
          <p:spPr>
            <a:xfrm>
              <a:off x="5825325" y="1632157"/>
              <a:ext cx="27851" cy="27339"/>
            </a:xfrm>
            <a:custGeom>
              <a:avLst/>
              <a:gdLst/>
              <a:ahLst/>
              <a:cxnLst/>
              <a:rect l="l" t="t" r="r" b="b"/>
              <a:pathLst>
                <a:path w="869" h="853" extrusionOk="0">
                  <a:moveTo>
                    <a:pt x="435" y="1"/>
                  </a:moveTo>
                  <a:cubicBezTo>
                    <a:pt x="368" y="1"/>
                    <a:pt x="301" y="17"/>
                    <a:pt x="234" y="51"/>
                  </a:cubicBezTo>
                  <a:cubicBezTo>
                    <a:pt x="201" y="68"/>
                    <a:pt x="167" y="101"/>
                    <a:pt x="134" y="118"/>
                  </a:cubicBezTo>
                  <a:cubicBezTo>
                    <a:pt x="84" y="168"/>
                    <a:pt x="50" y="235"/>
                    <a:pt x="17" y="318"/>
                  </a:cubicBezTo>
                  <a:cubicBezTo>
                    <a:pt x="17" y="352"/>
                    <a:pt x="17" y="385"/>
                    <a:pt x="0" y="418"/>
                  </a:cubicBezTo>
                  <a:cubicBezTo>
                    <a:pt x="17" y="535"/>
                    <a:pt x="50" y="636"/>
                    <a:pt x="117" y="719"/>
                  </a:cubicBezTo>
                  <a:cubicBezTo>
                    <a:pt x="201" y="803"/>
                    <a:pt x="318" y="853"/>
                    <a:pt x="418" y="853"/>
                  </a:cubicBezTo>
                  <a:cubicBezTo>
                    <a:pt x="501" y="853"/>
                    <a:pt x="568" y="836"/>
                    <a:pt x="635" y="803"/>
                  </a:cubicBezTo>
                  <a:cubicBezTo>
                    <a:pt x="668" y="786"/>
                    <a:pt x="702" y="753"/>
                    <a:pt x="735" y="736"/>
                  </a:cubicBezTo>
                  <a:cubicBezTo>
                    <a:pt x="785" y="686"/>
                    <a:pt x="819" y="619"/>
                    <a:pt x="852" y="552"/>
                  </a:cubicBezTo>
                  <a:cubicBezTo>
                    <a:pt x="852" y="502"/>
                    <a:pt x="852" y="469"/>
                    <a:pt x="852" y="435"/>
                  </a:cubicBezTo>
                  <a:cubicBezTo>
                    <a:pt x="869" y="385"/>
                    <a:pt x="852" y="335"/>
                    <a:pt x="836" y="285"/>
                  </a:cubicBezTo>
                  <a:cubicBezTo>
                    <a:pt x="769" y="118"/>
                    <a:pt x="618" y="1"/>
                    <a:pt x="435"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527;p38">
              <a:extLst>
                <a:ext uri="{FF2B5EF4-FFF2-40B4-BE49-F238E27FC236}">
                  <a16:creationId xmlns:a16="http://schemas.microsoft.com/office/drawing/2014/main" id="{29CAA44C-767F-2F9E-0DC4-F0974C7B338E}"/>
                </a:ext>
              </a:extLst>
            </p:cNvPr>
            <p:cNvSpPr/>
            <p:nvPr/>
          </p:nvSpPr>
          <p:spPr>
            <a:xfrm>
              <a:off x="5807121" y="1718372"/>
              <a:ext cx="56248" cy="26537"/>
            </a:xfrm>
            <a:custGeom>
              <a:avLst/>
              <a:gdLst/>
              <a:ahLst/>
              <a:cxnLst/>
              <a:rect l="l" t="t" r="r" b="b"/>
              <a:pathLst>
                <a:path w="1755" h="828" extrusionOk="0">
                  <a:moveTo>
                    <a:pt x="0" y="1"/>
                  </a:moveTo>
                  <a:lnTo>
                    <a:pt x="0" y="1"/>
                  </a:lnTo>
                  <a:cubicBezTo>
                    <a:pt x="50" y="419"/>
                    <a:pt x="368" y="753"/>
                    <a:pt x="785" y="820"/>
                  </a:cubicBezTo>
                  <a:cubicBezTo>
                    <a:pt x="822" y="825"/>
                    <a:pt x="858" y="827"/>
                    <a:pt x="894" y="827"/>
                  </a:cubicBezTo>
                  <a:cubicBezTo>
                    <a:pt x="1404" y="827"/>
                    <a:pt x="1754" y="302"/>
                    <a:pt x="1754" y="302"/>
                  </a:cubicBezTo>
                  <a:cubicBezTo>
                    <a:pt x="1754" y="302"/>
                    <a:pt x="1370" y="285"/>
                    <a:pt x="852" y="218"/>
                  </a:cubicBezTo>
                  <a:cubicBezTo>
                    <a:pt x="568" y="185"/>
                    <a:pt x="284" y="10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528;p38">
              <a:extLst>
                <a:ext uri="{FF2B5EF4-FFF2-40B4-BE49-F238E27FC236}">
                  <a16:creationId xmlns:a16="http://schemas.microsoft.com/office/drawing/2014/main" id="{5B0867A0-4ACD-7717-D36D-05328723478D}"/>
                </a:ext>
              </a:extLst>
            </p:cNvPr>
            <p:cNvSpPr/>
            <p:nvPr/>
          </p:nvSpPr>
          <p:spPr>
            <a:xfrm>
              <a:off x="5811928" y="1604851"/>
              <a:ext cx="43941" cy="21441"/>
            </a:xfrm>
            <a:custGeom>
              <a:avLst/>
              <a:gdLst/>
              <a:ahLst/>
              <a:cxnLst/>
              <a:rect l="l" t="t" r="r" b="b"/>
              <a:pathLst>
                <a:path w="1371" h="669" extrusionOk="0">
                  <a:moveTo>
                    <a:pt x="685" y="1"/>
                  </a:moveTo>
                  <a:cubicBezTo>
                    <a:pt x="218" y="17"/>
                    <a:pt x="0" y="669"/>
                    <a:pt x="0" y="669"/>
                  </a:cubicBezTo>
                  <a:cubicBezTo>
                    <a:pt x="218" y="535"/>
                    <a:pt x="452" y="452"/>
                    <a:pt x="685" y="385"/>
                  </a:cubicBezTo>
                  <a:cubicBezTo>
                    <a:pt x="763" y="374"/>
                    <a:pt x="841" y="368"/>
                    <a:pt x="919" y="368"/>
                  </a:cubicBezTo>
                  <a:cubicBezTo>
                    <a:pt x="1073" y="368"/>
                    <a:pt x="1226" y="390"/>
                    <a:pt x="1371" y="435"/>
                  </a:cubicBezTo>
                  <a:cubicBezTo>
                    <a:pt x="1371" y="435"/>
                    <a:pt x="1053" y="1"/>
                    <a:pt x="685"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02570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8EBC92-81D9-781E-9ED8-10CC8556E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00764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0ADD0-2280-5A6B-0965-6F91266DDD6F}"/>
            </a:ext>
          </a:extLst>
        </p:cNvPr>
        <p:cNvGrpSpPr/>
        <p:nvPr/>
      </p:nvGrpSpPr>
      <p:grpSpPr>
        <a:xfrm>
          <a:off x="0" y="0"/>
          <a:ext cx="0" cy="0"/>
          <a:chOff x="0" y="0"/>
          <a:chExt cx="0" cy="0"/>
        </a:xfrm>
      </p:grpSpPr>
      <p:grpSp>
        <p:nvGrpSpPr>
          <p:cNvPr id="2" name="Google Shape;667;p42">
            <a:extLst>
              <a:ext uri="{FF2B5EF4-FFF2-40B4-BE49-F238E27FC236}">
                <a16:creationId xmlns:a16="http://schemas.microsoft.com/office/drawing/2014/main" id="{6A2850D3-C503-CFE5-A770-3A5456E00ED8}"/>
              </a:ext>
            </a:extLst>
          </p:cNvPr>
          <p:cNvGrpSpPr/>
          <p:nvPr/>
        </p:nvGrpSpPr>
        <p:grpSpPr>
          <a:xfrm>
            <a:off x="453003" y="2738893"/>
            <a:ext cx="1671458" cy="3546280"/>
            <a:chOff x="892205" y="1877744"/>
            <a:chExt cx="2153108" cy="4568183"/>
          </a:xfrm>
        </p:grpSpPr>
        <p:sp>
          <p:nvSpPr>
            <p:cNvPr id="3" name="Google Shape;668;p42">
              <a:extLst>
                <a:ext uri="{FF2B5EF4-FFF2-40B4-BE49-F238E27FC236}">
                  <a16:creationId xmlns:a16="http://schemas.microsoft.com/office/drawing/2014/main" id="{387CA2E2-39B9-EB0C-2A50-CB15E1217A35}"/>
                </a:ext>
              </a:extLst>
            </p:cNvPr>
            <p:cNvSpPr/>
            <p:nvPr/>
          </p:nvSpPr>
          <p:spPr>
            <a:xfrm flipH="1">
              <a:off x="2341826" y="2563582"/>
              <a:ext cx="628725" cy="689748"/>
            </a:xfrm>
            <a:custGeom>
              <a:avLst/>
              <a:gdLst/>
              <a:ahLst/>
              <a:cxnLst/>
              <a:rect l="l" t="t" r="r" b="b"/>
              <a:pathLst>
                <a:path w="19617" h="21521" extrusionOk="0">
                  <a:moveTo>
                    <a:pt x="16967" y="1"/>
                  </a:moveTo>
                  <a:cubicBezTo>
                    <a:pt x="16642" y="1"/>
                    <a:pt x="16279" y="47"/>
                    <a:pt x="15874" y="147"/>
                  </a:cubicBezTo>
                  <a:cubicBezTo>
                    <a:pt x="14621" y="448"/>
                    <a:pt x="1" y="17925"/>
                    <a:pt x="134" y="19095"/>
                  </a:cubicBezTo>
                  <a:cubicBezTo>
                    <a:pt x="268" y="20214"/>
                    <a:pt x="936" y="20883"/>
                    <a:pt x="1872" y="21234"/>
                  </a:cubicBezTo>
                  <a:cubicBezTo>
                    <a:pt x="2418" y="21432"/>
                    <a:pt x="3053" y="21520"/>
                    <a:pt x="3725" y="21520"/>
                  </a:cubicBezTo>
                  <a:cubicBezTo>
                    <a:pt x="5831" y="21520"/>
                    <a:pt x="8304" y="20652"/>
                    <a:pt x="9558" y="19563"/>
                  </a:cubicBezTo>
                  <a:cubicBezTo>
                    <a:pt x="9575" y="19546"/>
                    <a:pt x="9591" y="19529"/>
                    <a:pt x="9608" y="19513"/>
                  </a:cubicBezTo>
                  <a:cubicBezTo>
                    <a:pt x="10811" y="18427"/>
                    <a:pt x="13367" y="15118"/>
                    <a:pt x="15523" y="12261"/>
                  </a:cubicBezTo>
                  <a:cubicBezTo>
                    <a:pt x="16358" y="11142"/>
                    <a:pt x="17127" y="10106"/>
                    <a:pt x="17728" y="9270"/>
                  </a:cubicBezTo>
                  <a:cubicBezTo>
                    <a:pt x="18965" y="7583"/>
                    <a:pt x="19616" y="5528"/>
                    <a:pt x="19550" y="3439"/>
                  </a:cubicBezTo>
                  <a:cubicBezTo>
                    <a:pt x="19492" y="1677"/>
                    <a:pt x="18919" y="1"/>
                    <a:pt x="16967"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669;p42">
              <a:extLst>
                <a:ext uri="{FF2B5EF4-FFF2-40B4-BE49-F238E27FC236}">
                  <a16:creationId xmlns:a16="http://schemas.microsoft.com/office/drawing/2014/main" id="{67411ECE-F0C1-0FAB-ABA3-6929ABA27F68}"/>
                </a:ext>
              </a:extLst>
            </p:cNvPr>
            <p:cNvSpPr/>
            <p:nvPr/>
          </p:nvSpPr>
          <p:spPr>
            <a:xfrm flipH="1">
              <a:off x="892205" y="3696614"/>
              <a:ext cx="327231" cy="344377"/>
            </a:xfrm>
            <a:custGeom>
              <a:avLst/>
              <a:gdLst/>
              <a:ahLst/>
              <a:cxnLst/>
              <a:rect l="l" t="t" r="r" b="b"/>
              <a:pathLst>
                <a:path w="10210" h="10745" extrusionOk="0">
                  <a:moveTo>
                    <a:pt x="3225" y="0"/>
                  </a:moveTo>
                  <a:lnTo>
                    <a:pt x="1" y="3292"/>
                  </a:lnTo>
                  <a:lnTo>
                    <a:pt x="3643" y="7319"/>
                  </a:lnTo>
                  <a:lnTo>
                    <a:pt x="3643" y="7302"/>
                  </a:lnTo>
                  <a:cubicBezTo>
                    <a:pt x="4273" y="8678"/>
                    <a:pt x="7222" y="10744"/>
                    <a:pt x="7611" y="10744"/>
                  </a:cubicBezTo>
                  <a:cubicBezTo>
                    <a:pt x="7614" y="10744"/>
                    <a:pt x="7617" y="10744"/>
                    <a:pt x="7620" y="10744"/>
                  </a:cubicBezTo>
                  <a:cubicBezTo>
                    <a:pt x="8255" y="10694"/>
                    <a:pt x="5080" y="8037"/>
                    <a:pt x="5331" y="7903"/>
                  </a:cubicBezTo>
                  <a:cubicBezTo>
                    <a:pt x="5335" y="7901"/>
                    <a:pt x="5341" y="7900"/>
                    <a:pt x="5347" y="7900"/>
                  </a:cubicBezTo>
                  <a:cubicBezTo>
                    <a:pt x="5657" y="7900"/>
                    <a:pt x="7943" y="10518"/>
                    <a:pt x="8498" y="10518"/>
                  </a:cubicBezTo>
                  <a:cubicBezTo>
                    <a:pt x="8537" y="10518"/>
                    <a:pt x="8568" y="10505"/>
                    <a:pt x="8589" y="10477"/>
                  </a:cubicBezTo>
                  <a:cubicBezTo>
                    <a:pt x="8923" y="10025"/>
                    <a:pt x="5982" y="7369"/>
                    <a:pt x="6216" y="7252"/>
                  </a:cubicBezTo>
                  <a:cubicBezTo>
                    <a:pt x="6221" y="7250"/>
                    <a:pt x="6226" y="7249"/>
                    <a:pt x="6233" y="7249"/>
                  </a:cubicBezTo>
                  <a:cubicBezTo>
                    <a:pt x="6533" y="7249"/>
                    <a:pt x="8514" y="9563"/>
                    <a:pt x="8940" y="9825"/>
                  </a:cubicBezTo>
                  <a:cubicBezTo>
                    <a:pt x="9138" y="9952"/>
                    <a:pt x="9324" y="10041"/>
                    <a:pt x="9455" y="10041"/>
                  </a:cubicBezTo>
                  <a:cubicBezTo>
                    <a:pt x="9601" y="10041"/>
                    <a:pt x="9677" y="9931"/>
                    <a:pt x="9625" y="9641"/>
                  </a:cubicBezTo>
                  <a:cubicBezTo>
                    <a:pt x="9541" y="9090"/>
                    <a:pt x="6968" y="6784"/>
                    <a:pt x="7102" y="6567"/>
                  </a:cubicBezTo>
                  <a:cubicBezTo>
                    <a:pt x="7106" y="6559"/>
                    <a:pt x="7114" y="6555"/>
                    <a:pt x="7124" y="6555"/>
                  </a:cubicBezTo>
                  <a:cubicBezTo>
                    <a:pt x="7380" y="6555"/>
                    <a:pt x="9288" y="8932"/>
                    <a:pt x="9853" y="8932"/>
                  </a:cubicBezTo>
                  <a:cubicBezTo>
                    <a:pt x="9920" y="8932"/>
                    <a:pt x="9968" y="8898"/>
                    <a:pt x="9992" y="8822"/>
                  </a:cubicBezTo>
                  <a:cubicBezTo>
                    <a:pt x="10176" y="8254"/>
                    <a:pt x="7002" y="4662"/>
                    <a:pt x="7001" y="4662"/>
                  </a:cubicBezTo>
                  <a:lnTo>
                    <a:pt x="7001" y="4662"/>
                  </a:lnTo>
                  <a:lnTo>
                    <a:pt x="7887" y="5013"/>
                  </a:lnTo>
                  <a:cubicBezTo>
                    <a:pt x="7887" y="5013"/>
                    <a:pt x="9091" y="6202"/>
                    <a:pt x="9634" y="6202"/>
                  </a:cubicBezTo>
                  <a:cubicBezTo>
                    <a:pt x="9674" y="6202"/>
                    <a:pt x="9710" y="6196"/>
                    <a:pt x="9742" y="6182"/>
                  </a:cubicBezTo>
                  <a:cubicBezTo>
                    <a:pt x="10210" y="5982"/>
                    <a:pt x="8956" y="4395"/>
                    <a:pt x="8539" y="4127"/>
                  </a:cubicBezTo>
                  <a:cubicBezTo>
                    <a:pt x="8152" y="3884"/>
                    <a:pt x="7186" y="3234"/>
                    <a:pt x="6065" y="3234"/>
                  </a:cubicBezTo>
                  <a:cubicBezTo>
                    <a:pt x="5879" y="3234"/>
                    <a:pt x="5690" y="3252"/>
                    <a:pt x="5498" y="3292"/>
                  </a:cubicBezTo>
                  <a:lnTo>
                    <a:pt x="3225" y="0"/>
                  </a:ln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70;p42">
              <a:extLst>
                <a:ext uri="{FF2B5EF4-FFF2-40B4-BE49-F238E27FC236}">
                  <a16:creationId xmlns:a16="http://schemas.microsoft.com/office/drawing/2014/main" id="{954F6D17-E2F8-192D-1F79-0D5CE6E65B23}"/>
                </a:ext>
              </a:extLst>
            </p:cNvPr>
            <p:cNvSpPr/>
            <p:nvPr/>
          </p:nvSpPr>
          <p:spPr>
            <a:xfrm flipH="1">
              <a:off x="1029827" y="2559512"/>
              <a:ext cx="866504" cy="1334177"/>
            </a:xfrm>
            <a:custGeom>
              <a:avLst/>
              <a:gdLst/>
              <a:ahLst/>
              <a:cxnLst/>
              <a:rect l="l" t="t" r="r" b="b"/>
              <a:pathLst>
                <a:path w="27036" h="41628" extrusionOk="0">
                  <a:moveTo>
                    <a:pt x="4994" y="0"/>
                  </a:moveTo>
                  <a:cubicBezTo>
                    <a:pt x="4279" y="0"/>
                    <a:pt x="3489" y="454"/>
                    <a:pt x="2507" y="1411"/>
                  </a:cubicBezTo>
                  <a:cubicBezTo>
                    <a:pt x="1" y="3833"/>
                    <a:pt x="4145" y="21177"/>
                    <a:pt x="6751" y="25354"/>
                  </a:cubicBezTo>
                  <a:cubicBezTo>
                    <a:pt x="9341" y="29514"/>
                    <a:pt x="21321" y="41628"/>
                    <a:pt x="21321" y="41628"/>
                  </a:cubicBezTo>
                  <a:lnTo>
                    <a:pt x="27035" y="35780"/>
                  </a:lnTo>
                  <a:lnTo>
                    <a:pt x="15523" y="20124"/>
                  </a:lnTo>
                  <a:cubicBezTo>
                    <a:pt x="15523" y="20124"/>
                    <a:pt x="10678" y="7342"/>
                    <a:pt x="8539" y="3633"/>
                  </a:cubicBezTo>
                  <a:cubicBezTo>
                    <a:pt x="7196" y="1293"/>
                    <a:pt x="6202" y="0"/>
                    <a:pt x="4994"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71;p42">
              <a:extLst>
                <a:ext uri="{FF2B5EF4-FFF2-40B4-BE49-F238E27FC236}">
                  <a16:creationId xmlns:a16="http://schemas.microsoft.com/office/drawing/2014/main" id="{FF50D906-E360-D82C-408A-56F823D890BF}"/>
                </a:ext>
              </a:extLst>
            </p:cNvPr>
            <p:cNvSpPr/>
            <p:nvPr/>
          </p:nvSpPr>
          <p:spPr>
            <a:xfrm>
              <a:off x="2335726" y="6166387"/>
              <a:ext cx="709587" cy="279540"/>
            </a:xfrm>
            <a:custGeom>
              <a:avLst/>
              <a:gdLst/>
              <a:ahLst/>
              <a:cxnLst/>
              <a:rect l="l" t="t" r="r" b="b"/>
              <a:pathLst>
                <a:path w="22140" h="8722" extrusionOk="0">
                  <a:moveTo>
                    <a:pt x="8338" y="0"/>
                  </a:moveTo>
                  <a:lnTo>
                    <a:pt x="0" y="635"/>
                  </a:lnTo>
                  <a:lnTo>
                    <a:pt x="619" y="4795"/>
                  </a:lnTo>
                  <a:lnTo>
                    <a:pt x="1203" y="8722"/>
                  </a:lnTo>
                  <a:lnTo>
                    <a:pt x="22139" y="8722"/>
                  </a:lnTo>
                  <a:cubicBezTo>
                    <a:pt x="20986" y="7001"/>
                    <a:pt x="19199" y="5798"/>
                    <a:pt x="17160" y="5380"/>
                  </a:cubicBezTo>
                  <a:cubicBezTo>
                    <a:pt x="15656" y="5079"/>
                    <a:pt x="14186" y="4628"/>
                    <a:pt x="12766" y="4027"/>
                  </a:cubicBezTo>
                  <a:cubicBezTo>
                    <a:pt x="8488" y="2189"/>
                    <a:pt x="8338" y="0"/>
                    <a:pt x="8338"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72;p42">
              <a:extLst>
                <a:ext uri="{FF2B5EF4-FFF2-40B4-BE49-F238E27FC236}">
                  <a16:creationId xmlns:a16="http://schemas.microsoft.com/office/drawing/2014/main" id="{3A4191A5-CCBA-DC3B-A9FC-F37C54666BE6}"/>
                </a:ext>
              </a:extLst>
            </p:cNvPr>
            <p:cNvSpPr/>
            <p:nvPr/>
          </p:nvSpPr>
          <p:spPr>
            <a:xfrm>
              <a:off x="2355532" y="6295420"/>
              <a:ext cx="689780" cy="150507"/>
            </a:xfrm>
            <a:custGeom>
              <a:avLst/>
              <a:gdLst/>
              <a:ahLst/>
              <a:cxnLst/>
              <a:rect l="l" t="t" r="r" b="b"/>
              <a:pathLst>
                <a:path w="21522" h="4696" extrusionOk="0">
                  <a:moveTo>
                    <a:pt x="12148" y="1"/>
                  </a:moveTo>
                  <a:cubicBezTo>
                    <a:pt x="11329" y="903"/>
                    <a:pt x="10494" y="2006"/>
                    <a:pt x="10093" y="3092"/>
                  </a:cubicBezTo>
                  <a:cubicBezTo>
                    <a:pt x="5063" y="2657"/>
                    <a:pt x="1989" y="1337"/>
                    <a:pt x="1" y="769"/>
                  </a:cubicBezTo>
                  <a:lnTo>
                    <a:pt x="1" y="769"/>
                  </a:lnTo>
                  <a:lnTo>
                    <a:pt x="569" y="4696"/>
                  </a:lnTo>
                  <a:lnTo>
                    <a:pt x="21521" y="4696"/>
                  </a:lnTo>
                  <a:cubicBezTo>
                    <a:pt x="20368" y="2975"/>
                    <a:pt x="18581" y="1772"/>
                    <a:pt x="16542" y="1354"/>
                  </a:cubicBezTo>
                  <a:cubicBezTo>
                    <a:pt x="15038" y="1053"/>
                    <a:pt x="13568" y="602"/>
                    <a:pt x="12148"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73;p42">
              <a:extLst>
                <a:ext uri="{FF2B5EF4-FFF2-40B4-BE49-F238E27FC236}">
                  <a16:creationId xmlns:a16="http://schemas.microsoft.com/office/drawing/2014/main" id="{EBA9E65A-02E2-9BD4-FDE1-A5E32E3E61DE}"/>
                </a:ext>
              </a:extLst>
            </p:cNvPr>
            <p:cNvSpPr/>
            <p:nvPr/>
          </p:nvSpPr>
          <p:spPr>
            <a:xfrm>
              <a:off x="2056185" y="3844397"/>
              <a:ext cx="641577" cy="2492849"/>
            </a:xfrm>
            <a:custGeom>
              <a:avLst/>
              <a:gdLst/>
              <a:ahLst/>
              <a:cxnLst/>
              <a:rect l="l" t="t" r="r" b="b"/>
              <a:pathLst>
                <a:path w="20018" h="77780" extrusionOk="0">
                  <a:moveTo>
                    <a:pt x="13635" y="1"/>
                  </a:moveTo>
                  <a:lnTo>
                    <a:pt x="1" y="151"/>
                  </a:lnTo>
                  <a:lnTo>
                    <a:pt x="452" y="5214"/>
                  </a:lnTo>
                  <a:lnTo>
                    <a:pt x="6868" y="77779"/>
                  </a:lnTo>
                  <a:lnTo>
                    <a:pt x="20017" y="73201"/>
                  </a:lnTo>
                  <a:lnTo>
                    <a:pt x="14086" y="5214"/>
                  </a:lnTo>
                  <a:lnTo>
                    <a:pt x="13635"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74;p42">
              <a:extLst>
                <a:ext uri="{FF2B5EF4-FFF2-40B4-BE49-F238E27FC236}">
                  <a16:creationId xmlns:a16="http://schemas.microsoft.com/office/drawing/2014/main" id="{4319C672-14DC-0811-CEB8-D66BCF0E2C6F}"/>
                </a:ext>
              </a:extLst>
            </p:cNvPr>
            <p:cNvSpPr/>
            <p:nvPr/>
          </p:nvSpPr>
          <p:spPr>
            <a:xfrm>
              <a:off x="2056185" y="3844397"/>
              <a:ext cx="451456" cy="167109"/>
            </a:xfrm>
            <a:custGeom>
              <a:avLst/>
              <a:gdLst/>
              <a:ahLst/>
              <a:cxnLst/>
              <a:rect l="l" t="t" r="r" b="b"/>
              <a:pathLst>
                <a:path w="14086" h="5214" extrusionOk="0">
                  <a:moveTo>
                    <a:pt x="13635" y="1"/>
                  </a:moveTo>
                  <a:lnTo>
                    <a:pt x="1" y="151"/>
                  </a:lnTo>
                  <a:lnTo>
                    <a:pt x="452" y="5214"/>
                  </a:lnTo>
                  <a:lnTo>
                    <a:pt x="14086" y="5214"/>
                  </a:lnTo>
                  <a:lnTo>
                    <a:pt x="13635" y="1"/>
                  </a:ln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75;p42">
              <a:extLst>
                <a:ext uri="{FF2B5EF4-FFF2-40B4-BE49-F238E27FC236}">
                  <a16:creationId xmlns:a16="http://schemas.microsoft.com/office/drawing/2014/main" id="{931B60A0-44F2-2B87-E8D5-06004CABAF2A}"/>
                </a:ext>
              </a:extLst>
            </p:cNvPr>
            <p:cNvSpPr/>
            <p:nvPr/>
          </p:nvSpPr>
          <p:spPr>
            <a:xfrm>
              <a:off x="1324131" y="6166387"/>
              <a:ext cx="680678" cy="279540"/>
            </a:xfrm>
            <a:custGeom>
              <a:avLst/>
              <a:gdLst/>
              <a:ahLst/>
              <a:cxnLst/>
              <a:rect l="l" t="t" r="r" b="b"/>
              <a:pathLst>
                <a:path w="21238" h="8722" extrusionOk="0">
                  <a:moveTo>
                    <a:pt x="12816" y="0"/>
                  </a:moveTo>
                  <a:cubicBezTo>
                    <a:pt x="12816" y="0"/>
                    <a:pt x="12917" y="2189"/>
                    <a:pt x="8857" y="4027"/>
                  </a:cubicBezTo>
                  <a:cubicBezTo>
                    <a:pt x="7486" y="4628"/>
                    <a:pt x="6066" y="5079"/>
                    <a:pt x="4613" y="5380"/>
                  </a:cubicBezTo>
                  <a:cubicBezTo>
                    <a:pt x="1204" y="6132"/>
                    <a:pt x="1" y="8722"/>
                    <a:pt x="1" y="8722"/>
                  </a:cubicBezTo>
                  <a:lnTo>
                    <a:pt x="20937" y="8722"/>
                  </a:lnTo>
                  <a:lnTo>
                    <a:pt x="21087" y="4795"/>
                  </a:lnTo>
                  <a:lnTo>
                    <a:pt x="21238" y="635"/>
                  </a:lnTo>
                  <a:lnTo>
                    <a:pt x="12816" y="0"/>
                  </a:ln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76;p42">
              <a:extLst>
                <a:ext uri="{FF2B5EF4-FFF2-40B4-BE49-F238E27FC236}">
                  <a16:creationId xmlns:a16="http://schemas.microsoft.com/office/drawing/2014/main" id="{0FE364EE-1DAB-F518-1978-630F47721860}"/>
                </a:ext>
              </a:extLst>
            </p:cNvPr>
            <p:cNvSpPr/>
            <p:nvPr/>
          </p:nvSpPr>
          <p:spPr>
            <a:xfrm>
              <a:off x="1324131" y="6295420"/>
              <a:ext cx="675870" cy="150507"/>
            </a:xfrm>
            <a:custGeom>
              <a:avLst/>
              <a:gdLst/>
              <a:ahLst/>
              <a:cxnLst/>
              <a:rect l="l" t="t" r="r" b="b"/>
              <a:pathLst>
                <a:path w="21088" h="4696" extrusionOk="0">
                  <a:moveTo>
                    <a:pt x="8857" y="1"/>
                  </a:moveTo>
                  <a:cubicBezTo>
                    <a:pt x="7486" y="602"/>
                    <a:pt x="6066" y="1053"/>
                    <a:pt x="4613" y="1354"/>
                  </a:cubicBezTo>
                  <a:cubicBezTo>
                    <a:pt x="1204" y="2106"/>
                    <a:pt x="1" y="4696"/>
                    <a:pt x="1" y="4696"/>
                  </a:cubicBezTo>
                  <a:lnTo>
                    <a:pt x="20937" y="4696"/>
                  </a:lnTo>
                  <a:lnTo>
                    <a:pt x="21087" y="769"/>
                  </a:lnTo>
                  <a:lnTo>
                    <a:pt x="21087" y="769"/>
                  </a:lnTo>
                  <a:cubicBezTo>
                    <a:pt x="19166" y="1337"/>
                    <a:pt x="16225" y="2657"/>
                    <a:pt x="11246" y="3092"/>
                  </a:cubicBezTo>
                  <a:cubicBezTo>
                    <a:pt x="10728" y="2006"/>
                    <a:pt x="9775" y="903"/>
                    <a:pt x="8857"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77;p42">
              <a:extLst>
                <a:ext uri="{FF2B5EF4-FFF2-40B4-BE49-F238E27FC236}">
                  <a16:creationId xmlns:a16="http://schemas.microsoft.com/office/drawing/2014/main" id="{D3233D0A-4B7F-7C40-B4F1-F6291ACE681A}"/>
                </a:ext>
              </a:extLst>
            </p:cNvPr>
            <p:cNvSpPr/>
            <p:nvPr/>
          </p:nvSpPr>
          <p:spPr>
            <a:xfrm>
              <a:off x="1587614" y="3844397"/>
              <a:ext cx="493249" cy="2492849"/>
            </a:xfrm>
            <a:custGeom>
              <a:avLst/>
              <a:gdLst/>
              <a:ahLst/>
              <a:cxnLst/>
              <a:rect l="l" t="t" r="r" b="b"/>
              <a:pathLst>
                <a:path w="15390" h="77780" extrusionOk="0">
                  <a:moveTo>
                    <a:pt x="1" y="1"/>
                  </a:moveTo>
                  <a:lnTo>
                    <a:pt x="118" y="5214"/>
                  </a:lnTo>
                  <a:lnTo>
                    <a:pt x="1738" y="73201"/>
                  </a:lnTo>
                  <a:lnTo>
                    <a:pt x="15389" y="77779"/>
                  </a:lnTo>
                  <a:lnTo>
                    <a:pt x="13768" y="5214"/>
                  </a:lnTo>
                  <a:lnTo>
                    <a:pt x="13651" y="151"/>
                  </a:lnTo>
                  <a:lnTo>
                    <a:pt x="1"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78;p42">
              <a:extLst>
                <a:ext uri="{FF2B5EF4-FFF2-40B4-BE49-F238E27FC236}">
                  <a16:creationId xmlns:a16="http://schemas.microsoft.com/office/drawing/2014/main" id="{1B23AF3E-36BE-CED7-16D6-C32A5B7BA0DB}"/>
                </a:ext>
              </a:extLst>
            </p:cNvPr>
            <p:cNvSpPr/>
            <p:nvPr/>
          </p:nvSpPr>
          <p:spPr>
            <a:xfrm>
              <a:off x="1587614" y="3844397"/>
              <a:ext cx="441296" cy="167109"/>
            </a:xfrm>
            <a:custGeom>
              <a:avLst/>
              <a:gdLst/>
              <a:ahLst/>
              <a:cxnLst/>
              <a:rect l="l" t="t" r="r" b="b"/>
              <a:pathLst>
                <a:path w="13769" h="5214" extrusionOk="0">
                  <a:moveTo>
                    <a:pt x="1" y="1"/>
                  </a:moveTo>
                  <a:lnTo>
                    <a:pt x="118" y="5214"/>
                  </a:lnTo>
                  <a:lnTo>
                    <a:pt x="13768" y="5214"/>
                  </a:lnTo>
                  <a:lnTo>
                    <a:pt x="13651" y="151"/>
                  </a:lnTo>
                  <a:lnTo>
                    <a:pt x="1" y="1"/>
                  </a:lnTo>
                  <a:close/>
                </a:path>
              </a:pathLst>
            </a:cu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79;p42">
              <a:extLst>
                <a:ext uri="{FF2B5EF4-FFF2-40B4-BE49-F238E27FC236}">
                  <a16:creationId xmlns:a16="http://schemas.microsoft.com/office/drawing/2014/main" id="{66206375-B479-FA92-5C53-5CA4238A018C}"/>
                </a:ext>
              </a:extLst>
            </p:cNvPr>
            <p:cNvSpPr/>
            <p:nvPr/>
          </p:nvSpPr>
          <p:spPr>
            <a:xfrm flipH="1">
              <a:off x="1542307" y="2497591"/>
              <a:ext cx="1020184" cy="1385938"/>
            </a:xfrm>
            <a:custGeom>
              <a:avLst/>
              <a:gdLst/>
              <a:ahLst/>
              <a:cxnLst/>
              <a:rect l="l" t="t" r="r" b="b"/>
              <a:pathLst>
                <a:path w="31831" h="43243" extrusionOk="0">
                  <a:moveTo>
                    <a:pt x="9708" y="1"/>
                  </a:moveTo>
                  <a:cubicBezTo>
                    <a:pt x="9708" y="1"/>
                    <a:pt x="9240" y="68"/>
                    <a:pt x="8522" y="201"/>
                  </a:cubicBezTo>
                  <a:cubicBezTo>
                    <a:pt x="6834" y="519"/>
                    <a:pt x="3877" y="1187"/>
                    <a:pt x="3142" y="2206"/>
                  </a:cubicBezTo>
                  <a:cubicBezTo>
                    <a:pt x="2089" y="3643"/>
                    <a:pt x="5381" y="20051"/>
                    <a:pt x="5381" y="20051"/>
                  </a:cubicBezTo>
                  <a:cubicBezTo>
                    <a:pt x="5381" y="20051"/>
                    <a:pt x="0" y="37846"/>
                    <a:pt x="736" y="43243"/>
                  </a:cubicBezTo>
                  <a:lnTo>
                    <a:pt x="31797" y="43243"/>
                  </a:lnTo>
                  <a:cubicBezTo>
                    <a:pt x="31830" y="42207"/>
                    <a:pt x="31763" y="41187"/>
                    <a:pt x="31596" y="40168"/>
                  </a:cubicBezTo>
                  <a:cubicBezTo>
                    <a:pt x="31329" y="38581"/>
                    <a:pt x="26784" y="23894"/>
                    <a:pt x="25865" y="21438"/>
                  </a:cubicBezTo>
                  <a:cubicBezTo>
                    <a:pt x="27169" y="14688"/>
                    <a:pt x="27570" y="4061"/>
                    <a:pt x="27336" y="2825"/>
                  </a:cubicBezTo>
                  <a:cubicBezTo>
                    <a:pt x="27102" y="1588"/>
                    <a:pt x="24696" y="970"/>
                    <a:pt x="23576" y="736"/>
                  </a:cubicBezTo>
                  <a:cubicBezTo>
                    <a:pt x="23025" y="619"/>
                    <a:pt x="22223" y="502"/>
                    <a:pt x="21538" y="402"/>
                  </a:cubicBezTo>
                  <a:cubicBezTo>
                    <a:pt x="20803" y="302"/>
                    <a:pt x="20201" y="235"/>
                    <a:pt x="20201" y="235"/>
                  </a:cubicBezTo>
                  <a:lnTo>
                    <a:pt x="9708" y="1"/>
                  </a:ln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80;p42">
              <a:extLst>
                <a:ext uri="{FF2B5EF4-FFF2-40B4-BE49-F238E27FC236}">
                  <a16:creationId xmlns:a16="http://schemas.microsoft.com/office/drawing/2014/main" id="{2EDBC666-BDFA-15BD-340B-CFC892BB7AC1}"/>
                </a:ext>
              </a:extLst>
            </p:cNvPr>
            <p:cNvSpPr/>
            <p:nvPr/>
          </p:nvSpPr>
          <p:spPr>
            <a:xfrm flipH="1">
              <a:off x="1714223" y="3525243"/>
              <a:ext cx="207267" cy="237875"/>
            </a:xfrm>
            <a:custGeom>
              <a:avLst/>
              <a:gdLst/>
              <a:ahLst/>
              <a:cxnLst/>
              <a:rect l="l" t="t" r="r" b="b"/>
              <a:pathLst>
                <a:path w="6467" h="7422" extrusionOk="0">
                  <a:moveTo>
                    <a:pt x="1" y="1"/>
                  </a:moveTo>
                  <a:lnTo>
                    <a:pt x="1" y="5163"/>
                  </a:lnTo>
                  <a:cubicBezTo>
                    <a:pt x="1" y="5163"/>
                    <a:pt x="134" y="6684"/>
                    <a:pt x="2156" y="7252"/>
                  </a:cubicBezTo>
                  <a:cubicBezTo>
                    <a:pt x="2560" y="7370"/>
                    <a:pt x="2959" y="7422"/>
                    <a:pt x="3340" y="7422"/>
                  </a:cubicBezTo>
                  <a:cubicBezTo>
                    <a:pt x="4853" y="7422"/>
                    <a:pt x="6090" y="6602"/>
                    <a:pt x="6250" y="5815"/>
                  </a:cubicBezTo>
                  <a:cubicBezTo>
                    <a:pt x="6467" y="4746"/>
                    <a:pt x="6333" y="251"/>
                    <a:pt x="6316" y="151"/>
                  </a:cubicBezTo>
                  <a:lnTo>
                    <a:pt x="1" y="1"/>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81;p42">
              <a:extLst>
                <a:ext uri="{FF2B5EF4-FFF2-40B4-BE49-F238E27FC236}">
                  <a16:creationId xmlns:a16="http://schemas.microsoft.com/office/drawing/2014/main" id="{42F9BAAF-BB27-CB25-EE92-0B66785F01D6}"/>
                </a:ext>
              </a:extLst>
            </p:cNvPr>
            <p:cNvSpPr/>
            <p:nvPr/>
          </p:nvSpPr>
          <p:spPr>
            <a:xfrm flipH="1">
              <a:off x="2194043" y="3525243"/>
              <a:ext cx="207267" cy="237875"/>
            </a:xfrm>
            <a:custGeom>
              <a:avLst/>
              <a:gdLst/>
              <a:ahLst/>
              <a:cxnLst/>
              <a:rect l="l" t="t" r="r" b="b"/>
              <a:pathLst>
                <a:path w="6467" h="7422" extrusionOk="0">
                  <a:moveTo>
                    <a:pt x="1" y="1"/>
                  </a:moveTo>
                  <a:lnTo>
                    <a:pt x="1" y="5163"/>
                  </a:lnTo>
                  <a:cubicBezTo>
                    <a:pt x="1" y="5163"/>
                    <a:pt x="151" y="6684"/>
                    <a:pt x="2156" y="7252"/>
                  </a:cubicBezTo>
                  <a:cubicBezTo>
                    <a:pt x="2560" y="7370"/>
                    <a:pt x="2959" y="7422"/>
                    <a:pt x="3340" y="7422"/>
                  </a:cubicBezTo>
                  <a:cubicBezTo>
                    <a:pt x="4853" y="7422"/>
                    <a:pt x="6090" y="6602"/>
                    <a:pt x="6250" y="5815"/>
                  </a:cubicBezTo>
                  <a:cubicBezTo>
                    <a:pt x="6467" y="4746"/>
                    <a:pt x="6333" y="251"/>
                    <a:pt x="6317" y="151"/>
                  </a:cubicBezTo>
                  <a:lnTo>
                    <a:pt x="1" y="1"/>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82;p42">
              <a:extLst>
                <a:ext uri="{FF2B5EF4-FFF2-40B4-BE49-F238E27FC236}">
                  <a16:creationId xmlns:a16="http://schemas.microsoft.com/office/drawing/2014/main" id="{2992B819-E1A6-CC1B-0A52-19FB683CBC4E}"/>
                </a:ext>
              </a:extLst>
            </p:cNvPr>
            <p:cNvSpPr/>
            <p:nvPr/>
          </p:nvSpPr>
          <p:spPr>
            <a:xfrm flipH="1">
              <a:off x="1872197" y="2497591"/>
              <a:ext cx="417195" cy="264060"/>
            </a:xfrm>
            <a:custGeom>
              <a:avLst/>
              <a:gdLst/>
              <a:ahLst/>
              <a:cxnLst/>
              <a:rect l="l" t="t" r="r" b="b"/>
              <a:pathLst>
                <a:path w="13017" h="8239" extrusionOk="0">
                  <a:moveTo>
                    <a:pt x="1187" y="1"/>
                  </a:moveTo>
                  <a:cubicBezTo>
                    <a:pt x="1187" y="1"/>
                    <a:pt x="719" y="68"/>
                    <a:pt x="1" y="201"/>
                  </a:cubicBezTo>
                  <a:cubicBezTo>
                    <a:pt x="268" y="2023"/>
                    <a:pt x="2975" y="7419"/>
                    <a:pt x="6534" y="8238"/>
                  </a:cubicBezTo>
                  <a:cubicBezTo>
                    <a:pt x="10477" y="6668"/>
                    <a:pt x="12716" y="3075"/>
                    <a:pt x="13017" y="402"/>
                  </a:cubicBezTo>
                  <a:cubicBezTo>
                    <a:pt x="12282" y="302"/>
                    <a:pt x="11680" y="235"/>
                    <a:pt x="11680" y="235"/>
                  </a:cubicBezTo>
                  <a:lnTo>
                    <a:pt x="1187" y="1"/>
                  </a:ln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83;p42">
              <a:extLst>
                <a:ext uri="{FF2B5EF4-FFF2-40B4-BE49-F238E27FC236}">
                  <a16:creationId xmlns:a16="http://schemas.microsoft.com/office/drawing/2014/main" id="{15CE0D07-C525-7408-565A-4D75B73F9374}"/>
                </a:ext>
              </a:extLst>
            </p:cNvPr>
            <p:cNvSpPr/>
            <p:nvPr/>
          </p:nvSpPr>
          <p:spPr>
            <a:xfrm flipH="1">
              <a:off x="1813289" y="2773927"/>
              <a:ext cx="543568" cy="655487"/>
            </a:xfrm>
            <a:custGeom>
              <a:avLst/>
              <a:gdLst/>
              <a:ahLst/>
              <a:cxnLst/>
              <a:rect l="l" t="t" r="r" b="b"/>
              <a:pathLst>
                <a:path w="16960" h="20452" extrusionOk="0">
                  <a:moveTo>
                    <a:pt x="986" y="0"/>
                  </a:moveTo>
                  <a:cubicBezTo>
                    <a:pt x="435" y="0"/>
                    <a:pt x="1" y="452"/>
                    <a:pt x="17" y="1003"/>
                  </a:cubicBezTo>
                  <a:lnTo>
                    <a:pt x="34" y="1805"/>
                  </a:lnTo>
                  <a:cubicBezTo>
                    <a:pt x="17" y="1889"/>
                    <a:pt x="17" y="1972"/>
                    <a:pt x="17" y="2056"/>
                  </a:cubicBezTo>
                  <a:lnTo>
                    <a:pt x="602" y="19516"/>
                  </a:lnTo>
                  <a:cubicBezTo>
                    <a:pt x="619" y="20051"/>
                    <a:pt x="1053" y="20452"/>
                    <a:pt x="1571" y="20452"/>
                  </a:cubicBezTo>
                  <a:lnTo>
                    <a:pt x="15489" y="20452"/>
                  </a:lnTo>
                  <a:cubicBezTo>
                    <a:pt x="16007" y="20452"/>
                    <a:pt x="16442" y="20034"/>
                    <a:pt x="16459" y="19516"/>
                  </a:cubicBezTo>
                  <a:lnTo>
                    <a:pt x="16943" y="2072"/>
                  </a:lnTo>
                  <a:cubicBezTo>
                    <a:pt x="16943" y="2005"/>
                    <a:pt x="16943" y="1922"/>
                    <a:pt x="16926" y="1855"/>
                  </a:cubicBezTo>
                  <a:lnTo>
                    <a:pt x="16943" y="1020"/>
                  </a:lnTo>
                  <a:cubicBezTo>
                    <a:pt x="16960" y="468"/>
                    <a:pt x="16525" y="17"/>
                    <a:pt x="15974" y="17"/>
                  </a:cubicBezTo>
                  <a:lnTo>
                    <a:pt x="986" y="0"/>
                  </a:lnTo>
                  <a:close/>
                </a:path>
              </a:pathLst>
            </a:cu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84;p42">
              <a:extLst>
                <a:ext uri="{FF2B5EF4-FFF2-40B4-BE49-F238E27FC236}">
                  <a16:creationId xmlns:a16="http://schemas.microsoft.com/office/drawing/2014/main" id="{057D769B-669E-DF6B-C945-B5607B693B46}"/>
                </a:ext>
              </a:extLst>
            </p:cNvPr>
            <p:cNvSpPr/>
            <p:nvPr/>
          </p:nvSpPr>
          <p:spPr>
            <a:xfrm flipH="1">
              <a:off x="1987866" y="2739665"/>
              <a:ext cx="199223" cy="99099"/>
            </a:xfrm>
            <a:custGeom>
              <a:avLst/>
              <a:gdLst/>
              <a:ahLst/>
              <a:cxnLst/>
              <a:rect l="l" t="t" r="r" b="b"/>
              <a:pathLst>
                <a:path w="6216" h="3092" extrusionOk="0">
                  <a:moveTo>
                    <a:pt x="468" y="0"/>
                  </a:moveTo>
                  <a:cubicBezTo>
                    <a:pt x="217" y="0"/>
                    <a:pt x="0" y="217"/>
                    <a:pt x="0" y="485"/>
                  </a:cubicBezTo>
                  <a:lnTo>
                    <a:pt x="0" y="2607"/>
                  </a:lnTo>
                  <a:cubicBezTo>
                    <a:pt x="0" y="2874"/>
                    <a:pt x="217" y="3091"/>
                    <a:pt x="468" y="3091"/>
                  </a:cubicBezTo>
                  <a:lnTo>
                    <a:pt x="5731" y="3091"/>
                  </a:lnTo>
                  <a:cubicBezTo>
                    <a:pt x="5999" y="3091"/>
                    <a:pt x="6216" y="2874"/>
                    <a:pt x="6216" y="2607"/>
                  </a:cubicBezTo>
                  <a:lnTo>
                    <a:pt x="6216" y="485"/>
                  </a:lnTo>
                  <a:cubicBezTo>
                    <a:pt x="6216" y="217"/>
                    <a:pt x="5999" y="0"/>
                    <a:pt x="57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85;p42">
              <a:extLst>
                <a:ext uri="{FF2B5EF4-FFF2-40B4-BE49-F238E27FC236}">
                  <a16:creationId xmlns:a16="http://schemas.microsoft.com/office/drawing/2014/main" id="{D581FF09-9D49-327D-D4A5-A090D7CBEE50}"/>
                </a:ext>
              </a:extLst>
            </p:cNvPr>
            <p:cNvSpPr/>
            <p:nvPr/>
          </p:nvSpPr>
          <p:spPr>
            <a:xfrm flipH="1">
              <a:off x="2322019" y="2899178"/>
              <a:ext cx="163904" cy="223100"/>
            </a:xfrm>
            <a:custGeom>
              <a:avLst/>
              <a:gdLst/>
              <a:ahLst/>
              <a:cxnLst/>
              <a:rect l="l" t="t" r="r" b="b"/>
              <a:pathLst>
                <a:path w="5114" h="6961" extrusionOk="0">
                  <a:moveTo>
                    <a:pt x="4226" y="0"/>
                  </a:moveTo>
                  <a:cubicBezTo>
                    <a:pt x="3968" y="0"/>
                    <a:pt x="3709" y="76"/>
                    <a:pt x="3493" y="219"/>
                  </a:cubicBezTo>
                  <a:cubicBezTo>
                    <a:pt x="3042" y="570"/>
                    <a:pt x="953" y="3077"/>
                    <a:pt x="552" y="4129"/>
                  </a:cubicBezTo>
                  <a:cubicBezTo>
                    <a:pt x="151" y="5182"/>
                    <a:pt x="1" y="6418"/>
                    <a:pt x="619" y="6719"/>
                  </a:cubicBezTo>
                  <a:cubicBezTo>
                    <a:pt x="912" y="6870"/>
                    <a:pt x="1251" y="6960"/>
                    <a:pt x="1629" y="6960"/>
                  </a:cubicBezTo>
                  <a:cubicBezTo>
                    <a:pt x="2048" y="6960"/>
                    <a:pt x="2516" y="6849"/>
                    <a:pt x="3025" y="6585"/>
                  </a:cubicBezTo>
                  <a:cubicBezTo>
                    <a:pt x="3994" y="6084"/>
                    <a:pt x="4362" y="4647"/>
                    <a:pt x="4362" y="4597"/>
                  </a:cubicBezTo>
                  <a:cubicBezTo>
                    <a:pt x="4362" y="4547"/>
                    <a:pt x="5114" y="737"/>
                    <a:pt x="5114" y="737"/>
                  </a:cubicBezTo>
                  <a:cubicBezTo>
                    <a:pt x="5114" y="737"/>
                    <a:pt x="4913" y="136"/>
                    <a:pt x="4529" y="36"/>
                  </a:cubicBezTo>
                  <a:cubicBezTo>
                    <a:pt x="4430" y="12"/>
                    <a:pt x="4328" y="0"/>
                    <a:pt x="4226"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86;p42">
              <a:extLst>
                <a:ext uri="{FF2B5EF4-FFF2-40B4-BE49-F238E27FC236}">
                  <a16:creationId xmlns:a16="http://schemas.microsoft.com/office/drawing/2014/main" id="{F431A453-F525-46F9-5470-A957510A5FCC}"/>
                </a:ext>
              </a:extLst>
            </p:cNvPr>
            <p:cNvSpPr/>
            <p:nvPr/>
          </p:nvSpPr>
          <p:spPr>
            <a:xfrm flipH="1">
              <a:off x="2241157" y="2899883"/>
              <a:ext cx="137655" cy="182909"/>
            </a:xfrm>
            <a:custGeom>
              <a:avLst/>
              <a:gdLst/>
              <a:ahLst/>
              <a:cxnLst/>
              <a:rect l="l" t="t" r="r" b="b"/>
              <a:pathLst>
                <a:path w="4295" h="5707" extrusionOk="0">
                  <a:moveTo>
                    <a:pt x="1282" y="1"/>
                  </a:moveTo>
                  <a:cubicBezTo>
                    <a:pt x="1246" y="1"/>
                    <a:pt x="1214" y="5"/>
                    <a:pt x="1187" y="14"/>
                  </a:cubicBezTo>
                  <a:cubicBezTo>
                    <a:pt x="752" y="164"/>
                    <a:pt x="585" y="749"/>
                    <a:pt x="853" y="916"/>
                  </a:cubicBezTo>
                  <a:cubicBezTo>
                    <a:pt x="602" y="1016"/>
                    <a:pt x="435" y="1250"/>
                    <a:pt x="385" y="1501"/>
                  </a:cubicBezTo>
                  <a:cubicBezTo>
                    <a:pt x="335" y="1785"/>
                    <a:pt x="719" y="2002"/>
                    <a:pt x="719" y="2002"/>
                  </a:cubicBezTo>
                  <a:cubicBezTo>
                    <a:pt x="535" y="2102"/>
                    <a:pt x="351" y="2219"/>
                    <a:pt x="184" y="2370"/>
                  </a:cubicBezTo>
                  <a:cubicBezTo>
                    <a:pt x="51" y="2520"/>
                    <a:pt x="218" y="3121"/>
                    <a:pt x="351" y="3205"/>
                  </a:cubicBezTo>
                  <a:cubicBezTo>
                    <a:pt x="168" y="3656"/>
                    <a:pt x="1" y="3873"/>
                    <a:pt x="67" y="4091"/>
                  </a:cubicBezTo>
                  <a:cubicBezTo>
                    <a:pt x="117" y="4291"/>
                    <a:pt x="1270" y="5310"/>
                    <a:pt x="1638" y="5477"/>
                  </a:cubicBezTo>
                  <a:cubicBezTo>
                    <a:pt x="1872" y="5579"/>
                    <a:pt x="2417" y="5706"/>
                    <a:pt x="2856" y="5706"/>
                  </a:cubicBezTo>
                  <a:cubicBezTo>
                    <a:pt x="3137" y="5706"/>
                    <a:pt x="3374" y="5654"/>
                    <a:pt x="3459" y="5511"/>
                  </a:cubicBezTo>
                  <a:cubicBezTo>
                    <a:pt x="3493" y="5444"/>
                    <a:pt x="3509" y="5377"/>
                    <a:pt x="3509" y="5310"/>
                  </a:cubicBezTo>
                  <a:cubicBezTo>
                    <a:pt x="3476" y="5076"/>
                    <a:pt x="3142" y="4959"/>
                    <a:pt x="2975" y="4909"/>
                  </a:cubicBezTo>
                  <a:cubicBezTo>
                    <a:pt x="2590" y="4675"/>
                    <a:pt x="2206" y="4425"/>
                    <a:pt x="1838" y="4157"/>
                  </a:cubicBezTo>
                  <a:lnTo>
                    <a:pt x="1855" y="4157"/>
                  </a:lnTo>
                  <a:cubicBezTo>
                    <a:pt x="1954" y="4207"/>
                    <a:pt x="2653" y="4611"/>
                    <a:pt x="3114" y="4611"/>
                  </a:cubicBezTo>
                  <a:cubicBezTo>
                    <a:pt x="3277" y="4611"/>
                    <a:pt x="3410" y="4560"/>
                    <a:pt x="3476" y="4425"/>
                  </a:cubicBezTo>
                  <a:cubicBezTo>
                    <a:pt x="3727" y="3873"/>
                    <a:pt x="2741" y="3322"/>
                    <a:pt x="2457" y="3155"/>
                  </a:cubicBezTo>
                  <a:cubicBezTo>
                    <a:pt x="2106" y="2904"/>
                    <a:pt x="1788" y="2637"/>
                    <a:pt x="1488" y="2370"/>
                  </a:cubicBezTo>
                  <a:cubicBezTo>
                    <a:pt x="1516" y="2370"/>
                    <a:pt x="2627" y="2917"/>
                    <a:pt x="3224" y="2917"/>
                  </a:cubicBezTo>
                  <a:cubicBezTo>
                    <a:pt x="3335" y="2917"/>
                    <a:pt x="3427" y="2898"/>
                    <a:pt x="3493" y="2854"/>
                  </a:cubicBezTo>
                  <a:cubicBezTo>
                    <a:pt x="3526" y="2837"/>
                    <a:pt x="3576" y="2787"/>
                    <a:pt x="3593" y="2737"/>
                  </a:cubicBezTo>
                  <a:cubicBezTo>
                    <a:pt x="3727" y="2453"/>
                    <a:pt x="3275" y="2002"/>
                    <a:pt x="3242" y="1985"/>
                  </a:cubicBezTo>
                  <a:cubicBezTo>
                    <a:pt x="3244" y="1985"/>
                    <a:pt x="3247" y="1984"/>
                    <a:pt x="3249" y="1984"/>
                  </a:cubicBezTo>
                  <a:cubicBezTo>
                    <a:pt x="3307" y="1984"/>
                    <a:pt x="3473" y="2110"/>
                    <a:pt x="3687" y="2110"/>
                  </a:cubicBezTo>
                  <a:cubicBezTo>
                    <a:pt x="3762" y="2110"/>
                    <a:pt x="3843" y="2094"/>
                    <a:pt x="3927" y="2052"/>
                  </a:cubicBezTo>
                  <a:cubicBezTo>
                    <a:pt x="4295" y="1902"/>
                    <a:pt x="4295" y="1400"/>
                    <a:pt x="3927" y="1233"/>
                  </a:cubicBezTo>
                  <a:cubicBezTo>
                    <a:pt x="3597" y="1061"/>
                    <a:pt x="1862" y="1"/>
                    <a:pt x="1282" y="1"/>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87;p42">
              <a:extLst>
                <a:ext uri="{FF2B5EF4-FFF2-40B4-BE49-F238E27FC236}">
                  <a16:creationId xmlns:a16="http://schemas.microsoft.com/office/drawing/2014/main" id="{6A54D924-F116-9132-3BFB-0B76624573A8}"/>
                </a:ext>
              </a:extLst>
            </p:cNvPr>
            <p:cNvSpPr/>
            <p:nvPr/>
          </p:nvSpPr>
          <p:spPr>
            <a:xfrm flipH="1">
              <a:off x="2259361" y="2931805"/>
              <a:ext cx="79837" cy="55831"/>
            </a:xfrm>
            <a:custGeom>
              <a:avLst/>
              <a:gdLst/>
              <a:ahLst/>
              <a:cxnLst/>
              <a:rect l="l" t="t" r="r" b="b"/>
              <a:pathLst>
                <a:path w="2491" h="1742" extrusionOk="0">
                  <a:moveTo>
                    <a:pt x="77" y="0"/>
                  </a:moveTo>
                  <a:cubicBezTo>
                    <a:pt x="44" y="0"/>
                    <a:pt x="18" y="7"/>
                    <a:pt x="1" y="20"/>
                  </a:cubicBezTo>
                  <a:cubicBezTo>
                    <a:pt x="385" y="271"/>
                    <a:pt x="1739" y="1106"/>
                    <a:pt x="2357" y="1741"/>
                  </a:cubicBezTo>
                  <a:cubicBezTo>
                    <a:pt x="2491" y="1457"/>
                    <a:pt x="2039" y="1006"/>
                    <a:pt x="2006" y="989"/>
                  </a:cubicBezTo>
                  <a:cubicBezTo>
                    <a:pt x="2006" y="989"/>
                    <a:pt x="487" y="0"/>
                    <a:pt x="77"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88;p42">
              <a:extLst>
                <a:ext uri="{FF2B5EF4-FFF2-40B4-BE49-F238E27FC236}">
                  <a16:creationId xmlns:a16="http://schemas.microsoft.com/office/drawing/2014/main" id="{CAFB4836-CE4A-BB54-61F6-2D97CCD6D9A7}"/>
                </a:ext>
              </a:extLst>
            </p:cNvPr>
            <p:cNvSpPr/>
            <p:nvPr/>
          </p:nvSpPr>
          <p:spPr>
            <a:xfrm flipH="1">
              <a:off x="2266316" y="3009013"/>
              <a:ext cx="91599" cy="61087"/>
            </a:xfrm>
            <a:custGeom>
              <a:avLst/>
              <a:gdLst/>
              <a:ahLst/>
              <a:cxnLst/>
              <a:rect l="l" t="t" r="r" b="b"/>
              <a:pathLst>
                <a:path w="2858" h="1906" extrusionOk="0">
                  <a:moveTo>
                    <a:pt x="0" y="1"/>
                  </a:moveTo>
                  <a:cubicBezTo>
                    <a:pt x="234" y="318"/>
                    <a:pt x="485" y="619"/>
                    <a:pt x="769" y="903"/>
                  </a:cubicBezTo>
                  <a:cubicBezTo>
                    <a:pt x="1153" y="1404"/>
                    <a:pt x="2306" y="1571"/>
                    <a:pt x="2857" y="1905"/>
                  </a:cubicBezTo>
                  <a:cubicBezTo>
                    <a:pt x="2824" y="1671"/>
                    <a:pt x="2490" y="1554"/>
                    <a:pt x="2323" y="1504"/>
                  </a:cubicBezTo>
                  <a:cubicBezTo>
                    <a:pt x="1938" y="1270"/>
                    <a:pt x="1554" y="1020"/>
                    <a:pt x="1186" y="752"/>
                  </a:cubicBezTo>
                  <a:lnTo>
                    <a:pt x="0" y="1"/>
                  </a:ln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89;p42">
              <a:extLst>
                <a:ext uri="{FF2B5EF4-FFF2-40B4-BE49-F238E27FC236}">
                  <a16:creationId xmlns:a16="http://schemas.microsoft.com/office/drawing/2014/main" id="{0D449231-50A1-7954-9F57-70A1DCC332E0}"/>
                </a:ext>
              </a:extLst>
            </p:cNvPr>
            <p:cNvSpPr/>
            <p:nvPr/>
          </p:nvSpPr>
          <p:spPr>
            <a:xfrm flipH="1">
              <a:off x="2403939" y="3005263"/>
              <a:ext cx="591258" cy="335820"/>
            </a:xfrm>
            <a:custGeom>
              <a:avLst/>
              <a:gdLst/>
              <a:ahLst/>
              <a:cxnLst/>
              <a:rect l="l" t="t" r="r" b="b"/>
              <a:pathLst>
                <a:path w="18448" h="10478" extrusionOk="0">
                  <a:moveTo>
                    <a:pt x="16309" y="1"/>
                  </a:moveTo>
                  <a:cubicBezTo>
                    <a:pt x="16309" y="1"/>
                    <a:pt x="1789" y="2891"/>
                    <a:pt x="903" y="5314"/>
                  </a:cubicBezTo>
                  <a:cubicBezTo>
                    <a:pt x="1" y="7720"/>
                    <a:pt x="1237" y="10410"/>
                    <a:pt x="4212" y="10477"/>
                  </a:cubicBezTo>
                  <a:cubicBezTo>
                    <a:pt x="4234" y="10477"/>
                    <a:pt x="4256" y="10478"/>
                    <a:pt x="4279" y="10478"/>
                  </a:cubicBezTo>
                  <a:cubicBezTo>
                    <a:pt x="7296" y="10478"/>
                    <a:pt x="15628" y="6135"/>
                    <a:pt x="18447" y="4211"/>
                  </a:cubicBezTo>
                  <a:cubicBezTo>
                    <a:pt x="18030" y="3175"/>
                    <a:pt x="16309" y="1"/>
                    <a:pt x="16309"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90;p42">
              <a:extLst>
                <a:ext uri="{FF2B5EF4-FFF2-40B4-BE49-F238E27FC236}">
                  <a16:creationId xmlns:a16="http://schemas.microsoft.com/office/drawing/2014/main" id="{E853E187-B554-1F28-4AF6-E478B6230E72}"/>
                </a:ext>
              </a:extLst>
            </p:cNvPr>
            <p:cNvSpPr/>
            <p:nvPr/>
          </p:nvSpPr>
          <p:spPr>
            <a:xfrm flipH="1">
              <a:off x="1719575" y="1877744"/>
              <a:ext cx="731541" cy="597508"/>
            </a:xfrm>
            <a:custGeom>
              <a:avLst/>
              <a:gdLst/>
              <a:ahLst/>
              <a:cxnLst/>
              <a:rect l="l" t="t" r="r" b="b"/>
              <a:pathLst>
                <a:path w="22825" h="18643" extrusionOk="0">
                  <a:moveTo>
                    <a:pt x="11143" y="1"/>
                  </a:moveTo>
                  <a:cubicBezTo>
                    <a:pt x="8329" y="1"/>
                    <a:pt x="5392" y="1109"/>
                    <a:pt x="4278" y="4821"/>
                  </a:cubicBezTo>
                  <a:cubicBezTo>
                    <a:pt x="3326" y="7979"/>
                    <a:pt x="2457" y="11221"/>
                    <a:pt x="1989" y="13209"/>
                  </a:cubicBezTo>
                  <a:cubicBezTo>
                    <a:pt x="1538" y="15214"/>
                    <a:pt x="1" y="17954"/>
                    <a:pt x="1" y="17954"/>
                  </a:cubicBezTo>
                  <a:cubicBezTo>
                    <a:pt x="1" y="17954"/>
                    <a:pt x="1705" y="18121"/>
                    <a:pt x="2390" y="18171"/>
                  </a:cubicBezTo>
                  <a:cubicBezTo>
                    <a:pt x="3159" y="17002"/>
                    <a:pt x="3810" y="15765"/>
                    <a:pt x="4328" y="14462"/>
                  </a:cubicBezTo>
                  <a:lnTo>
                    <a:pt x="4328" y="14462"/>
                  </a:lnTo>
                  <a:lnTo>
                    <a:pt x="3426" y="18238"/>
                  </a:lnTo>
                  <a:cubicBezTo>
                    <a:pt x="3426" y="18238"/>
                    <a:pt x="6290" y="18643"/>
                    <a:pt x="10754" y="18643"/>
                  </a:cubicBezTo>
                  <a:cubicBezTo>
                    <a:pt x="11002" y="18643"/>
                    <a:pt x="11255" y="18642"/>
                    <a:pt x="11513" y="18639"/>
                  </a:cubicBezTo>
                  <a:cubicBezTo>
                    <a:pt x="16425" y="18572"/>
                    <a:pt x="16709" y="18338"/>
                    <a:pt x="16709" y="18338"/>
                  </a:cubicBezTo>
                  <a:lnTo>
                    <a:pt x="16776" y="15431"/>
                  </a:lnTo>
                  <a:lnTo>
                    <a:pt x="17562" y="18338"/>
                  </a:lnTo>
                  <a:lnTo>
                    <a:pt x="19567" y="18288"/>
                  </a:lnTo>
                  <a:lnTo>
                    <a:pt x="19516" y="15832"/>
                  </a:lnTo>
                  <a:lnTo>
                    <a:pt x="20252" y="18004"/>
                  </a:lnTo>
                  <a:lnTo>
                    <a:pt x="22825" y="17954"/>
                  </a:lnTo>
                  <a:cubicBezTo>
                    <a:pt x="22825" y="17954"/>
                    <a:pt x="20937" y="12407"/>
                    <a:pt x="20419" y="10068"/>
                  </a:cubicBezTo>
                  <a:cubicBezTo>
                    <a:pt x="19901" y="7728"/>
                    <a:pt x="18999" y="3050"/>
                    <a:pt x="16993" y="1580"/>
                  </a:cubicBezTo>
                  <a:cubicBezTo>
                    <a:pt x="16057" y="879"/>
                    <a:pt x="13649" y="1"/>
                    <a:pt x="1114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91;p42">
              <a:extLst>
                <a:ext uri="{FF2B5EF4-FFF2-40B4-BE49-F238E27FC236}">
                  <a16:creationId xmlns:a16="http://schemas.microsoft.com/office/drawing/2014/main" id="{1E3DFE14-75E5-14D0-CE42-AD4E2B2F7700}"/>
                </a:ext>
              </a:extLst>
            </p:cNvPr>
            <p:cNvSpPr/>
            <p:nvPr/>
          </p:nvSpPr>
          <p:spPr>
            <a:xfrm flipH="1">
              <a:off x="2186544" y="2068602"/>
              <a:ext cx="144610" cy="145154"/>
            </a:xfrm>
            <a:custGeom>
              <a:avLst/>
              <a:gdLst/>
              <a:ahLst/>
              <a:cxnLst/>
              <a:rect l="l" t="t" r="r" b="b"/>
              <a:pathLst>
                <a:path w="4512" h="4529" extrusionOk="0">
                  <a:moveTo>
                    <a:pt x="1650" y="1"/>
                  </a:moveTo>
                  <a:cubicBezTo>
                    <a:pt x="1487" y="1"/>
                    <a:pt x="1315" y="50"/>
                    <a:pt x="1137" y="169"/>
                  </a:cubicBezTo>
                  <a:cubicBezTo>
                    <a:pt x="1" y="938"/>
                    <a:pt x="869" y="2342"/>
                    <a:pt x="1504" y="2809"/>
                  </a:cubicBezTo>
                  <a:cubicBezTo>
                    <a:pt x="2271" y="3361"/>
                    <a:pt x="2723" y="4528"/>
                    <a:pt x="3289" y="4528"/>
                  </a:cubicBezTo>
                  <a:cubicBezTo>
                    <a:pt x="3426" y="4528"/>
                    <a:pt x="3570" y="4460"/>
                    <a:pt x="3727" y="4296"/>
                  </a:cubicBezTo>
                  <a:cubicBezTo>
                    <a:pt x="4512" y="3444"/>
                    <a:pt x="3092" y="1339"/>
                    <a:pt x="3092" y="1339"/>
                  </a:cubicBezTo>
                  <a:cubicBezTo>
                    <a:pt x="3092" y="1339"/>
                    <a:pt x="2493" y="1"/>
                    <a:pt x="1650"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92;p42">
              <a:extLst>
                <a:ext uri="{FF2B5EF4-FFF2-40B4-BE49-F238E27FC236}">
                  <a16:creationId xmlns:a16="http://schemas.microsoft.com/office/drawing/2014/main" id="{9301A395-BA05-DF5D-CCED-8373D8655F08}"/>
                </a:ext>
              </a:extLst>
            </p:cNvPr>
            <p:cNvSpPr/>
            <p:nvPr/>
          </p:nvSpPr>
          <p:spPr>
            <a:xfrm flipH="1">
              <a:off x="1817039" y="2079307"/>
              <a:ext cx="145154" cy="145154"/>
            </a:xfrm>
            <a:custGeom>
              <a:avLst/>
              <a:gdLst/>
              <a:ahLst/>
              <a:cxnLst/>
              <a:rect l="l" t="t" r="r" b="b"/>
              <a:pathLst>
                <a:path w="4529" h="4529" extrusionOk="0">
                  <a:moveTo>
                    <a:pt x="2863" y="1"/>
                  </a:moveTo>
                  <a:cubicBezTo>
                    <a:pt x="2020" y="1"/>
                    <a:pt x="1421" y="1339"/>
                    <a:pt x="1421" y="1339"/>
                  </a:cubicBezTo>
                  <a:cubicBezTo>
                    <a:pt x="1421" y="1339"/>
                    <a:pt x="1" y="3444"/>
                    <a:pt x="786" y="4297"/>
                  </a:cubicBezTo>
                  <a:cubicBezTo>
                    <a:pt x="943" y="4460"/>
                    <a:pt x="1087" y="4529"/>
                    <a:pt x="1224" y="4529"/>
                  </a:cubicBezTo>
                  <a:cubicBezTo>
                    <a:pt x="1789" y="4529"/>
                    <a:pt x="2242" y="3361"/>
                    <a:pt x="3008" y="2810"/>
                  </a:cubicBezTo>
                  <a:cubicBezTo>
                    <a:pt x="3660" y="2342"/>
                    <a:pt x="4529" y="938"/>
                    <a:pt x="3376" y="170"/>
                  </a:cubicBezTo>
                  <a:cubicBezTo>
                    <a:pt x="3198" y="51"/>
                    <a:pt x="3026" y="1"/>
                    <a:pt x="2863"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93;p42">
              <a:extLst>
                <a:ext uri="{FF2B5EF4-FFF2-40B4-BE49-F238E27FC236}">
                  <a16:creationId xmlns:a16="http://schemas.microsoft.com/office/drawing/2014/main" id="{4B11F484-41E3-7A92-AE33-AF9799D6A334}"/>
                </a:ext>
              </a:extLst>
            </p:cNvPr>
            <p:cNvSpPr/>
            <p:nvPr/>
          </p:nvSpPr>
          <p:spPr>
            <a:xfrm flipH="1">
              <a:off x="1906459" y="2296253"/>
              <a:ext cx="344890" cy="417740"/>
            </a:xfrm>
            <a:custGeom>
              <a:avLst/>
              <a:gdLst/>
              <a:ahLst/>
              <a:cxnLst/>
              <a:rect l="l" t="t" r="r" b="b"/>
              <a:pathLst>
                <a:path w="10761" h="13034" extrusionOk="0">
                  <a:moveTo>
                    <a:pt x="3258" y="0"/>
                  </a:moveTo>
                  <a:lnTo>
                    <a:pt x="3258" y="0"/>
                  </a:lnTo>
                  <a:cubicBezTo>
                    <a:pt x="3292" y="67"/>
                    <a:pt x="3208" y="3643"/>
                    <a:pt x="2774" y="4629"/>
                  </a:cubicBezTo>
                  <a:cubicBezTo>
                    <a:pt x="2172" y="5965"/>
                    <a:pt x="0" y="6283"/>
                    <a:pt x="0" y="6283"/>
                  </a:cubicBezTo>
                  <a:cubicBezTo>
                    <a:pt x="0" y="6283"/>
                    <a:pt x="2256" y="12415"/>
                    <a:pt x="5531" y="13033"/>
                  </a:cubicBezTo>
                  <a:cubicBezTo>
                    <a:pt x="8221" y="11947"/>
                    <a:pt x="9992" y="8739"/>
                    <a:pt x="10760" y="6533"/>
                  </a:cubicBezTo>
                  <a:cubicBezTo>
                    <a:pt x="8722" y="6249"/>
                    <a:pt x="8171" y="5264"/>
                    <a:pt x="8070" y="4345"/>
                  </a:cubicBezTo>
                  <a:cubicBezTo>
                    <a:pt x="7987" y="3559"/>
                    <a:pt x="7753" y="101"/>
                    <a:pt x="7753" y="101"/>
                  </a:cubicBezTo>
                  <a:lnTo>
                    <a:pt x="3258" y="0"/>
                  </a:ln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94;p42">
              <a:extLst>
                <a:ext uri="{FF2B5EF4-FFF2-40B4-BE49-F238E27FC236}">
                  <a16:creationId xmlns:a16="http://schemas.microsoft.com/office/drawing/2014/main" id="{26DFDC17-CBEE-5C6D-4C6E-D55A2F3AC77E}"/>
                </a:ext>
              </a:extLst>
            </p:cNvPr>
            <p:cNvSpPr/>
            <p:nvPr/>
          </p:nvSpPr>
          <p:spPr>
            <a:xfrm flipH="1">
              <a:off x="1897357" y="1986939"/>
              <a:ext cx="344890" cy="373607"/>
            </a:xfrm>
            <a:custGeom>
              <a:avLst/>
              <a:gdLst/>
              <a:ahLst/>
              <a:cxnLst/>
              <a:rect l="l" t="t" r="r" b="b"/>
              <a:pathLst>
                <a:path w="10761" h="11657" extrusionOk="0">
                  <a:moveTo>
                    <a:pt x="7887" y="0"/>
                  </a:moveTo>
                  <a:cubicBezTo>
                    <a:pt x="7439" y="0"/>
                    <a:pt x="6989" y="131"/>
                    <a:pt x="6600" y="362"/>
                  </a:cubicBezTo>
                  <a:cubicBezTo>
                    <a:pt x="6132" y="629"/>
                    <a:pt x="5731" y="963"/>
                    <a:pt x="5280" y="1247"/>
                  </a:cubicBezTo>
                  <a:cubicBezTo>
                    <a:pt x="4171" y="1943"/>
                    <a:pt x="2895" y="2306"/>
                    <a:pt x="1605" y="2306"/>
                  </a:cubicBezTo>
                  <a:cubicBezTo>
                    <a:pt x="1069" y="2306"/>
                    <a:pt x="530" y="2243"/>
                    <a:pt x="0" y="2116"/>
                  </a:cubicBezTo>
                  <a:lnTo>
                    <a:pt x="0" y="2116"/>
                  </a:lnTo>
                  <a:cubicBezTo>
                    <a:pt x="17" y="2550"/>
                    <a:pt x="17" y="2985"/>
                    <a:pt x="34" y="3419"/>
                  </a:cubicBezTo>
                  <a:cubicBezTo>
                    <a:pt x="67" y="5374"/>
                    <a:pt x="368" y="7413"/>
                    <a:pt x="1437" y="9100"/>
                  </a:cubicBezTo>
                  <a:cubicBezTo>
                    <a:pt x="2740" y="11155"/>
                    <a:pt x="4528" y="11656"/>
                    <a:pt x="5547" y="11656"/>
                  </a:cubicBezTo>
                  <a:cubicBezTo>
                    <a:pt x="6750" y="11656"/>
                    <a:pt x="9441" y="10320"/>
                    <a:pt x="10142" y="7362"/>
                  </a:cubicBezTo>
                  <a:cubicBezTo>
                    <a:pt x="10476" y="5942"/>
                    <a:pt x="10543" y="4489"/>
                    <a:pt x="10761" y="3052"/>
                  </a:cubicBezTo>
                  <a:lnTo>
                    <a:pt x="10761" y="3052"/>
                  </a:lnTo>
                  <a:cubicBezTo>
                    <a:pt x="10682" y="3063"/>
                    <a:pt x="10606" y="3068"/>
                    <a:pt x="10532" y="3068"/>
                  </a:cubicBezTo>
                  <a:cubicBezTo>
                    <a:pt x="9819" y="3068"/>
                    <a:pt x="9307" y="2581"/>
                    <a:pt x="8822" y="2066"/>
                  </a:cubicBezTo>
                  <a:cubicBezTo>
                    <a:pt x="8555" y="1782"/>
                    <a:pt x="8354" y="1448"/>
                    <a:pt x="8238" y="1097"/>
                  </a:cubicBezTo>
                  <a:cubicBezTo>
                    <a:pt x="8221" y="1063"/>
                    <a:pt x="8187" y="896"/>
                    <a:pt x="8154" y="696"/>
                  </a:cubicBezTo>
                  <a:cubicBezTo>
                    <a:pt x="8105" y="388"/>
                    <a:pt x="8057" y="18"/>
                    <a:pt x="8100" y="10"/>
                  </a:cubicBezTo>
                  <a:lnTo>
                    <a:pt x="8100" y="10"/>
                  </a:lnTo>
                  <a:cubicBezTo>
                    <a:pt x="8101" y="10"/>
                    <a:pt x="8102" y="10"/>
                    <a:pt x="8104" y="11"/>
                  </a:cubicBezTo>
                  <a:cubicBezTo>
                    <a:pt x="8103" y="10"/>
                    <a:pt x="8102" y="10"/>
                    <a:pt x="8101" y="10"/>
                  </a:cubicBezTo>
                  <a:cubicBezTo>
                    <a:pt x="8100" y="10"/>
                    <a:pt x="8100" y="10"/>
                    <a:pt x="8100" y="10"/>
                  </a:cubicBezTo>
                  <a:lnTo>
                    <a:pt x="8100" y="10"/>
                  </a:lnTo>
                  <a:cubicBezTo>
                    <a:pt x="8029" y="4"/>
                    <a:pt x="7958" y="0"/>
                    <a:pt x="7887"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695;p42">
              <a:extLst>
                <a:ext uri="{FF2B5EF4-FFF2-40B4-BE49-F238E27FC236}">
                  <a16:creationId xmlns:a16="http://schemas.microsoft.com/office/drawing/2014/main" id="{EE93346C-9F72-8A06-30F0-EC5F9EEB74D4}"/>
                </a:ext>
              </a:extLst>
            </p:cNvPr>
            <p:cNvSpPr/>
            <p:nvPr/>
          </p:nvSpPr>
          <p:spPr>
            <a:xfrm flipH="1">
              <a:off x="2114239" y="2108825"/>
              <a:ext cx="34294" cy="34294"/>
            </a:xfrm>
            <a:custGeom>
              <a:avLst/>
              <a:gdLst/>
              <a:ahLst/>
              <a:cxnLst/>
              <a:rect l="l" t="t" r="r" b="b"/>
              <a:pathLst>
                <a:path w="1070" h="1070" extrusionOk="0">
                  <a:moveTo>
                    <a:pt x="535" y="0"/>
                  </a:moveTo>
                  <a:cubicBezTo>
                    <a:pt x="468" y="0"/>
                    <a:pt x="401" y="17"/>
                    <a:pt x="334" y="51"/>
                  </a:cubicBezTo>
                  <a:cubicBezTo>
                    <a:pt x="201" y="101"/>
                    <a:pt x="100" y="218"/>
                    <a:pt x="50" y="351"/>
                  </a:cubicBezTo>
                  <a:cubicBezTo>
                    <a:pt x="17" y="418"/>
                    <a:pt x="0" y="485"/>
                    <a:pt x="17" y="552"/>
                  </a:cubicBezTo>
                  <a:cubicBezTo>
                    <a:pt x="17" y="602"/>
                    <a:pt x="17" y="635"/>
                    <a:pt x="34" y="686"/>
                  </a:cubicBezTo>
                  <a:cubicBezTo>
                    <a:pt x="50" y="786"/>
                    <a:pt x="100" y="853"/>
                    <a:pt x="167" y="919"/>
                  </a:cubicBezTo>
                  <a:cubicBezTo>
                    <a:pt x="217" y="953"/>
                    <a:pt x="251" y="986"/>
                    <a:pt x="284" y="1003"/>
                  </a:cubicBezTo>
                  <a:cubicBezTo>
                    <a:pt x="368" y="1053"/>
                    <a:pt x="468" y="1070"/>
                    <a:pt x="552" y="1070"/>
                  </a:cubicBezTo>
                  <a:cubicBezTo>
                    <a:pt x="702" y="1070"/>
                    <a:pt x="836" y="1003"/>
                    <a:pt x="936" y="903"/>
                  </a:cubicBezTo>
                  <a:cubicBezTo>
                    <a:pt x="1019" y="802"/>
                    <a:pt x="1070" y="669"/>
                    <a:pt x="1070" y="535"/>
                  </a:cubicBezTo>
                  <a:cubicBezTo>
                    <a:pt x="1070" y="485"/>
                    <a:pt x="1070" y="435"/>
                    <a:pt x="1053" y="385"/>
                  </a:cubicBezTo>
                  <a:cubicBezTo>
                    <a:pt x="1036" y="301"/>
                    <a:pt x="986" y="218"/>
                    <a:pt x="919" y="151"/>
                  </a:cubicBezTo>
                  <a:cubicBezTo>
                    <a:pt x="869" y="117"/>
                    <a:pt x="836" y="101"/>
                    <a:pt x="802" y="67"/>
                  </a:cubicBezTo>
                  <a:cubicBezTo>
                    <a:pt x="719" y="34"/>
                    <a:pt x="618" y="0"/>
                    <a:pt x="535"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696;p42">
              <a:extLst>
                <a:ext uri="{FF2B5EF4-FFF2-40B4-BE49-F238E27FC236}">
                  <a16:creationId xmlns:a16="http://schemas.microsoft.com/office/drawing/2014/main" id="{63F04ED7-6C99-FE53-3FC2-6355304B1BBE}"/>
                </a:ext>
              </a:extLst>
            </p:cNvPr>
            <p:cNvSpPr/>
            <p:nvPr/>
          </p:nvSpPr>
          <p:spPr>
            <a:xfrm flipH="1">
              <a:off x="1995366" y="2110427"/>
              <a:ext cx="34294" cy="33909"/>
            </a:xfrm>
            <a:custGeom>
              <a:avLst/>
              <a:gdLst/>
              <a:ahLst/>
              <a:cxnLst/>
              <a:rect l="l" t="t" r="r" b="b"/>
              <a:pathLst>
                <a:path w="1070" h="1058" extrusionOk="0">
                  <a:moveTo>
                    <a:pt x="518" y="1"/>
                  </a:moveTo>
                  <a:cubicBezTo>
                    <a:pt x="452" y="1"/>
                    <a:pt x="385" y="17"/>
                    <a:pt x="335" y="34"/>
                  </a:cubicBezTo>
                  <a:cubicBezTo>
                    <a:pt x="251" y="67"/>
                    <a:pt x="201" y="101"/>
                    <a:pt x="151" y="151"/>
                  </a:cubicBezTo>
                  <a:cubicBezTo>
                    <a:pt x="101" y="201"/>
                    <a:pt x="67" y="268"/>
                    <a:pt x="34" y="335"/>
                  </a:cubicBezTo>
                  <a:cubicBezTo>
                    <a:pt x="17" y="402"/>
                    <a:pt x="1" y="468"/>
                    <a:pt x="1" y="535"/>
                  </a:cubicBezTo>
                  <a:cubicBezTo>
                    <a:pt x="17" y="585"/>
                    <a:pt x="17" y="636"/>
                    <a:pt x="17" y="669"/>
                  </a:cubicBezTo>
                  <a:cubicBezTo>
                    <a:pt x="51" y="769"/>
                    <a:pt x="101" y="853"/>
                    <a:pt x="168" y="920"/>
                  </a:cubicBezTo>
                  <a:cubicBezTo>
                    <a:pt x="201" y="936"/>
                    <a:pt x="251" y="970"/>
                    <a:pt x="285" y="1003"/>
                  </a:cubicBezTo>
                  <a:cubicBezTo>
                    <a:pt x="353" y="1030"/>
                    <a:pt x="421" y="1058"/>
                    <a:pt x="498" y="1058"/>
                  </a:cubicBezTo>
                  <a:cubicBezTo>
                    <a:pt x="516" y="1058"/>
                    <a:pt x="534" y="1056"/>
                    <a:pt x="552" y="1053"/>
                  </a:cubicBezTo>
                  <a:cubicBezTo>
                    <a:pt x="836" y="1053"/>
                    <a:pt x="1070" y="803"/>
                    <a:pt x="1070" y="519"/>
                  </a:cubicBezTo>
                  <a:cubicBezTo>
                    <a:pt x="1070" y="468"/>
                    <a:pt x="1053" y="418"/>
                    <a:pt x="1053" y="385"/>
                  </a:cubicBezTo>
                  <a:cubicBezTo>
                    <a:pt x="1020" y="285"/>
                    <a:pt x="970" y="201"/>
                    <a:pt x="903" y="134"/>
                  </a:cubicBezTo>
                  <a:lnTo>
                    <a:pt x="786" y="51"/>
                  </a:lnTo>
                  <a:cubicBezTo>
                    <a:pt x="702" y="17"/>
                    <a:pt x="619" y="1"/>
                    <a:pt x="518"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97;p42">
              <a:extLst>
                <a:ext uri="{FF2B5EF4-FFF2-40B4-BE49-F238E27FC236}">
                  <a16:creationId xmlns:a16="http://schemas.microsoft.com/office/drawing/2014/main" id="{5B958844-C050-DE81-F743-E1902CDBB52C}"/>
                </a:ext>
              </a:extLst>
            </p:cNvPr>
            <p:cNvSpPr/>
            <p:nvPr/>
          </p:nvSpPr>
          <p:spPr>
            <a:xfrm flipH="1">
              <a:off x="2009820" y="2218596"/>
              <a:ext cx="99643" cy="48812"/>
            </a:xfrm>
            <a:custGeom>
              <a:avLst/>
              <a:gdLst/>
              <a:ahLst/>
              <a:cxnLst/>
              <a:rect l="l" t="t" r="r" b="b"/>
              <a:pathLst>
                <a:path w="3109" h="1523" extrusionOk="0">
                  <a:moveTo>
                    <a:pt x="3109" y="1"/>
                  </a:moveTo>
                  <a:cubicBezTo>
                    <a:pt x="3109" y="1"/>
                    <a:pt x="2223" y="552"/>
                    <a:pt x="1321" y="552"/>
                  </a:cubicBezTo>
                  <a:cubicBezTo>
                    <a:pt x="1289" y="553"/>
                    <a:pt x="1257" y="554"/>
                    <a:pt x="1225" y="554"/>
                  </a:cubicBezTo>
                  <a:cubicBezTo>
                    <a:pt x="804" y="554"/>
                    <a:pt x="373" y="452"/>
                    <a:pt x="1" y="235"/>
                  </a:cubicBezTo>
                  <a:lnTo>
                    <a:pt x="1" y="235"/>
                  </a:lnTo>
                  <a:cubicBezTo>
                    <a:pt x="82" y="981"/>
                    <a:pt x="715" y="1523"/>
                    <a:pt x="1455" y="1523"/>
                  </a:cubicBezTo>
                  <a:cubicBezTo>
                    <a:pt x="1477" y="1523"/>
                    <a:pt x="1499" y="1522"/>
                    <a:pt x="1521" y="1521"/>
                  </a:cubicBezTo>
                  <a:cubicBezTo>
                    <a:pt x="2908" y="1521"/>
                    <a:pt x="3109" y="1"/>
                    <a:pt x="31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698;p42">
              <a:extLst>
                <a:ext uri="{FF2B5EF4-FFF2-40B4-BE49-F238E27FC236}">
                  <a16:creationId xmlns:a16="http://schemas.microsoft.com/office/drawing/2014/main" id="{12FDDABD-DF56-2B68-EE16-F7C687EDF4D4}"/>
                </a:ext>
              </a:extLst>
            </p:cNvPr>
            <p:cNvSpPr/>
            <p:nvPr/>
          </p:nvSpPr>
          <p:spPr>
            <a:xfrm flipH="1">
              <a:off x="2061773" y="2073153"/>
              <a:ext cx="38043" cy="127847"/>
            </a:xfrm>
            <a:custGeom>
              <a:avLst/>
              <a:gdLst/>
              <a:ahLst/>
              <a:cxnLst/>
              <a:rect l="l" t="t" r="r" b="b"/>
              <a:pathLst>
                <a:path w="1187" h="3989" extrusionOk="0">
                  <a:moveTo>
                    <a:pt x="675" y="0"/>
                  </a:moveTo>
                  <a:cubicBezTo>
                    <a:pt x="642" y="0"/>
                    <a:pt x="602" y="36"/>
                    <a:pt x="602" y="78"/>
                  </a:cubicBezTo>
                  <a:cubicBezTo>
                    <a:pt x="602" y="562"/>
                    <a:pt x="719" y="1047"/>
                    <a:pt x="702" y="1548"/>
                  </a:cubicBezTo>
                  <a:cubicBezTo>
                    <a:pt x="702" y="1966"/>
                    <a:pt x="619" y="2383"/>
                    <a:pt x="435" y="2751"/>
                  </a:cubicBezTo>
                  <a:cubicBezTo>
                    <a:pt x="301" y="3035"/>
                    <a:pt x="1" y="3302"/>
                    <a:pt x="134" y="3620"/>
                  </a:cubicBezTo>
                  <a:cubicBezTo>
                    <a:pt x="264" y="3905"/>
                    <a:pt x="564" y="3989"/>
                    <a:pt x="849" y="3989"/>
                  </a:cubicBezTo>
                  <a:cubicBezTo>
                    <a:pt x="931" y="3989"/>
                    <a:pt x="1012" y="3982"/>
                    <a:pt x="1087" y="3971"/>
                  </a:cubicBezTo>
                  <a:cubicBezTo>
                    <a:pt x="1187" y="3937"/>
                    <a:pt x="1170" y="3804"/>
                    <a:pt x="1070" y="3787"/>
                  </a:cubicBezTo>
                  <a:cubicBezTo>
                    <a:pt x="1034" y="3787"/>
                    <a:pt x="996" y="3787"/>
                    <a:pt x="958" y="3787"/>
                  </a:cubicBezTo>
                  <a:cubicBezTo>
                    <a:pt x="767" y="3787"/>
                    <a:pt x="558" y="3776"/>
                    <a:pt x="418" y="3636"/>
                  </a:cubicBezTo>
                  <a:cubicBezTo>
                    <a:pt x="268" y="3469"/>
                    <a:pt x="352" y="3319"/>
                    <a:pt x="452" y="3152"/>
                  </a:cubicBezTo>
                  <a:cubicBezTo>
                    <a:pt x="636" y="2868"/>
                    <a:pt x="769" y="2567"/>
                    <a:pt x="836" y="2250"/>
                  </a:cubicBezTo>
                  <a:cubicBezTo>
                    <a:pt x="903" y="1915"/>
                    <a:pt x="936" y="1565"/>
                    <a:pt x="903" y="1230"/>
                  </a:cubicBezTo>
                  <a:cubicBezTo>
                    <a:pt x="903" y="829"/>
                    <a:pt x="836" y="428"/>
                    <a:pt x="719" y="44"/>
                  </a:cubicBezTo>
                  <a:cubicBezTo>
                    <a:pt x="713" y="13"/>
                    <a:pt x="695" y="0"/>
                    <a:pt x="675"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699;p42">
              <a:extLst>
                <a:ext uri="{FF2B5EF4-FFF2-40B4-BE49-F238E27FC236}">
                  <a16:creationId xmlns:a16="http://schemas.microsoft.com/office/drawing/2014/main" id="{7BAEFD28-734E-CD74-E19D-716B23E3C264}"/>
                </a:ext>
              </a:extLst>
            </p:cNvPr>
            <p:cNvSpPr/>
            <p:nvPr/>
          </p:nvSpPr>
          <p:spPr>
            <a:xfrm flipH="1">
              <a:off x="1886940" y="2059532"/>
              <a:ext cx="364729" cy="131277"/>
            </a:xfrm>
            <a:custGeom>
              <a:avLst/>
              <a:gdLst/>
              <a:ahLst/>
              <a:cxnLst/>
              <a:rect l="l" t="t" r="r" b="b"/>
              <a:pathLst>
                <a:path w="11380" h="4096" extrusionOk="0">
                  <a:moveTo>
                    <a:pt x="3506" y="552"/>
                  </a:moveTo>
                  <a:cubicBezTo>
                    <a:pt x="3516" y="552"/>
                    <a:pt x="3526" y="552"/>
                    <a:pt x="3536" y="553"/>
                  </a:cubicBezTo>
                  <a:cubicBezTo>
                    <a:pt x="4288" y="569"/>
                    <a:pt x="5023" y="1254"/>
                    <a:pt x="5006" y="2040"/>
                  </a:cubicBezTo>
                  <a:cubicBezTo>
                    <a:pt x="4956" y="2842"/>
                    <a:pt x="4288" y="3460"/>
                    <a:pt x="3486" y="3477"/>
                  </a:cubicBezTo>
                  <a:cubicBezTo>
                    <a:pt x="2684" y="3460"/>
                    <a:pt x="2032" y="2792"/>
                    <a:pt x="2049" y="1990"/>
                  </a:cubicBezTo>
                  <a:cubicBezTo>
                    <a:pt x="2065" y="1198"/>
                    <a:pt x="2717" y="552"/>
                    <a:pt x="3506" y="552"/>
                  </a:cubicBezTo>
                  <a:close/>
                  <a:moveTo>
                    <a:pt x="7782" y="619"/>
                  </a:moveTo>
                  <a:cubicBezTo>
                    <a:pt x="7793" y="619"/>
                    <a:pt x="7803" y="619"/>
                    <a:pt x="7813" y="619"/>
                  </a:cubicBezTo>
                  <a:cubicBezTo>
                    <a:pt x="8615" y="636"/>
                    <a:pt x="9250" y="1305"/>
                    <a:pt x="9250" y="2107"/>
                  </a:cubicBezTo>
                  <a:cubicBezTo>
                    <a:pt x="9234" y="2898"/>
                    <a:pt x="8582" y="3544"/>
                    <a:pt x="7793" y="3544"/>
                  </a:cubicBezTo>
                  <a:cubicBezTo>
                    <a:pt x="7783" y="3544"/>
                    <a:pt x="7773" y="3544"/>
                    <a:pt x="7763" y="3543"/>
                  </a:cubicBezTo>
                  <a:cubicBezTo>
                    <a:pt x="6961" y="3527"/>
                    <a:pt x="6309" y="2875"/>
                    <a:pt x="6326" y="2056"/>
                  </a:cubicBezTo>
                  <a:cubicBezTo>
                    <a:pt x="6343" y="1264"/>
                    <a:pt x="6978" y="619"/>
                    <a:pt x="7782" y="619"/>
                  </a:cubicBezTo>
                  <a:close/>
                  <a:moveTo>
                    <a:pt x="3497" y="1"/>
                  </a:moveTo>
                  <a:cubicBezTo>
                    <a:pt x="2693" y="1"/>
                    <a:pt x="1960" y="515"/>
                    <a:pt x="1664" y="1288"/>
                  </a:cubicBezTo>
                  <a:cubicBezTo>
                    <a:pt x="1247" y="1104"/>
                    <a:pt x="829" y="920"/>
                    <a:pt x="394" y="736"/>
                  </a:cubicBezTo>
                  <a:cubicBezTo>
                    <a:pt x="369" y="728"/>
                    <a:pt x="344" y="725"/>
                    <a:pt x="321" y="725"/>
                  </a:cubicBezTo>
                  <a:cubicBezTo>
                    <a:pt x="102" y="725"/>
                    <a:pt x="1" y="1049"/>
                    <a:pt x="227" y="1154"/>
                  </a:cubicBezTo>
                  <a:cubicBezTo>
                    <a:pt x="662" y="1338"/>
                    <a:pt x="1096" y="1522"/>
                    <a:pt x="1547" y="1706"/>
                  </a:cubicBezTo>
                  <a:cubicBezTo>
                    <a:pt x="1430" y="2290"/>
                    <a:pt x="1597" y="2892"/>
                    <a:pt x="1998" y="3343"/>
                  </a:cubicBezTo>
                  <a:cubicBezTo>
                    <a:pt x="2409" y="3810"/>
                    <a:pt x="2955" y="4024"/>
                    <a:pt x="3494" y="4024"/>
                  </a:cubicBezTo>
                  <a:cubicBezTo>
                    <a:pt x="4402" y="4024"/>
                    <a:pt x="5291" y="3418"/>
                    <a:pt x="5491" y="2391"/>
                  </a:cubicBezTo>
                  <a:cubicBezTo>
                    <a:pt x="5491" y="2290"/>
                    <a:pt x="5570" y="2240"/>
                    <a:pt x="5647" y="2240"/>
                  </a:cubicBezTo>
                  <a:cubicBezTo>
                    <a:pt x="5724" y="2240"/>
                    <a:pt x="5800" y="2290"/>
                    <a:pt x="5791" y="2391"/>
                  </a:cubicBezTo>
                  <a:cubicBezTo>
                    <a:pt x="5963" y="3453"/>
                    <a:pt x="6866" y="4095"/>
                    <a:pt x="7795" y="4095"/>
                  </a:cubicBezTo>
                  <a:cubicBezTo>
                    <a:pt x="8312" y="4095"/>
                    <a:pt x="8838" y="3896"/>
                    <a:pt x="9250" y="3460"/>
                  </a:cubicBezTo>
                  <a:cubicBezTo>
                    <a:pt x="9684" y="3009"/>
                    <a:pt x="9868" y="2357"/>
                    <a:pt x="9735" y="1739"/>
                  </a:cubicBezTo>
                  <a:cubicBezTo>
                    <a:pt x="10202" y="1555"/>
                    <a:pt x="10670" y="1355"/>
                    <a:pt x="11138" y="1154"/>
                  </a:cubicBezTo>
                  <a:cubicBezTo>
                    <a:pt x="11380" y="1049"/>
                    <a:pt x="11267" y="725"/>
                    <a:pt x="11045" y="725"/>
                  </a:cubicBezTo>
                  <a:cubicBezTo>
                    <a:pt x="11022" y="725"/>
                    <a:pt x="10997" y="728"/>
                    <a:pt x="10971" y="736"/>
                  </a:cubicBezTo>
                  <a:cubicBezTo>
                    <a:pt x="10520" y="937"/>
                    <a:pt x="10052" y="1121"/>
                    <a:pt x="9601" y="1321"/>
                  </a:cubicBezTo>
                  <a:cubicBezTo>
                    <a:pt x="9317" y="586"/>
                    <a:pt x="8615" y="102"/>
                    <a:pt x="7813" y="68"/>
                  </a:cubicBezTo>
                  <a:cubicBezTo>
                    <a:pt x="7801" y="68"/>
                    <a:pt x="7790" y="68"/>
                    <a:pt x="7778" y="68"/>
                  </a:cubicBezTo>
                  <a:cubicBezTo>
                    <a:pt x="6840" y="68"/>
                    <a:pt x="6023" y="731"/>
                    <a:pt x="5825" y="1655"/>
                  </a:cubicBezTo>
                  <a:cubicBezTo>
                    <a:pt x="5825" y="1762"/>
                    <a:pt x="5744" y="1816"/>
                    <a:pt x="5662" y="1816"/>
                  </a:cubicBezTo>
                  <a:cubicBezTo>
                    <a:pt x="5577" y="1816"/>
                    <a:pt x="5491" y="1758"/>
                    <a:pt x="5491" y="1639"/>
                  </a:cubicBezTo>
                  <a:cubicBezTo>
                    <a:pt x="5307" y="703"/>
                    <a:pt x="4505" y="18"/>
                    <a:pt x="3536" y="1"/>
                  </a:cubicBezTo>
                  <a:cubicBezTo>
                    <a:pt x="3523" y="1"/>
                    <a:pt x="3510" y="1"/>
                    <a:pt x="3497"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Google Shape;442;p38">
            <a:extLst>
              <a:ext uri="{FF2B5EF4-FFF2-40B4-BE49-F238E27FC236}">
                <a16:creationId xmlns:a16="http://schemas.microsoft.com/office/drawing/2014/main" id="{24F17EF1-28B9-6F8D-C184-CB90046AB146}"/>
              </a:ext>
            </a:extLst>
          </p:cNvPr>
          <p:cNvSpPr txBox="1">
            <a:spLocks noGrp="1"/>
          </p:cNvSpPr>
          <p:nvPr>
            <p:ph type="title"/>
          </p:nvPr>
        </p:nvSpPr>
        <p:spPr>
          <a:xfrm>
            <a:off x="3557097" y="408910"/>
            <a:ext cx="4603898" cy="117787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6000" dirty="0">
                <a:solidFill>
                  <a:srgbClr val="20B2AA"/>
                </a:solidFill>
                <a:latin typeface="Bodoni MT Condensed" panose="02070606080606020203" pitchFamily="18" charset="0"/>
              </a:rPr>
              <a:t>Problem Statement</a:t>
            </a:r>
            <a:endParaRPr sz="6000" dirty="0">
              <a:solidFill>
                <a:srgbClr val="20B2AA"/>
              </a:solidFill>
              <a:latin typeface="Bodoni MT Condensed" panose="02070606080606020203" pitchFamily="18" charset="0"/>
            </a:endParaRPr>
          </a:p>
        </p:txBody>
      </p:sp>
      <p:sp>
        <p:nvSpPr>
          <p:cNvPr id="43" name="TextBox 42">
            <a:extLst>
              <a:ext uri="{FF2B5EF4-FFF2-40B4-BE49-F238E27FC236}">
                <a16:creationId xmlns:a16="http://schemas.microsoft.com/office/drawing/2014/main" id="{ACDD4667-0EDF-A2F4-AEF2-95CB581034A2}"/>
              </a:ext>
            </a:extLst>
          </p:cNvPr>
          <p:cNvSpPr txBox="1"/>
          <p:nvPr/>
        </p:nvSpPr>
        <p:spPr>
          <a:xfrm>
            <a:off x="1856059" y="1701302"/>
            <a:ext cx="9134483" cy="1015663"/>
          </a:xfrm>
          <a:prstGeom prst="rect">
            <a:avLst/>
          </a:prstGeom>
          <a:noFill/>
        </p:spPr>
        <p:txBody>
          <a:bodyPr wrap="square">
            <a:spAutoFit/>
          </a:bodyPr>
          <a:lstStyle/>
          <a:p>
            <a:r>
              <a:rPr lang="en-US" sz="2000" dirty="0"/>
              <a:t>Infectious diseases vary across different Nigeria regions, populations, and time, impacting public health planning. This analysis addresses key questions on incidence, mortality, and vulnerable groups.</a:t>
            </a:r>
          </a:p>
        </p:txBody>
      </p:sp>
      <p:grpSp>
        <p:nvGrpSpPr>
          <p:cNvPr id="5" name="Google Shape;1167;p48">
            <a:extLst>
              <a:ext uri="{FF2B5EF4-FFF2-40B4-BE49-F238E27FC236}">
                <a16:creationId xmlns:a16="http://schemas.microsoft.com/office/drawing/2014/main" id="{5689E27D-6286-7722-DEC9-015535E10811}"/>
              </a:ext>
            </a:extLst>
          </p:cNvPr>
          <p:cNvGrpSpPr/>
          <p:nvPr/>
        </p:nvGrpSpPr>
        <p:grpSpPr>
          <a:xfrm rot="1909247">
            <a:off x="10238888" y="434144"/>
            <a:ext cx="1775123" cy="1181146"/>
            <a:chOff x="238125" y="502000"/>
            <a:chExt cx="7027925" cy="4604825"/>
          </a:xfrm>
        </p:grpSpPr>
        <p:sp>
          <p:nvSpPr>
            <p:cNvPr id="36" name="Google Shape;1168;p48">
              <a:extLst>
                <a:ext uri="{FF2B5EF4-FFF2-40B4-BE49-F238E27FC236}">
                  <a16:creationId xmlns:a16="http://schemas.microsoft.com/office/drawing/2014/main" id="{C291E0D9-E939-49DC-AA2C-7E688A680999}"/>
                </a:ext>
              </a:extLst>
            </p:cNvPr>
            <p:cNvSpPr/>
            <p:nvPr/>
          </p:nvSpPr>
          <p:spPr>
            <a:xfrm>
              <a:off x="238125" y="1242100"/>
              <a:ext cx="7027925" cy="3411000"/>
            </a:xfrm>
            <a:custGeom>
              <a:avLst/>
              <a:gdLst/>
              <a:ahLst/>
              <a:cxnLst/>
              <a:rect l="l" t="t" r="r" b="b"/>
              <a:pathLst>
                <a:path w="281117" h="136440" extrusionOk="0">
                  <a:moveTo>
                    <a:pt x="150212" y="23684"/>
                  </a:moveTo>
                  <a:lnTo>
                    <a:pt x="150212" y="47883"/>
                  </a:lnTo>
                  <a:lnTo>
                    <a:pt x="174410" y="47883"/>
                  </a:lnTo>
                  <a:lnTo>
                    <a:pt x="174410" y="67319"/>
                  </a:lnTo>
                  <a:lnTo>
                    <a:pt x="150212" y="67319"/>
                  </a:lnTo>
                  <a:lnTo>
                    <a:pt x="150212" y="91518"/>
                  </a:lnTo>
                  <a:lnTo>
                    <a:pt x="130776" y="91518"/>
                  </a:lnTo>
                  <a:lnTo>
                    <a:pt x="130776" y="67319"/>
                  </a:lnTo>
                  <a:lnTo>
                    <a:pt x="106577" y="67319"/>
                  </a:lnTo>
                  <a:lnTo>
                    <a:pt x="106577" y="47883"/>
                  </a:lnTo>
                  <a:lnTo>
                    <a:pt x="130776" y="47883"/>
                  </a:lnTo>
                  <a:lnTo>
                    <a:pt x="130776" y="23684"/>
                  </a:lnTo>
                  <a:close/>
                  <a:moveTo>
                    <a:pt x="140558" y="1"/>
                  </a:moveTo>
                  <a:cubicBezTo>
                    <a:pt x="109151" y="1"/>
                    <a:pt x="77745" y="3090"/>
                    <a:pt x="46853" y="9268"/>
                  </a:cubicBezTo>
                  <a:cubicBezTo>
                    <a:pt x="45437" y="9397"/>
                    <a:pt x="43892" y="9783"/>
                    <a:pt x="42348" y="10040"/>
                  </a:cubicBezTo>
                  <a:lnTo>
                    <a:pt x="0" y="18793"/>
                  </a:lnTo>
                  <a:lnTo>
                    <a:pt x="25228" y="136439"/>
                  </a:lnTo>
                  <a:lnTo>
                    <a:pt x="30892" y="134509"/>
                  </a:lnTo>
                  <a:cubicBezTo>
                    <a:pt x="79289" y="122023"/>
                    <a:pt x="109924" y="115716"/>
                    <a:pt x="140558" y="115716"/>
                  </a:cubicBezTo>
                  <a:cubicBezTo>
                    <a:pt x="171193" y="115716"/>
                    <a:pt x="201827" y="122023"/>
                    <a:pt x="250224" y="134509"/>
                  </a:cubicBezTo>
                  <a:lnTo>
                    <a:pt x="255888" y="136439"/>
                  </a:lnTo>
                  <a:lnTo>
                    <a:pt x="281116" y="18922"/>
                  </a:lnTo>
                  <a:lnTo>
                    <a:pt x="238769" y="10040"/>
                  </a:lnTo>
                  <a:cubicBezTo>
                    <a:pt x="237224" y="9783"/>
                    <a:pt x="235679" y="9397"/>
                    <a:pt x="234135" y="9268"/>
                  </a:cubicBezTo>
                  <a:cubicBezTo>
                    <a:pt x="203372" y="3090"/>
                    <a:pt x="171965" y="1"/>
                    <a:pt x="140558" y="1"/>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69;p48">
              <a:extLst>
                <a:ext uri="{FF2B5EF4-FFF2-40B4-BE49-F238E27FC236}">
                  <a16:creationId xmlns:a16="http://schemas.microsoft.com/office/drawing/2014/main" id="{87B536F0-D4BA-E39D-EB5E-8B9062EE1B9D}"/>
                </a:ext>
              </a:extLst>
            </p:cNvPr>
            <p:cNvSpPr/>
            <p:nvPr/>
          </p:nvSpPr>
          <p:spPr>
            <a:xfrm>
              <a:off x="868825" y="4135000"/>
              <a:ext cx="5766500" cy="971825"/>
            </a:xfrm>
            <a:custGeom>
              <a:avLst/>
              <a:gdLst/>
              <a:ahLst/>
              <a:cxnLst/>
              <a:rect l="l" t="t" r="r" b="b"/>
              <a:pathLst>
                <a:path w="230660" h="38873" extrusionOk="0">
                  <a:moveTo>
                    <a:pt x="115330" y="0"/>
                  </a:moveTo>
                  <a:cubicBezTo>
                    <a:pt x="84696" y="0"/>
                    <a:pt x="54061" y="6307"/>
                    <a:pt x="5664" y="18793"/>
                  </a:cubicBezTo>
                  <a:lnTo>
                    <a:pt x="0" y="20723"/>
                  </a:lnTo>
                  <a:lnTo>
                    <a:pt x="3862" y="38872"/>
                  </a:lnTo>
                  <a:lnTo>
                    <a:pt x="5149" y="38486"/>
                  </a:lnTo>
                  <a:cubicBezTo>
                    <a:pt x="53675" y="25872"/>
                    <a:pt x="84438" y="19436"/>
                    <a:pt x="115330" y="19436"/>
                  </a:cubicBezTo>
                  <a:cubicBezTo>
                    <a:pt x="146093" y="19436"/>
                    <a:pt x="176985" y="25872"/>
                    <a:pt x="225382" y="38486"/>
                  </a:cubicBezTo>
                  <a:lnTo>
                    <a:pt x="226798" y="38872"/>
                  </a:lnTo>
                  <a:lnTo>
                    <a:pt x="230660" y="20723"/>
                  </a:lnTo>
                  <a:lnTo>
                    <a:pt x="224996" y="18793"/>
                  </a:lnTo>
                  <a:cubicBezTo>
                    <a:pt x="176599" y="6307"/>
                    <a:pt x="145965" y="0"/>
                    <a:pt x="115330"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70;p48">
              <a:extLst>
                <a:ext uri="{FF2B5EF4-FFF2-40B4-BE49-F238E27FC236}">
                  <a16:creationId xmlns:a16="http://schemas.microsoft.com/office/drawing/2014/main" id="{BA5BBCAB-9BCB-FD19-414D-903765CA5B6C}"/>
                </a:ext>
              </a:extLst>
            </p:cNvPr>
            <p:cNvSpPr/>
            <p:nvPr/>
          </p:nvSpPr>
          <p:spPr>
            <a:xfrm>
              <a:off x="1409425" y="502000"/>
              <a:ext cx="4682075" cy="971825"/>
            </a:xfrm>
            <a:custGeom>
              <a:avLst/>
              <a:gdLst/>
              <a:ahLst/>
              <a:cxnLst/>
              <a:rect l="l" t="t" r="r" b="b"/>
              <a:pathLst>
                <a:path w="187283" h="38873" extrusionOk="0">
                  <a:moveTo>
                    <a:pt x="54963" y="0"/>
                  </a:moveTo>
                  <a:cubicBezTo>
                    <a:pt x="30249" y="0"/>
                    <a:pt x="8239" y="15575"/>
                    <a:pt x="1" y="38872"/>
                  </a:cubicBezTo>
                  <a:cubicBezTo>
                    <a:pt x="30957" y="32758"/>
                    <a:pt x="62332" y="29701"/>
                    <a:pt x="93690" y="29701"/>
                  </a:cubicBezTo>
                  <a:cubicBezTo>
                    <a:pt x="125049" y="29701"/>
                    <a:pt x="156391" y="32758"/>
                    <a:pt x="187283" y="38872"/>
                  </a:cubicBezTo>
                  <a:cubicBezTo>
                    <a:pt x="179045" y="15575"/>
                    <a:pt x="157163" y="0"/>
                    <a:pt x="132450" y="0"/>
                  </a:cubicBezTo>
                  <a:close/>
                </a:path>
              </a:pathLst>
            </a:custGeom>
            <a:solidFill>
              <a:srgbClr val="19B0A8"/>
            </a:solidFill>
            <a:ln>
              <a:solidFill>
                <a:srgbClr val="19B0A8"/>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71;p48">
              <a:extLst>
                <a:ext uri="{FF2B5EF4-FFF2-40B4-BE49-F238E27FC236}">
                  <a16:creationId xmlns:a16="http://schemas.microsoft.com/office/drawing/2014/main" id="{E9AD14B7-86B2-56FD-41F8-1DF763F3F0DC}"/>
                </a:ext>
              </a:extLst>
            </p:cNvPr>
            <p:cNvSpPr/>
            <p:nvPr/>
          </p:nvSpPr>
          <p:spPr>
            <a:xfrm>
              <a:off x="2902550" y="1834200"/>
              <a:ext cx="1695850" cy="1695850"/>
            </a:xfrm>
            <a:custGeom>
              <a:avLst/>
              <a:gdLst/>
              <a:ahLst/>
              <a:cxnLst/>
              <a:rect l="l" t="t" r="r" b="b"/>
              <a:pathLst>
                <a:path w="67834" h="67834" extrusionOk="0">
                  <a:moveTo>
                    <a:pt x="24199" y="0"/>
                  </a:moveTo>
                  <a:lnTo>
                    <a:pt x="24199" y="24199"/>
                  </a:lnTo>
                  <a:lnTo>
                    <a:pt x="0" y="24199"/>
                  </a:lnTo>
                  <a:lnTo>
                    <a:pt x="0" y="43635"/>
                  </a:lnTo>
                  <a:lnTo>
                    <a:pt x="24199" y="43635"/>
                  </a:lnTo>
                  <a:lnTo>
                    <a:pt x="24199" y="67834"/>
                  </a:lnTo>
                  <a:lnTo>
                    <a:pt x="43635" y="67834"/>
                  </a:lnTo>
                  <a:lnTo>
                    <a:pt x="43635" y="43635"/>
                  </a:lnTo>
                  <a:lnTo>
                    <a:pt x="67833" y="43635"/>
                  </a:lnTo>
                  <a:lnTo>
                    <a:pt x="67833" y="24199"/>
                  </a:lnTo>
                  <a:lnTo>
                    <a:pt x="43635" y="24199"/>
                  </a:lnTo>
                  <a:lnTo>
                    <a:pt x="436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1172;p48">
            <a:extLst>
              <a:ext uri="{FF2B5EF4-FFF2-40B4-BE49-F238E27FC236}">
                <a16:creationId xmlns:a16="http://schemas.microsoft.com/office/drawing/2014/main" id="{CD74FDD8-4864-DFB3-6108-1A755F889A87}"/>
              </a:ext>
            </a:extLst>
          </p:cNvPr>
          <p:cNvGrpSpPr/>
          <p:nvPr/>
        </p:nvGrpSpPr>
        <p:grpSpPr>
          <a:xfrm>
            <a:off x="9262936" y="5059447"/>
            <a:ext cx="2771973" cy="1324500"/>
            <a:chOff x="752817" y="3147492"/>
            <a:chExt cx="2704892" cy="1292321"/>
          </a:xfrm>
        </p:grpSpPr>
        <p:sp>
          <p:nvSpPr>
            <p:cNvPr id="42" name="Google Shape;1173;p48">
              <a:extLst>
                <a:ext uri="{FF2B5EF4-FFF2-40B4-BE49-F238E27FC236}">
                  <a16:creationId xmlns:a16="http://schemas.microsoft.com/office/drawing/2014/main" id="{A4538797-640D-9E8A-8D34-B94DA2A7E48A}"/>
                </a:ext>
              </a:extLst>
            </p:cNvPr>
            <p:cNvSpPr/>
            <p:nvPr/>
          </p:nvSpPr>
          <p:spPr>
            <a:xfrm>
              <a:off x="2867059" y="3147492"/>
              <a:ext cx="537158" cy="179961"/>
            </a:xfrm>
            <a:custGeom>
              <a:avLst/>
              <a:gdLst/>
              <a:ahLst/>
              <a:cxnLst/>
              <a:rect l="l" t="t" r="r" b="b"/>
              <a:pathLst>
                <a:path w="16760" h="5615" extrusionOk="0">
                  <a:moveTo>
                    <a:pt x="5631" y="0"/>
                  </a:moveTo>
                  <a:cubicBezTo>
                    <a:pt x="2524" y="0"/>
                    <a:pt x="1" y="2506"/>
                    <a:pt x="1" y="5614"/>
                  </a:cubicBezTo>
                  <a:lnTo>
                    <a:pt x="16759" y="5614"/>
                  </a:lnTo>
                  <a:cubicBezTo>
                    <a:pt x="16759" y="2506"/>
                    <a:pt x="14236" y="0"/>
                    <a:pt x="11129" y="0"/>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1174;p48">
              <a:extLst>
                <a:ext uri="{FF2B5EF4-FFF2-40B4-BE49-F238E27FC236}">
                  <a16:creationId xmlns:a16="http://schemas.microsoft.com/office/drawing/2014/main" id="{A32BB512-527B-883A-7594-26514853EC84}"/>
                </a:ext>
              </a:extLst>
            </p:cNvPr>
            <p:cNvSpPr/>
            <p:nvPr/>
          </p:nvSpPr>
          <p:spPr>
            <a:xfrm>
              <a:off x="922458" y="3367836"/>
              <a:ext cx="1959345" cy="838845"/>
            </a:xfrm>
            <a:custGeom>
              <a:avLst/>
              <a:gdLst/>
              <a:ahLst/>
              <a:cxnLst/>
              <a:rect l="l" t="t" r="r" b="b"/>
              <a:pathLst>
                <a:path w="61134" h="26173" extrusionOk="0">
                  <a:moveTo>
                    <a:pt x="1206" y="1"/>
                  </a:moveTo>
                  <a:cubicBezTo>
                    <a:pt x="387" y="1"/>
                    <a:pt x="1" y="1255"/>
                    <a:pt x="923" y="1635"/>
                  </a:cubicBezTo>
                  <a:lnTo>
                    <a:pt x="59587" y="26097"/>
                  </a:lnTo>
                  <a:cubicBezTo>
                    <a:pt x="59712" y="26149"/>
                    <a:pt x="59831" y="26173"/>
                    <a:pt x="59942" y="26173"/>
                  </a:cubicBezTo>
                  <a:cubicBezTo>
                    <a:pt x="60752" y="26173"/>
                    <a:pt x="61133" y="24925"/>
                    <a:pt x="60222" y="24543"/>
                  </a:cubicBezTo>
                  <a:lnTo>
                    <a:pt x="1575" y="82"/>
                  </a:lnTo>
                  <a:cubicBezTo>
                    <a:pt x="1445" y="26"/>
                    <a:pt x="1321" y="1"/>
                    <a:pt x="1206"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75;p48">
              <a:extLst>
                <a:ext uri="{FF2B5EF4-FFF2-40B4-BE49-F238E27FC236}">
                  <a16:creationId xmlns:a16="http://schemas.microsoft.com/office/drawing/2014/main" id="{77875BC1-721E-C813-59EA-8C9D0D8C5894}"/>
                </a:ext>
              </a:extLst>
            </p:cNvPr>
            <p:cNvSpPr/>
            <p:nvPr/>
          </p:nvSpPr>
          <p:spPr>
            <a:xfrm>
              <a:off x="1327890" y="3367997"/>
              <a:ext cx="1959825" cy="838813"/>
            </a:xfrm>
            <a:custGeom>
              <a:avLst/>
              <a:gdLst/>
              <a:ahLst/>
              <a:cxnLst/>
              <a:rect l="l" t="t" r="r" b="b"/>
              <a:pathLst>
                <a:path w="61149" h="26172" extrusionOk="0">
                  <a:moveTo>
                    <a:pt x="59941" y="1"/>
                  </a:moveTo>
                  <a:cubicBezTo>
                    <a:pt x="59830" y="1"/>
                    <a:pt x="59711" y="24"/>
                    <a:pt x="59586" y="77"/>
                  </a:cubicBezTo>
                  <a:lnTo>
                    <a:pt x="938" y="24538"/>
                  </a:lnTo>
                  <a:cubicBezTo>
                    <a:pt x="0" y="24904"/>
                    <a:pt x="400" y="26172"/>
                    <a:pt x="1212" y="26172"/>
                  </a:cubicBezTo>
                  <a:cubicBezTo>
                    <a:pt x="1325" y="26172"/>
                    <a:pt x="1447" y="26147"/>
                    <a:pt x="1573" y="26092"/>
                  </a:cubicBezTo>
                  <a:lnTo>
                    <a:pt x="60237" y="1630"/>
                  </a:lnTo>
                  <a:cubicBezTo>
                    <a:pt x="61148" y="1248"/>
                    <a:pt x="60754" y="1"/>
                    <a:pt x="59941"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76;p48">
              <a:extLst>
                <a:ext uri="{FF2B5EF4-FFF2-40B4-BE49-F238E27FC236}">
                  <a16:creationId xmlns:a16="http://schemas.microsoft.com/office/drawing/2014/main" id="{E671E32E-628C-EC70-AB3B-77D713FE325B}"/>
                </a:ext>
              </a:extLst>
            </p:cNvPr>
            <p:cNvSpPr/>
            <p:nvPr/>
          </p:nvSpPr>
          <p:spPr>
            <a:xfrm>
              <a:off x="752817" y="3310467"/>
              <a:ext cx="2704892" cy="101246"/>
            </a:xfrm>
            <a:custGeom>
              <a:avLst/>
              <a:gdLst/>
              <a:ahLst/>
              <a:cxnLst/>
              <a:rect l="l" t="t" r="r" b="b"/>
              <a:pathLst>
                <a:path w="84396" h="3159" extrusionOk="0">
                  <a:moveTo>
                    <a:pt x="1588" y="0"/>
                  </a:moveTo>
                  <a:cubicBezTo>
                    <a:pt x="719" y="0"/>
                    <a:pt x="1" y="702"/>
                    <a:pt x="1" y="1571"/>
                  </a:cubicBezTo>
                  <a:cubicBezTo>
                    <a:pt x="1" y="2440"/>
                    <a:pt x="719" y="3158"/>
                    <a:pt x="1588" y="3158"/>
                  </a:cubicBezTo>
                  <a:lnTo>
                    <a:pt x="82808" y="3158"/>
                  </a:lnTo>
                  <a:cubicBezTo>
                    <a:pt x="83677" y="3158"/>
                    <a:pt x="84396" y="2440"/>
                    <a:pt x="84379" y="1571"/>
                  </a:cubicBezTo>
                  <a:cubicBezTo>
                    <a:pt x="84396" y="702"/>
                    <a:pt x="83677" y="0"/>
                    <a:pt x="82808"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1177;p48">
              <a:extLst>
                <a:ext uri="{FF2B5EF4-FFF2-40B4-BE49-F238E27FC236}">
                  <a16:creationId xmlns:a16="http://schemas.microsoft.com/office/drawing/2014/main" id="{7026FE31-256C-D97A-B1C4-CE7C9AA32580}"/>
                </a:ext>
              </a:extLst>
            </p:cNvPr>
            <p:cNvSpPr/>
            <p:nvPr/>
          </p:nvSpPr>
          <p:spPr>
            <a:xfrm>
              <a:off x="1343499" y="4154408"/>
              <a:ext cx="68042" cy="189063"/>
            </a:xfrm>
            <a:custGeom>
              <a:avLst/>
              <a:gdLst/>
              <a:ahLst/>
              <a:cxnLst/>
              <a:rect l="l" t="t" r="r" b="b"/>
              <a:pathLst>
                <a:path w="2123" h="5899" extrusionOk="0">
                  <a:moveTo>
                    <a:pt x="1061" y="1"/>
                  </a:moveTo>
                  <a:cubicBezTo>
                    <a:pt x="531" y="1"/>
                    <a:pt x="0" y="352"/>
                    <a:pt x="0" y="1053"/>
                  </a:cubicBezTo>
                  <a:lnTo>
                    <a:pt x="0" y="4830"/>
                  </a:lnTo>
                  <a:cubicBezTo>
                    <a:pt x="0" y="5431"/>
                    <a:pt x="468" y="5899"/>
                    <a:pt x="1070" y="5899"/>
                  </a:cubicBezTo>
                  <a:cubicBezTo>
                    <a:pt x="1655" y="5899"/>
                    <a:pt x="2122" y="5431"/>
                    <a:pt x="2122" y="4830"/>
                  </a:cubicBezTo>
                  <a:lnTo>
                    <a:pt x="2122" y="1053"/>
                  </a:lnTo>
                  <a:cubicBezTo>
                    <a:pt x="2122" y="352"/>
                    <a:pt x="1592" y="1"/>
                    <a:pt x="1061"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78;p48">
              <a:extLst>
                <a:ext uri="{FF2B5EF4-FFF2-40B4-BE49-F238E27FC236}">
                  <a16:creationId xmlns:a16="http://schemas.microsoft.com/office/drawing/2014/main" id="{389B6B5E-DE33-3EC7-AAC6-5B8BA3EA7F32}"/>
                </a:ext>
              </a:extLst>
            </p:cNvPr>
            <p:cNvSpPr/>
            <p:nvPr/>
          </p:nvSpPr>
          <p:spPr>
            <a:xfrm>
              <a:off x="2799017" y="4154408"/>
              <a:ext cx="68042" cy="189063"/>
            </a:xfrm>
            <a:custGeom>
              <a:avLst/>
              <a:gdLst/>
              <a:ahLst/>
              <a:cxnLst/>
              <a:rect l="l" t="t" r="r" b="b"/>
              <a:pathLst>
                <a:path w="2123" h="5899" extrusionOk="0">
                  <a:moveTo>
                    <a:pt x="1061" y="1"/>
                  </a:moveTo>
                  <a:cubicBezTo>
                    <a:pt x="531" y="1"/>
                    <a:pt x="0" y="352"/>
                    <a:pt x="0" y="1053"/>
                  </a:cubicBezTo>
                  <a:lnTo>
                    <a:pt x="0" y="4830"/>
                  </a:lnTo>
                  <a:cubicBezTo>
                    <a:pt x="0" y="5431"/>
                    <a:pt x="468" y="5899"/>
                    <a:pt x="1053" y="5899"/>
                  </a:cubicBezTo>
                  <a:cubicBezTo>
                    <a:pt x="1654" y="5899"/>
                    <a:pt x="2122" y="5431"/>
                    <a:pt x="2122" y="4830"/>
                  </a:cubicBezTo>
                  <a:lnTo>
                    <a:pt x="2122" y="1053"/>
                  </a:lnTo>
                  <a:cubicBezTo>
                    <a:pt x="2122" y="352"/>
                    <a:pt x="1592" y="1"/>
                    <a:pt x="1061"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79;p48">
              <a:extLst>
                <a:ext uri="{FF2B5EF4-FFF2-40B4-BE49-F238E27FC236}">
                  <a16:creationId xmlns:a16="http://schemas.microsoft.com/office/drawing/2014/main" id="{69F79696-3869-7007-C35B-6BBC33F36F0B}"/>
                </a:ext>
              </a:extLst>
            </p:cNvPr>
            <p:cNvSpPr/>
            <p:nvPr/>
          </p:nvSpPr>
          <p:spPr>
            <a:xfrm>
              <a:off x="1247637" y="4247064"/>
              <a:ext cx="224959" cy="192749"/>
            </a:xfrm>
            <a:custGeom>
              <a:avLst/>
              <a:gdLst/>
              <a:ahLst/>
              <a:cxnLst/>
              <a:rect l="l" t="t" r="r" b="b"/>
              <a:pathLst>
                <a:path w="7019" h="6014" extrusionOk="0">
                  <a:moveTo>
                    <a:pt x="4011" y="0"/>
                  </a:moveTo>
                  <a:cubicBezTo>
                    <a:pt x="1337" y="0"/>
                    <a:pt x="1" y="3242"/>
                    <a:pt x="1889" y="5130"/>
                  </a:cubicBezTo>
                  <a:cubicBezTo>
                    <a:pt x="2505" y="5740"/>
                    <a:pt x="3258" y="6014"/>
                    <a:pt x="3997" y="6014"/>
                  </a:cubicBezTo>
                  <a:cubicBezTo>
                    <a:pt x="5542" y="6014"/>
                    <a:pt x="7018" y="4817"/>
                    <a:pt x="7018" y="3008"/>
                  </a:cubicBezTo>
                  <a:cubicBezTo>
                    <a:pt x="7018" y="1354"/>
                    <a:pt x="5681" y="0"/>
                    <a:pt x="4011"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80;p48">
              <a:extLst>
                <a:ext uri="{FF2B5EF4-FFF2-40B4-BE49-F238E27FC236}">
                  <a16:creationId xmlns:a16="http://schemas.microsoft.com/office/drawing/2014/main" id="{F39CE30E-C1E6-7BCD-92C4-A566798AFD21}"/>
                </a:ext>
              </a:extLst>
            </p:cNvPr>
            <p:cNvSpPr/>
            <p:nvPr/>
          </p:nvSpPr>
          <p:spPr>
            <a:xfrm>
              <a:off x="2705303" y="4247064"/>
              <a:ext cx="224927" cy="192749"/>
            </a:xfrm>
            <a:custGeom>
              <a:avLst/>
              <a:gdLst/>
              <a:ahLst/>
              <a:cxnLst/>
              <a:rect l="l" t="t" r="r" b="b"/>
              <a:pathLst>
                <a:path w="7018" h="6014" extrusionOk="0">
                  <a:moveTo>
                    <a:pt x="4010" y="0"/>
                  </a:moveTo>
                  <a:cubicBezTo>
                    <a:pt x="1337" y="0"/>
                    <a:pt x="0" y="3242"/>
                    <a:pt x="1888" y="5130"/>
                  </a:cubicBezTo>
                  <a:cubicBezTo>
                    <a:pt x="2504" y="5740"/>
                    <a:pt x="3258" y="6014"/>
                    <a:pt x="3996" y="6014"/>
                  </a:cubicBezTo>
                  <a:cubicBezTo>
                    <a:pt x="5541" y="6014"/>
                    <a:pt x="7018" y="4817"/>
                    <a:pt x="7018" y="3008"/>
                  </a:cubicBezTo>
                  <a:cubicBezTo>
                    <a:pt x="7018" y="1354"/>
                    <a:pt x="5681" y="0"/>
                    <a:pt x="4010"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TextBox 51">
            <a:extLst>
              <a:ext uri="{FF2B5EF4-FFF2-40B4-BE49-F238E27FC236}">
                <a16:creationId xmlns:a16="http://schemas.microsoft.com/office/drawing/2014/main" id="{378B8BF3-F588-88FC-D798-0A5C1705934B}"/>
              </a:ext>
            </a:extLst>
          </p:cNvPr>
          <p:cNvSpPr txBox="1"/>
          <p:nvPr/>
        </p:nvSpPr>
        <p:spPr>
          <a:xfrm>
            <a:off x="2444393" y="2817955"/>
            <a:ext cx="7357022" cy="3139321"/>
          </a:xfrm>
          <a:prstGeom prst="rect">
            <a:avLst/>
          </a:prstGeom>
          <a:noFill/>
        </p:spPr>
        <p:txBody>
          <a:bodyPr wrap="square">
            <a:spAutoFit/>
          </a:bodyPr>
          <a:lstStyle/>
          <a:p>
            <a:pPr marL="285750" indent="-285750">
              <a:buClr>
                <a:srgbClr val="1A5854"/>
              </a:buClr>
              <a:buFont typeface="Wingdings" panose="05000000000000000000" pitchFamily="2" charset="2"/>
              <a:buChar char="ü"/>
            </a:pPr>
            <a:r>
              <a:rPr lang="en-US" dirty="0"/>
              <a:t>Which states has the highest incidence of Malaria and Cholera?</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Which State has the highest death rate due to Cholera?</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Which group do we have the highest disease occurrence, rural or urban?</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Which diseases has the highest death rate in 2010 and 2018?</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Which year do we have highest incidence of Meningitis?</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Which Age group are more susceptible to Diarrhea?</a:t>
            </a:r>
          </a:p>
        </p:txBody>
      </p:sp>
    </p:spTree>
    <p:extLst>
      <p:ext uri="{BB962C8B-B14F-4D97-AF65-F5344CB8AC3E}">
        <p14:creationId xmlns:p14="http://schemas.microsoft.com/office/powerpoint/2010/main" val="2343817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D4178-10CE-4CCC-6AB5-0FF5743440D9}"/>
            </a:ext>
          </a:extLst>
        </p:cNvPr>
        <p:cNvGrpSpPr/>
        <p:nvPr/>
      </p:nvGrpSpPr>
      <p:grpSpPr>
        <a:xfrm>
          <a:off x="0" y="0"/>
          <a:ext cx="0" cy="0"/>
          <a:chOff x="0" y="0"/>
          <a:chExt cx="0" cy="0"/>
        </a:xfrm>
      </p:grpSpPr>
      <p:grpSp>
        <p:nvGrpSpPr>
          <p:cNvPr id="37" name="Google Shape;800;p45">
            <a:extLst>
              <a:ext uri="{FF2B5EF4-FFF2-40B4-BE49-F238E27FC236}">
                <a16:creationId xmlns:a16="http://schemas.microsoft.com/office/drawing/2014/main" id="{B3648F28-C528-3560-501B-92D65D3D203D}"/>
              </a:ext>
            </a:extLst>
          </p:cNvPr>
          <p:cNvGrpSpPr/>
          <p:nvPr/>
        </p:nvGrpSpPr>
        <p:grpSpPr>
          <a:xfrm>
            <a:off x="992303" y="1374334"/>
            <a:ext cx="2419225" cy="4892225"/>
            <a:chOff x="2489600" y="934706"/>
            <a:chExt cx="2419225" cy="4892225"/>
          </a:xfrm>
          <a:solidFill>
            <a:srgbClr val="19B0A8"/>
          </a:solidFill>
        </p:grpSpPr>
        <p:sp>
          <p:nvSpPr>
            <p:cNvPr id="38" name="Google Shape;801;p45">
              <a:extLst>
                <a:ext uri="{FF2B5EF4-FFF2-40B4-BE49-F238E27FC236}">
                  <a16:creationId xmlns:a16="http://schemas.microsoft.com/office/drawing/2014/main" id="{159F0FFE-A172-1566-1F47-B6FAC7B9AAC7}"/>
                </a:ext>
              </a:extLst>
            </p:cNvPr>
            <p:cNvSpPr/>
            <p:nvPr/>
          </p:nvSpPr>
          <p:spPr>
            <a:xfrm>
              <a:off x="2489600" y="934706"/>
              <a:ext cx="2419225" cy="4892225"/>
            </a:xfrm>
            <a:custGeom>
              <a:avLst/>
              <a:gdLst/>
              <a:ahLst/>
              <a:cxnLst/>
              <a:rect l="l" t="t" r="r" b="b"/>
              <a:pathLst>
                <a:path w="96769" h="195689" extrusionOk="0">
                  <a:moveTo>
                    <a:pt x="48396" y="7631"/>
                  </a:moveTo>
                  <a:cubicBezTo>
                    <a:pt x="53453" y="7653"/>
                    <a:pt x="58488" y="8607"/>
                    <a:pt x="63190" y="10470"/>
                  </a:cubicBezTo>
                  <a:cubicBezTo>
                    <a:pt x="70731" y="13419"/>
                    <a:pt x="77229" y="18543"/>
                    <a:pt x="81842" y="25197"/>
                  </a:cubicBezTo>
                  <a:cubicBezTo>
                    <a:pt x="86589" y="31984"/>
                    <a:pt x="89139" y="40079"/>
                    <a:pt x="89117" y="48374"/>
                  </a:cubicBezTo>
                  <a:cubicBezTo>
                    <a:pt x="89117" y="70842"/>
                    <a:pt x="70864" y="89117"/>
                    <a:pt x="48396" y="89117"/>
                  </a:cubicBezTo>
                  <a:cubicBezTo>
                    <a:pt x="42341" y="89117"/>
                    <a:pt x="36353" y="87764"/>
                    <a:pt x="30897" y="85125"/>
                  </a:cubicBezTo>
                  <a:cubicBezTo>
                    <a:pt x="24065" y="81843"/>
                    <a:pt x="18254" y="76741"/>
                    <a:pt x="14129" y="70376"/>
                  </a:cubicBezTo>
                  <a:cubicBezTo>
                    <a:pt x="9893" y="63811"/>
                    <a:pt x="7653" y="56181"/>
                    <a:pt x="7653" y="48374"/>
                  </a:cubicBezTo>
                  <a:cubicBezTo>
                    <a:pt x="7653" y="25906"/>
                    <a:pt x="25928" y="7631"/>
                    <a:pt x="48396" y="7631"/>
                  </a:cubicBezTo>
                  <a:close/>
                  <a:moveTo>
                    <a:pt x="48396" y="1"/>
                  </a:moveTo>
                  <a:cubicBezTo>
                    <a:pt x="21714" y="1"/>
                    <a:pt x="1" y="21715"/>
                    <a:pt x="1" y="48374"/>
                  </a:cubicBezTo>
                  <a:cubicBezTo>
                    <a:pt x="1" y="67027"/>
                    <a:pt x="10980" y="84216"/>
                    <a:pt x="27969" y="92178"/>
                  </a:cubicBezTo>
                  <a:cubicBezTo>
                    <a:pt x="33115" y="94596"/>
                    <a:pt x="38637" y="96082"/>
                    <a:pt x="44293" y="96592"/>
                  </a:cubicBezTo>
                  <a:lnTo>
                    <a:pt x="45690" y="96703"/>
                  </a:lnTo>
                  <a:lnTo>
                    <a:pt x="45690" y="109256"/>
                  </a:lnTo>
                  <a:lnTo>
                    <a:pt x="43494" y="109256"/>
                  </a:lnTo>
                  <a:cubicBezTo>
                    <a:pt x="42363" y="109256"/>
                    <a:pt x="41454" y="110166"/>
                    <a:pt x="41454" y="111297"/>
                  </a:cubicBezTo>
                  <a:lnTo>
                    <a:pt x="41454" y="193648"/>
                  </a:lnTo>
                  <a:cubicBezTo>
                    <a:pt x="41454" y="194780"/>
                    <a:pt x="42363" y="195689"/>
                    <a:pt x="43494" y="195689"/>
                  </a:cubicBezTo>
                  <a:lnTo>
                    <a:pt x="53298" y="195689"/>
                  </a:lnTo>
                  <a:cubicBezTo>
                    <a:pt x="54407" y="195689"/>
                    <a:pt x="55338" y="194780"/>
                    <a:pt x="55338" y="193648"/>
                  </a:cubicBezTo>
                  <a:lnTo>
                    <a:pt x="55338" y="111297"/>
                  </a:lnTo>
                  <a:cubicBezTo>
                    <a:pt x="55338" y="110166"/>
                    <a:pt x="54407" y="109256"/>
                    <a:pt x="53298" y="109256"/>
                  </a:cubicBezTo>
                  <a:lnTo>
                    <a:pt x="51102" y="109256"/>
                  </a:lnTo>
                  <a:lnTo>
                    <a:pt x="51102" y="96703"/>
                  </a:lnTo>
                  <a:lnTo>
                    <a:pt x="52499" y="96592"/>
                  </a:lnTo>
                  <a:cubicBezTo>
                    <a:pt x="77318" y="94485"/>
                    <a:pt x="96769" y="73326"/>
                    <a:pt x="96769" y="48374"/>
                  </a:cubicBezTo>
                  <a:cubicBezTo>
                    <a:pt x="96769" y="28524"/>
                    <a:pt x="84814" y="10891"/>
                    <a:pt x="66317" y="3483"/>
                  </a:cubicBezTo>
                  <a:cubicBezTo>
                    <a:pt x="60617" y="1199"/>
                    <a:pt x="54540" y="1"/>
                    <a:pt x="483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802;p45">
              <a:extLst>
                <a:ext uri="{FF2B5EF4-FFF2-40B4-BE49-F238E27FC236}">
                  <a16:creationId xmlns:a16="http://schemas.microsoft.com/office/drawing/2014/main" id="{DEF86B89-84B2-252A-0A9F-715BCB32DBEB}"/>
                </a:ext>
              </a:extLst>
            </p:cNvPr>
            <p:cNvSpPr/>
            <p:nvPr/>
          </p:nvSpPr>
          <p:spPr>
            <a:xfrm>
              <a:off x="3604125" y="3280731"/>
              <a:ext cx="187425" cy="429750"/>
            </a:xfrm>
            <a:custGeom>
              <a:avLst/>
              <a:gdLst/>
              <a:ahLst/>
              <a:cxnLst/>
              <a:rect l="l" t="t" r="r" b="b"/>
              <a:pathLst>
                <a:path w="7497" h="17190" extrusionOk="0">
                  <a:moveTo>
                    <a:pt x="0" y="1"/>
                  </a:moveTo>
                  <a:lnTo>
                    <a:pt x="0" y="17190"/>
                  </a:lnTo>
                  <a:lnTo>
                    <a:pt x="7497" y="17190"/>
                  </a:lnTo>
                  <a:lnTo>
                    <a:pt x="749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809;p45">
            <a:extLst>
              <a:ext uri="{FF2B5EF4-FFF2-40B4-BE49-F238E27FC236}">
                <a16:creationId xmlns:a16="http://schemas.microsoft.com/office/drawing/2014/main" id="{612C4F00-A543-76D4-904B-858ACCFBF046}"/>
              </a:ext>
            </a:extLst>
          </p:cNvPr>
          <p:cNvGrpSpPr/>
          <p:nvPr/>
        </p:nvGrpSpPr>
        <p:grpSpPr>
          <a:xfrm>
            <a:off x="1600211" y="1902723"/>
            <a:ext cx="1200657" cy="1165851"/>
            <a:chOff x="2984009" y="1618500"/>
            <a:chExt cx="1200657" cy="1165851"/>
          </a:xfrm>
        </p:grpSpPr>
        <p:sp>
          <p:nvSpPr>
            <p:cNvPr id="42" name="Google Shape;810;p45">
              <a:extLst>
                <a:ext uri="{FF2B5EF4-FFF2-40B4-BE49-F238E27FC236}">
                  <a16:creationId xmlns:a16="http://schemas.microsoft.com/office/drawing/2014/main" id="{1853FA57-F0EF-BDF4-4205-2C719470D1BC}"/>
                </a:ext>
              </a:extLst>
            </p:cNvPr>
            <p:cNvSpPr/>
            <p:nvPr/>
          </p:nvSpPr>
          <p:spPr>
            <a:xfrm>
              <a:off x="3470240" y="1630840"/>
              <a:ext cx="228164" cy="532318"/>
            </a:xfrm>
            <a:custGeom>
              <a:avLst/>
              <a:gdLst/>
              <a:ahLst/>
              <a:cxnLst/>
              <a:rect l="l" t="t" r="r" b="b"/>
              <a:pathLst>
                <a:path w="7119" h="16609" extrusionOk="0">
                  <a:moveTo>
                    <a:pt x="2373" y="0"/>
                  </a:moveTo>
                  <a:lnTo>
                    <a:pt x="2373" y="10677"/>
                  </a:lnTo>
                  <a:lnTo>
                    <a:pt x="1" y="13651"/>
                  </a:lnTo>
                  <a:lnTo>
                    <a:pt x="586" y="16609"/>
                  </a:lnTo>
                  <a:lnTo>
                    <a:pt x="3560" y="13050"/>
                  </a:lnTo>
                  <a:lnTo>
                    <a:pt x="6517" y="16609"/>
                  </a:lnTo>
                  <a:lnTo>
                    <a:pt x="7119" y="13651"/>
                  </a:lnTo>
                  <a:lnTo>
                    <a:pt x="4746" y="10677"/>
                  </a:lnTo>
                  <a:lnTo>
                    <a:pt x="4746" y="0"/>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11;p45">
              <a:extLst>
                <a:ext uri="{FF2B5EF4-FFF2-40B4-BE49-F238E27FC236}">
                  <a16:creationId xmlns:a16="http://schemas.microsoft.com/office/drawing/2014/main" id="{11935418-74B6-76FC-4120-9A6739CFCDB5}"/>
                </a:ext>
              </a:extLst>
            </p:cNvPr>
            <p:cNvSpPr/>
            <p:nvPr/>
          </p:nvSpPr>
          <p:spPr>
            <a:xfrm>
              <a:off x="2984009" y="1618500"/>
              <a:ext cx="1200657" cy="1165851"/>
            </a:xfrm>
            <a:custGeom>
              <a:avLst/>
              <a:gdLst/>
              <a:ahLst/>
              <a:cxnLst/>
              <a:rect l="l" t="t" r="r" b="b"/>
              <a:pathLst>
                <a:path w="37462" h="36376" extrusionOk="0">
                  <a:moveTo>
                    <a:pt x="19533" y="4930"/>
                  </a:moveTo>
                  <a:lnTo>
                    <a:pt x="19533" y="6534"/>
                  </a:lnTo>
                  <a:lnTo>
                    <a:pt x="17929" y="6534"/>
                  </a:lnTo>
                  <a:lnTo>
                    <a:pt x="17929" y="4930"/>
                  </a:lnTo>
                  <a:close/>
                  <a:moveTo>
                    <a:pt x="19533" y="7303"/>
                  </a:moveTo>
                  <a:lnTo>
                    <a:pt x="19533" y="8907"/>
                  </a:lnTo>
                  <a:lnTo>
                    <a:pt x="17929" y="8907"/>
                  </a:lnTo>
                  <a:lnTo>
                    <a:pt x="17929" y="7303"/>
                  </a:lnTo>
                  <a:close/>
                  <a:moveTo>
                    <a:pt x="19533" y="9675"/>
                  </a:moveTo>
                  <a:lnTo>
                    <a:pt x="19533" y="11079"/>
                  </a:lnTo>
                  <a:cubicBezTo>
                    <a:pt x="19533" y="11162"/>
                    <a:pt x="19566" y="11246"/>
                    <a:pt x="19616" y="11313"/>
                  </a:cubicBezTo>
                  <a:lnTo>
                    <a:pt x="21705" y="13936"/>
                  </a:lnTo>
                  <a:lnTo>
                    <a:pt x="21321" y="15958"/>
                  </a:lnTo>
                  <a:lnTo>
                    <a:pt x="19031" y="13201"/>
                  </a:lnTo>
                  <a:cubicBezTo>
                    <a:pt x="18948" y="13117"/>
                    <a:pt x="18839" y="13075"/>
                    <a:pt x="18731" y="13075"/>
                  </a:cubicBezTo>
                  <a:cubicBezTo>
                    <a:pt x="18622" y="13075"/>
                    <a:pt x="18514" y="13117"/>
                    <a:pt x="18430" y="13201"/>
                  </a:cubicBezTo>
                  <a:lnTo>
                    <a:pt x="16141" y="15958"/>
                  </a:lnTo>
                  <a:lnTo>
                    <a:pt x="15740" y="13936"/>
                  </a:lnTo>
                  <a:lnTo>
                    <a:pt x="17845" y="11313"/>
                  </a:lnTo>
                  <a:cubicBezTo>
                    <a:pt x="17895" y="11246"/>
                    <a:pt x="17929" y="11162"/>
                    <a:pt x="17929" y="11062"/>
                  </a:cubicBezTo>
                  <a:lnTo>
                    <a:pt x="17929" y="9675"/>
                  </a:lnTo>
                  <a:close/>
                  <a:moveTo>
                    <a:pt x="11730" y="10260"/>
                  </a:moveTo>
                  <a:lnTo>
                    <a:pt x="11546" y="11045"/>
                  </a:lnTo>
                  <a:cubicBezTo>
                    <a:pt x="10995" y="13585"/>
                    <a:pt x="9742" y="15907"/>
                    <a:pt x="7920" y="17762"/>
                  </a:cubicBezTo>
                  <a:lnTo>
                    <a:pt x="8472" y="18314"/>
                  </a:lnTo>
                  <a:cubicBezTo>
                    <a:pt x="8990" y="17779"/>
                    <a:pt x="9457" y="17211"/>
                    <a:pt x="9892" y="16609"/>
                  </a:cubicBezTo>
                  <a:lnTo>
                    <a:pt x="10009" y="16425"/>
                  </a:lnTo>
                  <a:lnTo>
                    <a:pt x="11813" y="17779"/>
                  </a:lnTo>
                  <a:lnTo>
                    <a:pt x="12265" y="17161"/>
                  </a:lnTo>
                  <a:lnTo>
                    <a:pt x="10427" y="15791"/>
                  </a:lnTo>
                  <a:lnTo>
                    <a:pt x="10527" y="15623"/>
                  </a:lnTo>
                  <a:cubicBezTo>
                    <a:pt x="11362" y="14253"/>
                    <a:pt x="11947" y="12766"/>
                    <a:pt x="12298" y="11212"/>
                  </a:cubicBezTo>
                  <a:lnTo>
                    <a:pt x="12498" y="10327"/>
                  </a:lnTo>
                  <a:lnTo>
                    <a:pt x="12716" y="10377"/>
                  </a:lnTo>
                  <a:cubicBezTo>
                    <a:pt x="13735" y="10661"/>
                    <a:pt x="14503" y="11496"/>
                    <a:pt x="14687" y="12516"/>
                  </a:cubicBezTo>
                  <a:lnTo>
                    <a:pt x="15974" y="19182"/>
                  </a:lnTo>
                  <a:lnTo>
                    <a:pt x="14771" y="20034"/>
                  </a:lnTo>
                  <a:cubicBezTo>
                    <a:pt x="13050" y="21271"/>
                    <a:pt x="10978" y="21939"/>
                    <a:pt x="8856" y="21956"/>
                  </a:cubicBezTo>
                  <a:lnTo>
                    <a:pt x="8856" y="22725"/>
                  </a:lnTo>
                  <a:cubicBezTo>
                    <a:pt x="9625" y="22725"/>
                    <a:pt x="10393" y="22624"/>
                    <a:pt x="11145" y="22474"/>
                  </a:cubicBezTo>
                  <a:lnTo>
                    <a:pt x="11529" y="22390"/>
                  </a:lnTo>
                  <a:lnTo>
                    <a:pt x="10744" y="24379"/>
                  </a:lnTo>
                  <a:lnTo>
                    <a:pt x="11446" y="24663"/>
                  </a:lnTo>
                  <a:lnTo>
                    <a:pt x="12482" y="22090"/>
                  </a:lnTo>
                  <a:lnTo>
                    <a:pt x="12565" y="22056"/>
                  </a:lnTo>
                  <a:cubicBezTo>
                    <a:pt x="13501" y="21705"/>
                    <a:pt x="14403" y="21238"/>
                    <a:pt x="15205" y="20669"/>
                  </a:cubicBezTo>
                  <a:lnTo>
                    <a:pt x="16124" y="20001"/>
                  </a:lnTo>
                  <a:lnTo>
                    <a:pt x="16759" y="23309"/>
                  </a:lnTo>
                  <a:cubicBezTo>
                    <a:pt x="17026" y="24663"/>
                    <a:pt x="17160" y="26050"/>
                    <a:pt x="17160" y="27420"/>
                  </a:cubicBezTo>
                  <a:cubicBezTo>
                    <a:pt x="17160" y="29324"/>
                    <a:pt x="15623" y="30862"/>
                    <a:pt x="13718" y="30862"/>
                  </a:cubicBezTo>
                  <a:cubicBezTo>
                    <a:pt x="12281" y="30862"/>
                    <a:pt x="10928" y="31597"/>
                    <a:pt x="10159" y="32833"/>
                  </a:cubicBezTo>
                  <a:lnTo>
                    <a:pt x="9441" y="33986"/>
                  </a:lnTo>
                  <a:cubicBezTo>
                    <a:pt x="8806" y="35005"/>
                    <a:pt x="7720" y="35607"/>
                    <a:pt x="6533" y="35607"/>
                  </a:cubicBezTo>
                  <a:lnTo>
                    <a:pt x="5197" y="35607"/>
                  </a:lnTo>
                  <a:cubicBezTo>
                    <a:pt x="2707" y="35607"/>
                    <a:pt x="853" y="33284"/>
                    <a:pt x="1404" y="30862"/>
                  </a:cubicBezTo>
                  <a:lnTo>
                    <a:pt x="1738" y="29408"/>
                  </a:lnTo>
                  <a:lnTo>
                    <a:pt x="3793" y="30444"/>
                  </a:lnTo>
                  <a:cubicBezTo>
                    <a:pt x="5180" y="31129"/>
                    <a:pt x="6300" y="32232"/>
                    <a:pt x="7018" y="33602"/>
                  </a:cubicBezTo>
                  <a:lnTo>
                    <a:pt x="7703" y="33251"/>
                  </a:lnTo>
                  <a:cubicBezTo>
                    <a:pt x="7419" y="32700"/>
                    <a:pt x="7068" y="32182"/>
                    <a:pt x="6650" y="31714"/>
                  </a:cubicBezTo>
                  <a:lnTo>
                    <a:pt x="6517" y="31547"/>
                  </a:lnTo>
                  <a:lnTo>
                    <a:pt x="8706" y="29893"/>
                  </a:lnTo>
                  <a:lnTo>
                    <a:pt x="8238" y="29274"/>
                  </a:lnTo>
                  <a:lnTo>
                    <a:pt x="5965" y="30995"/>
                  </a:lnTo>
                  <a:lnTo>
                    <a:pt x="5832" y="30878"/>
                  </a:lnTo>
                  <a:cubicBezTo>
                    <a:pt x="5314" y="30444"/>
                    <a:pt x="4746" y="30060"/>
                    <a:pt x="4144" y="29742"/>
                  </a:cubicBezTo>
                  <a:lnTo>
                    <a:pt x="1922" y="28639"/>
                  </a:lnTo>
                  <a:lnTo>
                    <a:pt x="2273" y="27069"/>
                  </a:lnTo>
                  <a:cubicBezTo>
                    <a:pt x="3576" y="21338"/>
                    <a:pt x="6149" y="15958"/>
                    <a:pt x="9775" y="11329"/>
                  </a:cubicBezTo>
                  <a:cubicBezTo>
                    <a:pt x="10193" y="10811"/>
                    <a:pt x="10761" y="10461"/>
                    <a:pt x="11412" y="10327"/>
                  </a:cubicBezTo>
                  <a:lnTo>
                    <a:pt x="11730" y="10260"/>
                  </a:lnTo>
                  <a:close/>
                  <a:moveTo>
                    <a:pt x="25732" y="10260"/>
                  </a:moveTo>
                  <a:lnTo>
                    <a:pt x="26049" y="10327"/>
                  </a:lnTo>
                  <a:cubicBezTo>
                    <a:pt x="26701" y="10461"/>
                    <a:pt x="27286" y="10811"/>
                    <a:pt x="27687" y="11329"/>
                  </a:cubicBezTo>
                  <a:cubicBezTo>
                    <a:pt x="31312" y="15958"/>
                    <a:pt x="33885" y="21338"/>
                    <a:pt x="35189" y="27069"/>
                  </a:cubicBezTo>
                  <a:lnTo>
                    <a:pt x="35540" y="28639"/>
                  </a:lnTo>
                  <a:lnTo>
                    <a:pt x="33317" y="29742"/>
                  </a:lnTo>
                  <a:cubicBezTo>
                    <a:pt x="32716" y="30060"/>
                    <a:pt x="32148" y="30444"/>
                    <a:pt x="31630" y="30878"/>
                  </a:cubicBezTo>
                  <a:lnTo>
                    <a:pt x="31496" y="30995"/>
                  </a:lnTo>
                  <a:lnTo>
                    <a:pt x="29224" y="29274"/>
                  </a:lnTo>
                  <a:lnTo>
                    <a:pt x="28756" y="29893"/>
                  </a:lnTo>
                  <a:lnTo>
                    <a:pt x="30945" y="31547"/>
                  </a:lnTo>
                  <a:lnTo>
                    <a:pt x="30811" y="31714"/>
                  </a:lnTo>
                  <a:cubicBezTo>
                    <a:pt x="30393" y="32182"/>
                    <a:pt x="30042" y="32700"/>
                    <a:pt x="29758" y="33251"/>
                  </a:cubicBezTo>
                  <a:lnTo>
                    <a:pt x="30443" y="33602"/>
                  </a:lnTo>
                  <a:cubicBezTo>
                    <a:pt x="31162" y="32232"/>
                    <a:pt x="32281" y="31129"/>
                    <a:pt x="33668" y="30444"/>
                  </a:cubicBezTo>
                  <a:lnTo>
                    <a:pt x="35723" y="29408"/>
                  </a:lnTo>
                  <a:lnTo>
                    <a:pt x="36058" y="30862"/>
                  </a:lnTo>
                  <a:cubicBezTo>
                    <a:pt x="36609" y="33284"/>
                    <a:pt x="34754" y="35607"/>
                    <a:pt x="32265" y="35607"/>
                  </a:cubicBezTo>
                  <a:lnTo>
                    <a:pt x="30928" y="35607"/>
                  </a:lnTo>
                  <a:cubicBezTo>
                    <a:pt x="29742" y="35607"/>
                    <a:pt x="28639" y="35005"/>
                    <a:pt x="28021" y="33986"/>
                  </a:cubicBezTo>
                  <a:lnTo>
                    <a:pt x="27302" y="32833"/>
                  </a:lnTo>
                  <a:cubicBezTo>
                    <a:pt x="26534" y="31597"/>
                    <a:pt x="25180" y="30862"/>
                    <a:pt x="23727" y="30862"/>
                  </a:cubicBezTo>
                  <a:cubicBezTo>
                    <a:pt x="21839" y="30862"/>
                    <a:pt x="20301" y="29324"/>
                    <a:pt x="20301" y="27420"/>
                  </a:cubicBezTo>
                  <a:cubicBezTo>
                    <a:pt x="20301" y="26050"/>
                    <a:pt x="20435" y="24663"/>
                    <a:pt x="20686" y="23309"/>
                  </a:cubicBezTo>
                  <a:lnTo>
                    <a:pt x="21321" y="20001"/>
                  </a:lnTo>
                  <a:lnTo>
                    <a:pt x="22256" y="20669"/>
                  </a:lnTo>
                  <a:cubicBezTo>
                    <a:pt x="23058" y="21238"/>
                    <a:pt x="23944" y="21705"/>
                    <a:pt x="24896" y="22056"/>
                  </a:cubicBezTo>
                  <a:lnTo>
                    <a:pt x="24980" y="22090"/>
                  </a:lnTo>
                  <a:lnTo>
                    <a:pt x="26016" y="24663"/>
                  </a:lnTo>
                  <a:lnTo>
                    <a:pt x="26717" y="24379"/>
                  </a:lnTo>
                  <a:lnTo>
                    <a:pt x="25932" y="22390"/>
                  </a:lnTo>
                  <a:lnTo>
                    <a:pt x="26316" y="22474"/>
                  </a:lnTo>
                  <a:cubicBezTo>
                    <a:pt x="27068" y="22641"/>
                    <a:pt x="27837" y="22725"/>
                    <a:pt x="28605" y="22725"/>
                  </a:cubicBezTo>
                  <a:lnTo>
                    <a:pt x="28605" y="21956"/>
                  </a:lnTo>
                  <a:cubicBezTo>
                    <a:pt x="26484" y="21939"/>
                    <a:pt x="24412" y="21271"/>
                    <a:pt x="22691" y="20034"/>
                  </a:cubicBezTo>
                  <a:lnTo>
                    <a:pt x="21488" y="19182"/>
                  </a:lnTo>
                  <a:lnTo>
                    <a:pt x="22774" y="12516"/>
                  </a:lnTo>
                  <a:cubicBezTo>
                    <a:pt x="22975" y="11496"/>
                    <a:pt x="23727" y="10661"/>
                    <a:pt x="24746" y="10377"/>
                  </a:cubicBezTo>
                  <a:lnTo>
                    <a:pt x="24963" y="10327"/>
                  </a:lnTo>
                  <a:lnTo>
                    <a:pt x="25164" y="11212"/>
                  </a:lnTo>
                  <a:cubicBezTo>
                    <a:pt x="25514" y="12766"/>
                    <a:pt x="26099" y="14253"/>
                    <a:pt x="26935" y="15623"/>
                  </a:cubicBezTo>
                  <a:lnTo>
                    <a:pt x="27035" y="15791"/>
                  </a:lnTo>
                  <a:lnTo>
                    <a:pt x="25197" y="17161"/>
                  </a:lnTo>
                  <a:lnTo>
                    <a:pt x="25648" y="17779"/>
                  </a:lnTo>
                  <a:lnTo>
                    <a:pt x="27453" y="16425"/>
                  </a:lnTo>
                  <a:lnTo>
                    <a:pt x="27570" y="16609"/>
                  </a:lnTo>
                  <a:cubicBezTo>
                    <a:pt x="28004" y="17211"/>
                    <a:pt x="28472" y="17779"/>
                    <a:pt x="28990" y="18314"/>
                  </a:cubicBezTo>
                  <a:lnTo>
                    <a:pt x="29541" y="17762"/>
                  </a:lnTo>
                  <a:cubicBezTo>
                    <a:pt x="27720" y="15907"/>
                    <a:pt x="26467" y="13585"/>
                    <a:pt x="25915" y="11045"/>
                  </a:cubicBezTo>
                  <a:lnTo>
                    <a:pt x="25732" y="10260"/>
                  </a:lnTo>
                  <a:close/>
                  <a:moveTo>
                    <a:pt x="17160" y="1"/>
                  </a:moveTo>
                  <a:lnTo>
                    <a:pt x="17160" y="10928"/>
                  </a:lnTo>
                  <a:lnTo>
                    <a:pt x="15556" y="12933"/>
                  </a:lnTo>
                  <a:lnTo>
                    <a:pt x="15439" y="12382"/>
                  </a:lnTo>
                  <a:cubicBezTo>
                    <a:pt x="15092" y="10555"/>
                    <a:pt x="13529" y="9495"/>
                    <a:pt x="11939" y="9495"/>
                  </a:cubicBezTo>
                  <a:cubicBezTo>
                    <a:pt x="10926" y="9495"/>
                    <a:pt x="9902" y="9925"/>
                    <a:pt x="9173" y="10862"/>
                  </a:cubicBezTo>
                  <a:cubicBezTo>
                    <a:pt x="5464" y="15573"/>
                    <a:pt x="2858" y="21054"/>
                    <a:pt x="1521" y="26902"/>
                  </a:cubicBezTo>
                  <a:lnTo>
                    <a:pt x="652" y="30695"/>
                  </a:lnTo>
                  <a:cubicBezTo>
                    <a:pt x="0" y="33602"/>
                    <a:pt x="2206" y="36375"/>
                    <a:pt x="5197" y="36375"/>
                  </a:cubicBezTo>
                  <a:lnTo>
                    <a:pt x="6533" y="36375"/>
                  </a:lnTo>
                  <a:cubicBezTo>
                    <a:pt x="7970" y="36375"/>
                    <a:pt x="9324" y="35640"/>
                    <a:pt x="10092" y="34404"/>
                  </a:cubicBezTo>
                  <a:lnTo>
                    <a:pt x="10811" y="33234"/>
                  </a:lnTo>
                  <a:cubicBezTo>
                    <a:pt x="11446" y="32232"/>
                    <a:pt x="12549" y="31630"/>
                    <a:pt x="13718" y="31630"/>
                  </a:cubicBezTo>
                  <a:cubicBezTo>
                    <a:pt x="16041" y="31630"/>
                    <a:pt x="17929" y="29742"/>
                    <a:pt x="17929" y="27420"/>
                  </a:cubicBezTo>
                  <a:cubicBezTo>
                    <a:pt x="17929" y="25999"/>
                    <a:pt x="17795" y="24563"/>
                    <a:pt x="17528" y="23159"/>
                  </a:cubicBezTo>
                  <a:lnTo>
                    <a:pt x="16325" y="16927"/>
                  </a:lnTo>
                  <a:lnTo>
                    <a:pt x="18731" y="14036"/>
                  </a:lnTo>
                  <a:lnTo>
                    <a:pt x="21137" y="16927"/>
                  </a:lnTo>
                  <a:lnTo>
                    <a:pt x="19934" y="23159"/>
                  </a:lnTo>
                  <a:cubicBezTo>
                    <a:pt x="19666" y="24563"/>
                    <a:pt x="19533" y="25999"/>
                    <a:pt x="19533" y="27420"/>
                  </a:cubicBezTo>
                  <a:cubicBezTo>
                    <a:pt x="19533" y="29742"/>
                    <a:pt x="21421" y="31630"/>
                    <a:pt x="23727" y="31630"/>
                  </a:cubicBezTo>
                  <a:cubicBezTo>
                    <a:pt x="24913" y="31630"/>
                    <a:pt x="26016" y="32232"/>
                    <a:pt x="26651" y="33234"/>
                  </a:cubicBezTo>
                  <a:lnTo>
                    <a:pt x="27369" y="34404"/>
                  </a:lnTo>
                  <a:cubicBezTo>
                    <a:pt x="28138" y="35624"/>
                    <a:pt x="29474" y="36375"/>
                    <a:pt x="30928" y="36375"/>
                  </a:cubicBezTo>
                  <a:lnTo>
                    <a:pt x="32265" y="36375"/>
                  </a:lnTo>
                  <a:cubicBezTo>
                    <a:pt x="35256" y="36375"/>
                    <a:pt x="37461" y="33602"/>
                    <a:pt x="36793" y="30695"/>
                  </a:cubicBezTo>
                  <a:lnTo>
                    <a:pt x="35941" y="26902"/>
                  </a:lnTo>
                  <a:cubicBezTo>
                    <a:pt x="34604" y="21054"/>
                    <a:pt x="31981" y="15573"/>
                    <a:pt x="28288" y="10862"/>
                  </a:cubicBezTo>
                  <a:cubicBezTo>
                    <a:pt x="27553" y="9931"/>
                    <a:pt x="26526" y="9502"/>
                    <a:pt x="25512" y="9502"/>
                  </a:cubicBezTo>
                  <a:cubicBezTo>
                    <a:pt x="23922" y="9502"/>
                    <a:pt x="22363" y="10556"/>
                    <a:pt x="22006" y="12382"/>
                  </a:cubicBezTo>
                  <a:lnTo>
                    <a:pt x="21905" y="12933"/>
                  </a:lnTo>
                  <a:lnTo>
                    <a:pt x="20301" y="10928"/>
                  </a:lnTo>
                  <a:lnTo>
                    <a:pt x="20301" y="1"/>
                  </a:lnTo>
                  <a:lnTo>
                    <a:pt x="19533" y="1"/>
                  </a:lnTo>
                  <a:lnTo>
                    <a:pt x="19533" y="4161"/>
                  </a:lnTo>
                  <a:lnTo>
                    <a:pt x="17929" y="4161"/>
                  </a:lnTo>
                  <a:lnTo>
                    <a:pt x="17929" y="1"/>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5" name="Google Shape;1616;p59">
            <a:extLst>
              <a:ext uri="{FF2B5EF4-FFF2-40B4-BE49-F238E27FC236}">
                <a16:creationId xmlns:a16="http://schemas.microsoft.com/office/drawing/2014/main" id="{87ADB2D6-A6E1-129E-EC40-68BA1ABC0C26}"/>
              </a:ext>
            </a:extLst>
          </p:cNvPr>
          <p:cNvSpPr/>
          <p:nvPr/>
        </p:nvSpPr>
        <p:spPr>
          <a:xfrm>
            <a:off x="4289990" y="1503822"/>
            <a:ext cx="628177" cy="546900"/>
          </a:xfrm>
          <a:prstGeom prst="ellipse">
            <a:avLst/>
          </a:pr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6" name="Google Shape;1617;p59">
            <a:extLst>
              <a:ext uri="{FF2B5EF4-FFF2-40B4-BE49-F238E27FC236}">
                <a16:creationId xmlns:a16="http://schemas.microsoft.com/office/drawing/2014/main" id="{8318641F-3D60-999A-06BB-CF40FBB5EB4C}"/>
              </a:ext>
            </a:extLst>
          </p:cNvPr>
          <p:cNvGrpSpPr/>
          <p:nvPr/>
        </p:nvGrpSpPr>
        <p:grpSpPr>
          <a:xfrm>
            <a:off x="4460542" y="1667091"/>
            <a:ext cx="287072" cy="235632"/>
            <a:chOff x="7146781" y="2794202"/>
            <a:chExt cx="287072" cy="235632"/>
          </a:xfrm>
        </p:grpSpPr>
        <p:sp>
          <p:nvSpPr>
            <p:cNvPr id="47" name="Google Shape;1618;p59">
              <a:extLst>
                <a:ext uri="{FF2B5EF4-FFF2-40B4-BE49-F238E27FC236}">
                  <a16:creationId xmlns:a16="http://schemas.microsoft.com/office/drawing/2014/main" id="{A81688DA-C88A-B2AB-3039-F7EF326F0DF4}"/>
                </a:ext>
              </a:extLst>
            </p:cNvPr>
            <p:cNvSpPr/>
            <p:nvPr/>
          </p:nvSpPr>
          <p:spPr>
            <a:xfrm>
              <a:off x="7328729" y="2830066"/>
              <a:ext cx="66792" cy="27948"/>
            </a:xfrm>
            <a:custGeom>
              <a:avLst/>
              <a:gdLst/>
              <a:ahLst/>
              <a:cxnLst/>
              <a:rect l="l" t="t" r="r" b="b"/>
              <a:pathLst>
                <a:path w="2084" h="872" extrusionOk="0">
                  <a:moveTo>
                    <a:pt x="1090" y="0"/>
                  </a:moveTo>
                  <a:cubicBezTo>
                    <a:pt x="756" y="0"/>
                    <a:pt x="439" y="134"/>
                    <a:pt x="205" y="385"/>
                  </a:cubicBezTo>
                  <a:cubicBezTo>
                    <a:pt x="1" y="576"/>
                    <a:pt x="186" y="864"/>
                    <a:pt x="404" y="864"/>
                  </a:cubicBezTo>
                  <a:cubicBezTo>
                    <a:pt x="471" y="864"/>
                    <a:pt x="542" y="836"/>
                    <a:pt x="606" y="769"/>
                  </a:cubicBezTo>
                  <a:cubicBezTo>
                    <a:pt x="723" y="652"/>
                    <a:pt x="906" y="569"/>
                    <a:pt x="1074" y="569"/>
                  </a:cubicBezTo>
                  <a:cubicBezTo>
                    <a:pt x="1241" y="569"/>
                    <a:pt x="1374" y="652"/>
                    <a:pt x="1475" y="769"/>
                  </a:cubicBezTo>
                  <a:cubicBezTo>
                    <a:pt x="1538" y="841"/>
                    <a:pt x="1613" y="871"/>
                    <a:pt x="1685" y="871"/>
                  </a:cubicBezTo>
                  <a:cubicBezTo>
                    <a:pt x="1896" y="871"/>
                    <a:pt x="2083" y="613"/>
                    <a:pt x="1909" y="401"/>
                  </a:cubicBezTo>
                  <a:cubicBezTo>
                    <a:pt x="1708" y="168"/>
                    <a:pt x="1408" y="17"/>
                    <a:pt x="10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19;p59">
              <a:extLst>
                <a:ext uri="{FF2B5EF4-FFF2-40B4-BE49-F238E27FC236}">
                  <a16:creationId xmlns:a16="http://schemas.microsoft.com/office/drawing/2014/main" id="{4E5AFE71-76EB-47E4-D6C1-EE1258D9934B}"/>
                </a:ext>
              </a:extLst>
            </p:cNvPr>
            <p:cNvSpPr/>
            <p:nvPr/>
          </p:nvSpPr>
          <p:spPr>
            <a:xfrm>
              <a:off x="7146781" y="2794202"/>
              <a:ext cx="287072" cy="235632"/>
            </a:xfrm>
            <a:custGeom>
              <a:avLst/>
              <a:gdLst/>
              <a:ahLst/>
              <a:cxnLst/>
              <a:rect l="l" t="t" r="r" b="b"/>
              <a:pathLst>
                <a:path w="8957" h="7352" extrusionOk="0">
                  <a:moveTo>
                    <a:pt x="6786" y="567"/>
                  </a:moveTo>
                  <a:cubicBezTo>
                    <a:pt x="7252" y="567"/>
                    <a:pt x="7698" y="782"/>
                    <a:pt x="8004" y="1153"/>
                  </a:cubicBezTo>
                  <a:cubicBezTo>
                    <a:pt x="8254" y="1437"/>
                    <a:pt x="8388" y="1821"/>
                    <a:pt x="8371" y="2206"/>
                  </a:cubicBezTo>
                  <a:cubicBezTo>
                    <a:pt x="8388" y="2690"/>
                    <a:pt x="8188" y="3158"/>
                    <a:pt x="7853" y="3526"/>
                  </a:cubicBezTo>
                  <a:lnTo>
                    <a:pt x="4679" y="6700"/>
                  </a:lnTo>
                  <a:cubicBezTo>
                    <a:pt x="4620" y="6759"/>
                    <a:pt x="4545" y="6788"/>
                    <a:pt x="4472" y="6788"/>
                  </a:cubicBezTo>
                  <a:cubicBezTo>
                    <a:pt x="4399" y="6788"/>
                    <a:pt x="4328" y="6759"/>
                    <a:pt x="4278" y="6700"/>
                  </a:cubicBezTo>
                  <a:lnTo>
                    <a:pt x="1086" y="3526"/>
                  </a:lnTo>
                  <a:cubicBezTo>
                    <a:pt x="752" y="3158"/>
                    <a:pt x="568" y="2690"/>
                    <a:pt x="568" y="2206"/>
                  </a:cubicBezTo>
                  <a:cubicBezTo>
                    <a:pt x="552" y="1821"/>
                    <a:pt x="685" y="1437"/>
                    <a:pt x="936" y="1153"/>
                  </a:cubicBezTo>
                  <a:cubicBezTo>
                    <a:pt x="1242" y="782"/>
                    <a:pt x="1688" y="567"/>
                    <a:pt x="2169" y="567"/>
                  </a:cubicBezTo>
                  <a:cubicBezTo>
                    <a:pt x="2187" y="567"/>
                    <a:pt x="2205" y="568"/>
                    <a:pt x="2223" y="568"/>
                  </a:cubicBezTo>
                  <a:cubicBezTo>
                    <a:pt x="2340" y="568"/>
                    <a:pt x="2440" y="568"/>
                    <a:pt x="2557" y="585"/>
                  </a:cubicBezTo>
                  <a:cubicBezTo>
                    <a:pt x="2908" y="668"/>
                    <a:pt x="3208" y="835"/>
                    <a:pt x="3459" y="1103"/>
                  </a:cubicBezTo>
                  <a:lnTo>
                    <a:pt x="4278" y="1905"/>
                  </a:lnTo>
                  <a:cubicBezTo>
                    <a:pt x="4328" y="1963"/>
                    <a:pt x="4399" y="1993"/>
                    <a:pt x="4472" y="1993"/>
                  </a:cubicBezTo>
                  <a:cubicBezTo>
                    <a:pt x="4545" y="1993"/>
                    <a:pt x="4620" y="1963"/>
                    <a:pt x="4679" y="1905"/>
                  </a:cubicBezTo>
                  <a:lnTo>
                    <a:pt x="5481" y="1103"/>
                  </a:lnTo>
                  <a:cubicBezTo>
                    <a:pt x="5731" y="835"/>
                    <a:pt x="6049" y="668"/>
                    <a:pt x="6383" y="585"/>
                  </a:cubicBezTo>
                  <a:cubicBezTo>
                    <a:pt x="6500" y="568"/>
                    <a:pt x="6617" y="568"/>
                    <a:pt x="6734" y="568"/>
                  </a:cubicBezTo>
                  <a:cubicBezTo>
                    <a:pt x="6751" y="568"/>
                    <a:pt x="6769" y="567"/>
                    <a:pt x="6786" y="567"/>
                  </a:cubicBezTo>
                  <a:close/>
                  <a:moveTo>
                    <a:pt x="2223" y="0"/>
                  </a:moveTo>
                  <a:cubicBezTo>
                    <a:pt x="1554" y="0"/>
                    <a:pt x="936" y="284"/>
                    <a:pt x="518" y="769"/>
                  </a:cubicBezTo>
                  <a:cubicBezTo>
                    <a:pt x="167" y="1170"/>
                    <a:pt x="0" y="1688"/>
                    <a:pt x="0" y="2206"/>
                  </a:cubicBezTo>
                  <a:cubicBezTo>
                    <a:pt x="0" y="2840"/>
                    <a:pt x="251" y="3459"/>
                    <a:pt x="685" y="3910"/>
                  </a:cubicBezTo>
                  <a:lnTo>
                    <a:pt x="3877" y="7101"/>
                  </a:lnTo>
                  <a:cubicBezTo>
                    <a:pt x="4044" y="7268"/>
                    <a:pt x="4261" y="7352"/>
                    <a:pt x="4476" y="7352"/>
                  </a:cubicBezTo>
                  <a:cubicBezTo>
                    <a:pt x="4691" y="7352"/>
                    <a:pt x="4904" y="7268"/>
                    <a:pt x="5063" y="7101"/>
                  </a:cubicBezTo>
                  <a:lnTo>
                    <a:pt x="8254" y="3910"/>
                  </a:lnTo>
                  <a:cubicBezTo>
                    <a:pt x="8689" y="3459"/>
                    <a:pt x="8939" y="2840"/>
                    <a:pt x="8939" y="2206"/>
                  </a:cubicBezTo>
                  <a:cubicBezTo>
                    <a:pt x="8956" y="1688"/>
                    <a:pt x="8772" y="1170"/>
                    <a:pt x="8438" y="769"/>
                  </a:cubicBezTo>
                  <a:cubicBezTo>
                    <a:pt x="8004" y="284"/>
                    <a:pt x="7385" y="0"/>
                    <a:pt x="6734" y="0"/>
                  </a:cubicBezTo>
                  <a:cubicBezTo>
                    <a:pt x="6583" y="0"/>
                    <a:pt x="6433" y="17"/>
                    <a:pt x="6283" y="33"/>
                  </a:cubicBezTo>
                  <a:cubicBezTo>
                    <a:pt x="5832" y="134"/>
                    <a:pt x="5414" y="368"/>
                    <a:pt x="5096" y="702"/>
                  </a:cubicBezTo>
                  <a:lnTo>
                    <a:pt x="4478" y="1320"/>
                  </a:lnTo>
                  <a:lnTo>
                    <a:pt x="3860" y="702"/>
                  </a:lnTo>
                  <a:cubicBezTo>
                    <a:pt x="3526" y="368"/>
                    <a:pt x="3125" y="134"/>
                    <a:pt x="2657" y="33"/>
                  </a:cubicBezTo>
                  <a:cubicBezTo>
                    <a:pt x="2523" y="17"/>
                    <a:pt x="2373" y="0"/>
                    <a:pt x="222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9" name="Google Shape;1556;p59">
            <a:extLst>
              <a:ext uri="{FF2B5EF4-FFF2-40B4-BE49-F238E27FC236}">
                <a16:creationId xmlns:a16="http://schemas.microsoft.com/office/drawing/2014/main" id="{8EC41DC6-86E7-44E0-C341-779A3B35D51B}"/>
              </a:ext>
            </a:extLst>
          </p:cNvPr>
          <p:cNvSpPr txBox="1">
            <a:spLocks noGrp="1"/>
          </p:cNvSpPr>
          <p:nvPr>
            <p:ph type="title"/>
          </p:nvPr>
        </p:nvSpPr>
        <p:spPr>
          <a:xfrm>
            <a:off x="2411476" y="430766"/>
            <a:ext cx="7704000" cy="74262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20B2AA"/>
                </a:solidFill>
                <a:latin typeface="Bodoni MT Condensed" panose="02070606080606020203" pitchFamily="18" charset="0"/>
              </a:rPr>
              <a:t>Key Performing indicators</a:t>
            </a:r>
            <a:endParaRPr dirty="0">
              <a:solidFill>
                <a:srgbClr val="20B2AA"/>
              </a:solidFill>
              <a:latin typeface="Bodoni MT Condensed" panose="02070606080606020203" pitchFamily="18" charset="0"/>
            </a:endParaRPr>
          </a:p>
        </p:txBody>
      </p:sp>
      <p:sp>
        <p:nvSpPr>
          <p:cNvPr id="67" name="Google Shape;1616;p59">
            <a:extLst>
              <a:ext uri="{FF2B5EF4-FFF2-40B4-BE49-F238E27FC236}">
                <a16:creationId xmlns:a16="http://schemas.microsoft.com/office/drawing/2014/main" id="{7C3DA0E9-0546-94C3-A13B-4B3BB37B695B}"/>
              </a:ext>
            </a:extLst>
          </p:cNvPr>
          <p:cNvSpPr/>
          <p:nvPr/>
        </p:nvSpPr>
        <p:spPr>
          <a:xfrm>
            <a:off x="4291984" y="2529148"/>
            <a:ext cx="628177" cy="602147"/>
          </a:xfrm>
          <a:prstGeom prst="ellipse">
            <a:avLst/>
          </a:pr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1616;p59">
            <a:extLst>
              <a:ext uri="{FF2B5EF4-FFF2-40B4-BE49-F238E27FC236}">
                <a16:creationId xmlns:a16="http://schemas.microsoft.com/office/drawing/2014/main" id="{13E28BA1-C619-E775-A9D1-6E7D4A88E3FB}"/>
              </a:ext>
            </a:extLst>
          </p:cNvPr>
          <p:cNvSpPr/>
          <p:nvPr/>
        </p:nvSpPr>
        <p:spPr>
          <a:xfrm>
            <a:off x="4289990" y="3537059"/>
            <a:ext cx="628177" cy="602147"/>
          </a:xfrm>
          <a:prstGeom prst="ellipse">
            <a:avLst/>
          </a:pr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1616;p59">
            <a:extLst>
              <a:ext uri="{FF2B5EF4-FFF2-40B4-BE49-F238E27FC236}">
                <a16:creationId xmlns:a16="http://schemas.microsoft.com/office/drawing/2014/main" id="{56853CD3-04A6-9DFD-3C29-74566EEFAA7B}"/>
              </a:ext>
            </a:extLst>
          </p:cNvPr>
          <p:cNvSpPr/>
          <p:nvPr/>
        </p:nvSpPr>
        <p:spPr>
          <a:xfrm>
            <a:off x="4305684" y="4628921"/>
            <a:ext cx="628177" cy="602147"/>
          </a:xfrm>
          <a:prstGeom prst="ellipse">
            <a:avLst/>
          </a:pr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1767;p62">
            <a:extLst>
              <a:ext uri="{FF2B5EF4-FFF2-40B4-BE49-F238E27FC236}">
                <a16:creationId xmlns:a16="http://schemas.microsoft.com/office/drawing/2014/main" id="{F11F8533-9DA8-E79F-03EA-1CA3158D9C19}"/>
              </a:ext>
            </a:extLst>
          </p:cNvPr>
          <p:cNvSpPr/>
          <p:nvPr/>
        </p:nvSpPr>
        <p:spPr>
          <a:xfrm>
            <a:off x="4338653" y="4804439"/>
            <a:ext cx="551252" cy="264068"/>
          </a:xfrm>
          <a:custGeom>
            <a:avLst/>
            <a:gdLst/>
            <a:ahLst/>
            <a:cxnLst/>
            <a:rect l="l" t="t" r="r" b="b"/>
            <a:pathLst>
              <a:path w="285107" h="27003" extrusionOk="0">
                <a:moveTo>
                  <a:pt x="27753" y="0"/>
                </a:moveTo>
                <a:cubicBezTo>
                  <a:pt x="27333" y="0"/>
                  <a:pt x="26997" y="280"/>
                  <a:pt x="26913" y="672"/>
                </a:cubicBezTo>
                <a:lnTo>
                  <a:pt x="22824" y="22374"/>
                </a:lnTo>
                <a:lnTo>
                  <a:pt x="18679" y="6889"/>
                </a:lnTo>
                <a:cubicBezTo>
                  <a:pt x="18567" y="6525"/>
                  <a:pt x="18231" y="6273"/>
                  <a:pt x="17867" y="6273"/>
                </a:cubicBezTo>
                <a:cubicBezTo>
                  <a:pt x="17475" y="6273"/>
                  <a:pt x="17139" y="6525"/>
                  <a:pt x="17055" y="6889"/>
                </a:cubicBezTo>
                <a:lnTo>
                  <a:pt x="13667" y="19042"/>
                </a:lnTo>
                <a:lnTo>
                  <a:pt x="1121" y="19042"/>
                </a:lnTo>
                <a:cubicBezTo>
                  <a:pt x="1" y="19042"/>
                  <a:pt x="1" y="20722"/>
                  <a:pt x="1121" y="20722"/>
                </a:cubicBezTo>
                <a:lnTo>
                  <a:pt x="14283" y="20722"/>
                </a:lnTo>
                <a:cubicBezTo>
                  <a:pt x="14675" y="20722"/>
                  <a:pt x="15011" y="20470"/>
                  <a:pt x="15095" y="20106"/>
                </a:cubicBezTo>
                <a:lnTo>
                  <a:pt x="17839" y="10305"/>
                </a:lnTo>
                <a:lnTo>
                  <a:pt x="22152" y="26379"/>
                </a:lnTo>
                <a:cubicBezTo>
                  <a:pt x="22260" y="26799"/>
                  <a:pt x="22611" y="27003"/>
                  <a:pt x="22964" y="27003"/>
                </a:cubicBezTo>
                <a:cubicBezTo>
                  <a:pt x="23340" y="27003"/>
                  <a:pt x="23717" y="26771"/>
                  <a:pt x="23804" y="26323"/>
                </a:cubicBezTo>
                <a:lnTo>
                  <a:pt x="27725" y="5545"/>
                </a:lnTo>
                <a:lnTo>
                  <a:pt x="31337" y="26295"/>
                </a:lnTo>
                <a:cubicBezTo>
                  <a:pt x="31421" y="26687"/>
                  <a:pt x="31729" y="26967"/>
                  <a:pt x="32093" y="26995"/>
                </a:cubicBezTo>
                <a:lnTo>
                  <a:pt x="32177" y="26995"/>
                </a:lnTo>
                <a:cubicBezTo>
                  <a:pt x="32541" y="26995"/>
                  <a:pt x="32849" y="26771"/>
                  <a:pt x="32961" y="26435"/>
                </a:cubicBezTo>
                <a:lnTo>
                  <a:pt x="36658" y="16214"/>
                </a:lnTo>
                <a:lnTo>
                  <a:pt x="54552" y="16214"/>
                </a:lnTo>
                <a:lnTo>
                  <a:pt x="58221" y="26435"/>
                </a:lnTo>
                <a:cubicBezTo>
                  <a:pt x="58333" y="26771"/>
                  <a:pt x="58669" y="26995"/>
                  <a:pt x="59005" y="26995"/>
                </a:cubicBezTo>
                <a:lnTo>
                  <a:pt x="59089" y="26995"/>
                </a:lnTo>
                <a:cubicBezTo>
                  <a:pt x="59453" y="26967"/>
                  <a:pt x="59789" y="26687"/>
                  <a:pt x="59845" y="26295"/>
                </a:cubicBezTo>
                <a:lnTo>
                  <a:pt x="63485" y="5545"/>
                </a:lnTo>
                <a:lnTo>
                  <a:pt x="67378" y="26323"/>
                </a:lnTo>
                <a:cubicBezTo>
                  <a:pt x="67465" y="26771"/>
                  <a:pt x="67842" y="27003"/>
                  <a:pt x="68218" y="27003"/>
                </a:cubicBezTo>
                <a:cubicBezTo>
                  <a:pt x="68571" y="27003"/>
                  <a:pt x="68922" y="26799"/>
                  <a:pt x="69030" y="26379"/>
                </a:cubicBezTo>
                <a:lnTo>
                  <a:pt x="73343" y="10305"/>
                </a:lnTo>
                <a:lnTo>
                  <a:pt x="76087" y="20106"/>
                </a:lnTo>
                <a:cubicBezTo>
                  <a:pt x="76199" y="20470"/>
                  <a:pt x="76535" y="20722"/>
                  <a:pt x="76899" y="20722"/>
                </a:cubicBezTo>
                <a:lnTo>
                  <a:pt x="90593" y="20722"/>
                </a:lnTo>
                <a:cubicBezTo>
                  <a:pt x="90985" y="20722"/>
                  <a:pt x="91321" y="20470"/>
                  <a:pt x="91405" y="20106"/>
                </a:cubicBezTo>
                <a:lnTo>
                  <a:pt x="94149" y="10305"/>
                </a:lnTo>
                <a:lnTo>
                  <a:pt x="98462" y="26379"/>
                </a:lnTo>
                <a:cubicBezTo>
                  <a:pt x="98570" y="26799"/>
                  <a:pt x="98921" y="27003"/>
                  <a:pt x="99274" y="27003"/>
                </a:cubicBezTo>
                <a:cubicBezTo>
                  <a:pt x="99650" y="27003"/>
                  <a:pt x="100028" y="26771"/>
                  <a:pt x="100114" y="26323"/>
                </a:cubicBezTo>
                <a:lnTo>
                  <a:pt x="104035" y="5545"/>
                </a:lnTo>
                <a:lnTo>
                  <a:pt x="107647" y="26295"/>
                </a:lnTo>
                <a:cubicBezTo>
                  <a:pt x="107731" y="26687"/>
                  <a:pt x="108039" y="26967"/>
                  <a:pt x="108403" y="26995"/>
                </a:cubicBezTo>
                <a:lnTo>
                  <a:pt x="108487" y="26995"/>
                </a:lnTo>
                <a:cubicBezTo>
                  <a:pt x="108851" y="26995"/>
                  <a:pt x="109159" y="26771"/>
                  <a:pt x="109271" y="26435"/>
                </a:cubicBezTo>
                <a:lnTo>
                  <a:pt x="112968" y="16214"/>
                </a:lnTo>
                <a:lnTo>
                  <a:pt x="130862" y="16214"/>
                </a:lnTo>
                <a:lnTo>
                  <a:pt x="134531" y="26435"/>
                </a:lnTo>
                <a:cubicBezTo>
                  <a:pt x="134643" y="26771"/>
                  <a:pt x="134979" y="26995"/>
                  <a:pt x="135315" y="26995"/>
                </a:cubicBezTo>
                <a:lnTo>
                  <a:pt x="135399" y="26995"/>
                </a:lnTo>
                <a:cubicBezTo>
                  <a:pt x="135763" y="26967"/>
                  <a:pt x="136099" y="26687"/>
                  <a:pt x="136155" y="26295"/>
                </a:cubicBezTo>
                <a:lnTo>
                  <a:pt x="139796" y="5545"/>
                </a:lnTo>
                <a:lnTo>
                  <a:pt x="143716" y="26323"/>
                </a:lnTo>
                <a:cubicBezTo>
                  <a:pt x="143788" y="26771"/>
                  <a:pt x="144159" y="27003"/>
                  <a:pt x="144532" y="27003"/>
                </a:cubicBezTo>
                <a:cubicBezTo>
                  <a:pt x="144881" y="27003"/>
                  <a:pt x="145232" y="26799"/>
                  <a:pt x="145340" y="26379"/>
                </a:cubicBezTo>
                <a:lnTo>
                  <a:pt x="149653" y="10305"/>
                </a:lnTo>
                <a:lnTo>
                  <a:pt x="152397" y="20106"/>
                </a:lnTo>
                <a:cubicBezTo>
                  <a:pt x="152509" y="20470"/>
                  <a:pt x="152845" y="20722"/>
                  <a:pt x="153209" y="20722"/>
                </a:cubicBezTo>
                <a:lnTo>
                  <a:pt x="167267" y="20722"/>
                </a:lnTo>
                <a:cubicBezTo>
                  <a:pt x="167631" y="20722"/>
                  <a:pt x="167967" y="20470"/>
                  <a:pt x="168079" y="20106"/>
                </a:cubicBezTo>
                <a:lnTo>
                  <a:pt x="170824" y="10305"/>
                </a:lnTo>
                <a:lnTo>
                  <a:pt x="175136" y="26379"/>
                </a:lnTo>
                <a:cubicBezTo>
                  <a:pt x="175245" y="26799"/>
                  <a:pt x="175596" y="27003"/>
                  <a:pt x="175945" y="27003"/>
                </a:cubicBezTo>
                <a:cubicBezTo>
                  <a:pt x="176318" y="27003"/>
                  <a:pt x="176688" y="26771"/>
                  <a:pt x="176760" y="26323"/>
                </a:cubicBezTo>
                <a:lnTo>
                  <a:pt x="180681" y="5545"/>
                </a:lnTo>
                <a:lnTo>
                  <a:pt x="184321" y="26295"/>
                </a:lnTo>
                <a:cubicBezTo>
                  <a:pt x="184377" y="26687"/>
                  <a:pt x="184686" y="26967"/>
                  <a:pt x="185078" y="26995"/>
                </a:cubicBezTo>
                <a:lnTo>
                  <a:pt x="185134" y="26995"/>
                </a:lnTo>
                <a:cubicBezTo>
                  <a:pt x="185498" y="26995"/>
                  <a:pt x="185806" y="26771"/>
                  <a:pt x="185946" y="26435"/>
                </a:cubicBezTo>
                <a:lnTo>
                  <a:pt x="189614" y="16214"/>
                </a:lnTo>
                <a:lnTo>
                  <a:pt x="207509" y="16214"/>
                </a:lnTo>
                <a:lnTo>
                  <a:pt x="211205" y="26435"/>
                </a:lnTo>
                <a:cubicBezTo>
                  <a:pt x="211317" y="26771"/>
                  <a:pt x="211625" y="26995"/>
                  <a:pt x="211989" y="26995"/>
                </a:cubicBezTo>
                <a:lnTo>
                  <a:pt x="212045" y="26995"/>
                </a:lnTo>
                <a:cubicBezTo>
                  <a:pt x="212437" y="26967"/>
                  <a:pt x="212745" y="26687"/>
                  <a:pt x="212801" y="26295"/>
                </a:cubicBezTo>
                <a:lnTo>
                  <a:pt x="216442" y="5545"/>
                </a:lnTo>
                <a:lnTo>
                  <a:pt x="220362" y="26323"/>
                </a:lnTo>
                <a:cubicBezTo>
                  <a:pt x="220449" y="26771"/>
                  <a:pt x="220819" y="27003"/>
                  <a:pt x="221192" y="27003"/>
                </a:cubicBezTo>
                <a:cubicBezTo>
                  <a:pt x="221541" y="27003"/>
                  <a:pt x="221893" y="26799"/>
                  <a:pt x="222014" y="26379"/>
                </a:cubicBezTo>
                <a:lnTo>
                  <a:pt x="226327" y="10305"/>
                </a:lnTo>
                <a:lnTo>
                  <a:pt x="229071" y="20106"/>
                </a:lnTo>
                <a:cubicBezTo>
                  <a:pt x="229155" y="20470"/>
                  <a:pt x="229491" y="20722"/>
                  <a:pt x="229884" y="20722"/>
                </a:cubicBezTo>
                <a:lnTo>
                  <a:pt x="243913" y="20722"/>
                </a:lnTo>
                <a:cubicBezTo>
                  <a:pt x="244305" y="20722"/>
                  <a:pt x="244642" y="20470"/>
                  <a:pt x="244726" y="20106"/>
                </a:cubicBezTo>
                <a:lnTo>
                  <a:pt x="247470" y="10305"/>
                </a:lnTo>
                <a:lnTo>
                  <a:pt x="251782" y="26379"/>
                </a:lnTo>
                <a:cubicBezTo>
                  <a:pt x="251891" y="26799"/>
                  <a:pt x="252242" y="27003"/>
                  <a:pt x="252594" y="27003"/>
                </a:cubicBezTo>
                <a:cubicBezTo>
                  <a:pt x="252970" y="27003"/>
                  <a:pt x="253348" y="26771"/>
                  <a:pt x="253435" y="26323"/>
                </a:cubicBezTo>
                <a:lnTo>
                  <a:pt x="257355" y="5545"/>
                </a:lnTo>
                <a:lnTo>
                  <a:pt x="260968" y="26295"/>
                </a:lnTo>
                <a:cubicBezTo>
                  <a:pt x="261052" y="26687"/>
                  <a:pt x="261360" y="26967"/>
                  <a:pt x="261724" y="26995"/>
                </a:cubicBezTo>
                <a:lnTo>
                  <a:pt x="261808" y="26995"/>
                </a:lnTo>
                <a:cubicBezTo>
                  <a:pt x="262172" y="26995"/>
                  <a:pt x="262480" y="26771"/>
                  <a:pt x="262592" y="26435"/>
                </a:cubicBezTo>
                <a:lnTo>
                  <a:pt x="266288" y="16214"/>
                </a:lnTo>
                <a:lnTo>
                  <a:pt x="283987" y="16214"/>
                </a:lnTo>
                <a:cubicBezTo>
                  <a:pt x="285107" y="16214"/>
                  <a:pt x="285107" y="14534"/>
                  <a:pt x="283987" y="14534"/>
                </a:cubicBezTo>
                <a:lnTo>
                  <a:pt x="265672" y="14534"/>
                </a:lnTo>
                <a:cubicBezTo>
                  <a:pt x="265336" y="14534"/>
                  <a:pt x="265000" y="14758"/>
                  <a:pt x="264888" y="15094"/>
                </a:cubicBezTo>
                <a:lnTo>
                  <a:pt x="262088" y="22906"/>
                </a:lnTo>
                <a:lnTo>
                  <a:pt x="258195" y="700"/>
                </a:lnTo>
                <a:cubicBezTo>
                  <a:pt x="258139" y="308"/>
                  <a:pt x="257775" y="0"/>
                  <a:pt x="257383" y="0"/>
                </a:cubicBezTo>
                <a:cubicBezTo>
                  <a:pt x="256963" y="0"/>
                  <a:pt x="256627" y="280"/>
                  <a:pt x="256543" y="672"/>
                </a:cubicBezTo>
                <a:lnTo>
                  <a:pt x="252455" y="22374"/>
                </a:lnTo>
                <a:lnTo>
                  <a:pt x="248310" y="6889"/>
                </a:lnTo>
                <a:cubicBezTo>
                  <a:pt x="248198" y="6525"/>
                  <a:pt x="247862" y="6273"/>
                  <a:pt x="247498" y="6273"/>
                </a:cubicBezTo>
                <a:cubicBezTo>
                  <a:pt x="247106" y="6273"/>
                  <a:pt x="246770" y="6525"/>
                  <a:pt x="246686" y="6889"/>
                </a:cubicBezTo>
                <a:lnTo>
                  <a:pt x="243269" y="19042"/>
                </a:lnTo>
                <a:lnTo>
                  <a:pt x="230500" y="19042"/>
                </a:lnTo>
                <a:lnTo>
                  <a:pt x="227111" y="6889"/>
                </a:lnTo>
                <a:cubicBezTo>
                  <a:pt x="226999" y="6525"/>
                  <a:pt x="226691" y="6273"/>
                  <a:pt x="226299" y="6273"/>
                </a:cubicBezTo>
                <a:cubicBezTo>
                  <a:pt x="225907" y="6273"/>
                  <a:pt x="225599" y="6525"/>
                  <a:pt x="225487" y="6889"/>
                </a:cubicBezTo>
                <a:lnTo>
                  <a:pt x="221342" y="22374"/>
                </a:lnTo>
                <a:lnTo>
                  <a:pt x="217254" y="672"/>
                </a:lnTo>
                <a:cubicBezTo>
                  <a:pt x="217170" y="280"/>
                  <a:pt x="216834" y="0"/>
                  <a:pt x="216414" y="0"/>
                </a:cubicBezTo>
                <a:cubicBezTo>
                  <a:pt x="215994" y="0"/>
                  <a:pt x="215658" y="308"/>
                  <a:pt x="215574" y="700"/>
                </a:cubicBezTo>
                <a:lnTo>
                  <a:pt x="211709" y="22906"/>
                </a:lnTo>
                <a:lnTo>
                  <a:pt x="208909" y="15094"/>
                </a:lnTo>
                <a:cubicBezTo>
                  <a:pt x="208769" y="14758"/>
                  <a:pt x="208461" y="14534"/>
                  <a:pt x="208097" y="14534"/>
                </a:cubicBezTo>
                <a:lnTo>
                  <a:pt x="189026" y="14534"/>
                </a:lnTo>
                <a:cubicBezTo>
                  <a:pt x="188662" y="14534"/>
                  <a:pt x="188354" y="14758"/>
                  <a:pt x="188242" y="15094"/>
                </a:cubicBezTo>
                <a:lnTo>
                  <a:pt x="185442" y="22906"/>
                </a:lnTo>
                <a:lnTo>
                  <a:pt x="181549" y="700"/>
                </a:lnTo>
                <a:cubicBezTo>
                  <a:pt x="181465" y="308"/>
                  <a:pt x="181129" y="0"/>
                  <a:pt x="180709" y="0"/>
                </a:cubicBezTo>
                <a:cubicBezTo>
                  <a:pt x="180317" y="0"/>
                  <a:pt x="179953" y="280"/>
                  <a:pt x="179897" y="672"/>
                </a:cubicBezTo>
                <a:lnTo>
                  <a:pt x="175808" y="22374"/>
                </a:lnTo>
                <a:lnTo>
                  <a:pt x="171636" y="6889"/>
                </a:lnTo>
                <a:cubicBezTo>
                  <a:pt x="171552" y="6525"/>
                  <a:pt x="171216" y="6273"/>
                  <a:pt x="170824" y="6273"/>
                </a:cubicBezTo>
                <a:cubicBezTo>
                  <a:pt x="170460" y="6273"/>
                  <a:pt x="170124" y="6525"/>
                  <a:pt x="170012" y="6889"/>
                </a:cubicBezTo>
                <a:lnTo>
                  <a:pt x="166623" y="19042"/>
                </a:lnTo>
                <a:lnTo>
                  <a:pt x="153853" y="19042"/>
                </a:lnTo>
                <a:lnTo>
                  <a:pt x="150465" y="6889"/>
                </a:lnTo>
                <a:cubicBezTo>
                  <a:pt x="150353" y="6525"/>
                  <a:pt x="150017" y="6273"/>
                  <a:pt x="149653" y="6273"/>
                </a:cubicBezTo>
                <a:lnTo>
                  <a:pt x="149625" y="6273"/>
                </a:lnTo>
                <a:cubicBezTo>
                  <a:pt x="149261" y="6273"/>
                  <a:pt x="148925" y="6525"/>
                  <a:pt x="148841" y="6889"/>
                </a:cubicBezTo>
                <a:lnTo>
                  <a:pt x="144668" y="22374"/>
                </a:lnTo>
                <a:lnTo>
                  <a:pt x="140580" y="672"/>
                </a:lnTo>
                <a:cubicBezTo>
                  <a:pt x="140496" y="280"/>
                  <a:pt x="140160" y="0"/>
                  <a:pt x="139768" y="0"/>
                </a:cubicBezTo>
                <a:lnTo>
                  <a:pt x="139740" y="0"/>
                </a:lnTo>
                <a:cubicBezTo>
                  <a:pt x="139348" y="0"/>
                  <a:pt x="138983" y="308"/>
                  <a:pt x="138927" y="700"/>
                </a:cubicBezTo>
                <a:lnTo>
                  <a:pt x="135035" y="22906"/>
                </a:lnTo>
                <a:lnTo>
                  <a:pt x="132235" y="15094"/>
                </a:lnTo>
                <a:cubicBezTo>
                  <a:pt x="132123" y="14758"/>
                  <a:pt x="131786" y="14534"/>
                  <a:pt x="131450" y="14534"/>
                </a:cubicBezTo>
                <a:lnTo>
                  <a:pt x="112352" y="14534"/>
                </a:lnTo>
                <a:cubicBezTo>
                  <a:pt x="112016" y="14534"/>
                  <a:pt x="111680" y="14758"/>
                  <a:pt x="111568" y="15094"/>
                </a:cubicBezTo>
                <a:lnTo>
                  <a:pt x="108767" y="22906"/>
                </a:lnTo>
                <a:lnTo>
                  <a:pt x="104875" y="700"/>
                </a:lnTo>
                <a:cubicBezTo>
                  <a:pt x="104819" y="308"/>
                  <a:pt x="104455" y="0"/>
                  <a:pt x="104063" y="0"/>
                </a:cubicBezTo>
                <a:cubicBezTo>
                  <a:pt x="103643" y="0"/>
                  <a:pt x="103307" y="280"/>
                  <a:pt x="103223" y="672"/>
                </a:cubicBezTo>
                <a:lnTo>
                  <a:pt x="99134" y="22374"/>
                </a:lnTo>
                <a:lnTo>
                  <a:pt x="94990" y="6889"/>
                </a:lnTo>
                <a:cubicBezTo>
                  <a:pt x="94878" y="6525"/>
                  <a:pt x="94542" y="6273"/>
                  <a:pt x="94177" y="6273"/>
                </a:cubicBezTo>
                <a:cubicBezTo>
                  <a:pt x="93785" y="6273"/>
                  <a:pt x="93449" y="6525"/>
                  <a:pt x="93365" y="6889"/>
                </a:cubicBezTo>
                <a:lnTo>
                  <a:pt x="89949" y="19042"/>
                </a:lnTo>
                <a:lnTo>
                  <a:pt x="77543" y="19042"/>
                </a:lnTo>
                <a:lnTo>
                  <a:pt x="74155" y="6889"/>
                </a:lnTo>
                <a:cubicBezTo>
                  <a:pt x="74043" y="6525"/>
                  <a:pt x="73707" y="6273"/>
                  <a:pt x="73343" y="6273"/>
                </a:cubicBezTo>
                <a:lnTo>
                  <a:pt x="73315" y="6273"/>
                </a:lnTo>
                <a:cubicBezTo>
                  <a:pt x="72951" y="6273"/>
                  <a:pt x="72615" y="6525"/>
                  <a:pt x="72531" y="6889"/>
                </a:cubicBezTo>
                <a:lnTo>
                  <a:pt x="68358" y="22374"/>
                </a:lnTo>
                <a:lnTo>
                  <a:pt x="64270" y="672"/>
                </a:lnTo>
                <a:cubicBezTo>
                  <a:pt x="64186" y="280"/>
                  <a:pt x="63849" y="0"/>
                  <a:pt x="63457" y="0"/>
                </a:cubicBezTo>
                <a:lnTo>
                  <a:pt x="63429" y="0"/>
                </a:lnTo>
                <a:cubicBezTo>
                  <a:pt x="63037" y="0"/>
                  <a:pt x="62673" y="308"/>
                  <a:pt x="62617" y="700"/>
                </a:cubicBezTo>
                <a:lnTo>
                  <a:pt x="58725" y="22906"/>
                </a:lnTo>
                <a:lnTo>
                  <a:pt x="55924" y="15094"/>
                </a:lnTo>
                <a:cubicBezTo>
                  <a:pt x="55812" y="14758"/>
                  <a:pt x="55476" y="14534"/>
                  <a:pt x="55140" y="14534"/>
                </a:cubicBezTo>
                <a:lnTo>
                  <a:pt x="36042" y="14534"/>
                </a:lnTo>
                <a:cubicBezTo>
                  <a:pt x="35706" y="14534"/>
                  <a:pt x="35370" y="14758"/>
                  <a:pt x="35258" y="15094"/>
                </a:cubicBezTo>
                <a:lnTo>
                  <a:pt x="32457" y="22906"/>
                </a:lnTo>
                <a:lnTo>
                  <a:pt x="28565" y="700"/>
                </a:lnTo>
                <a:cubicBezTo>
                  <a:pt x="28509" y="308"/>
                  <a:pt x="28145" y="0"/>
                  <a:pt x="27753"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TextBox 74">
            <a:extLst>
              <a:ext uri="{FF2B5EF4-FFF2-40B4-BE49-F238E27FC236}">
                <a16:creationId xmlns:a16="http://schemas.microsoft.com/office/drawing/2014/main" id="{3789D3B8-76CF-155D-2DCD-1B5B5F3C2CB9}"/>
              </a:ext>
            </a:extLst>
          </p:cNvPr>
          <p:cNvSpPr txBox="1"/>
          <p:nvPr/>
        </p:nvSpPr>
        <p:spPr>
          <a:xfrm>
            <a:off x="5062819" y="1481939"/>
            <a:ext cx="4612809" cy="646331"/>
          </a:xfrm>
          <a:prstGeom prst="rect">
            <a:avLst/>
          </a:prstGeom>
          <a:noFill/>
        </p:spPr>
        <p:txBody>
          <a:bodyPr wrap="square">
            <a:spAutoFit/>
          </a:bodyPr>
          <a:lstStyle/>
          <a:p>
            <a:r>
              <a:rPr lang="en" dirty="0">
                <a:solidFill>
                  <a:srgbClr val="20B2AA"/>
                </a:solidFill>
                <a:latin typeface="Bodoni MT Condensed" panose="02070606080606020203" pitchFamily="18" charset="0"/>
              </a:rPr>
              <a:t>Total Cases: </a:t>
            </a:r>
            <a:r>
              <a:rPr lang="en" dirty="0">
                <a:latin typeface="Bodoni MT Condensed" panose="02070606080606020203" pitchFamily="18" charset="0"/>
              </a:rPr>
              <a:t>2241</a:t>
            </a:r>
          </a:p>
          <a:p>
            <a:r>
              <a:rPr lang="en" dirty="0">
                <a:latin typeface="Bodoni MT Condensed" panose="02070606080606020203" pitchFamily="18" charset="0"/>
              </a:rPr>
              <a:t>Total numbers of casses within the country </a:t>
            </a:r>
            <a:endParaRPr lang="en-US" dirty="0"/>
          </a:p>
        </p:txBody>
      </p:sp>
      <p:sp>
        <p:nvSpPr>
          <p:cNvPr id="77" name="TextBox 76">
            <a:extLst>
              <a:ext uri="{FF2B5EF4-FFF2-40B4-BE49-F238E27FC236}">
                <a16:creationId xmlns:a16="http://schemas.microsoft.com/office/drawing/2014/main" id="{3661C069-D074-9314-072C-E9EE7A873C8D}"/>
              </a:ext>
            </a:extLst>
          </p:cNvPr>
          <p:cNvSpPr txBox="1"/>
          <p:nvPr/>
        </p:nvSpPr>
        <p:spPr>
          <a:xfrm>
            <a:off x="5062819" y="2465457"/>
            <a:ext cx="4612809" cy="646331"/>
          </a:xfrm>
          <a:prstGeom prst="rect">
            <a:avLst/>
          </a:prstGeom>
          <a:noFill/>
        </p:spPr>
        <p:txBody>
          <a:bodyPr wrap="square">
            <a:spAutoFit/>
          </a:bodyPr>
          <a:lstStyle/>
          <a:p>
            <a:r>
              <a:rPr lang="en" dirty="0">
                <a:solidFill>
                  <a:srgbClr val="20B2AA"/>
                </a:solidFill>
                <a:latin typeface="Bodoni MT Condensed" panose="02070606080606020203" pitchFamily="18" charset="0"/>
              </a:rPr>
              <a:t>Total State: </a:t>
            </a:r>
            <a:r>
              <a:rPr lang="en" dirty="0">
                <a:latin typeface="Bodoni MT Condensed" panose="02070606080606020203" pitchFamily="18" charset="0"/>
              </a:rPr>
              <a:t>37</a:t>
            </a:r>
          </a:p>
          <a:p>
            <a:r>
              <a:rPr lang="en" dirty="0">
                <a:latin typeface="Bodoni MT Condensed" panose="02070606080606020203" pitchFamily="18" charset="0"/>
              </a:rPr>
              <a:t>Total numbers of states recorded.</a:t>
            </a:r>
            <a:endParaRPr lang="en-US" dirty="0"/>
          </a:p>
        </p:txBody>
      </p:sp>
      <p:sp>
        <p:nvSpPr>
          <p:cNvPr id="78" name="TextBox 77">
            <a:extLst>
              <a:ext uri="{FF2B5EF4-FFF2-40B4-BE49-F238E27FC236}">
                <a16:creationId xmlns:a16="http://schemas.microsoft.com/office/drawing/2014/main" id="{72881491-18FC-5967-AD1D-AE65C723A8D9}"/>
              </a:ext>
            </a:extLst>
          </p:cNvPr>
          <p:cNvSpPr txBox="1"/>
          <p:nvPr/>
        </p:nvSpPr>
        <p:spPr>
          <a:xfrm>
            <a:off x="5076610" y="3492875"/>
            <a:ext cx="4612809" cy="646331"/>
          </a:xfrm>
          <a:prstGeom prst="rect">
            <a:avLst/>
          </a:prstGeom>
          <a:noFill/>
        </p:spPr>
        <p:txBody>
          <a:bodyPr wrap="square">
            <a:spAutoFit/>
          </a:bodyPr>
          <a:lstStyle/>
          <a:p>
            <a:r>
              <a:rPr lang="en" dirty="0">
                <a:solidFill>
                  <a:srgbClr val="20B2AA"/>
                </a:solidFill>
                <a:latin typeface="Bodoni MT Condensed" panose="02070606080606020203" pitchFamily="18" charset="0"/>
              </a:rPr>
              <a:t>Years: </a:t>
            </a:r>
            <a:r>
              <a:rPr lang="en" dirty="0">
                <a:latin typeface="Bodoni MT Condensed" panose="02070606080606020203" pitchFamily="18" charset="0"/>
              </a:rPr>
              <a:t>10</a:t>
            </a:r>
          </a:p>
          <a:p>
            <a:r>
              <a:rPr lang="en" dirty="0">
                <a:latin typeface="Bodoni MT Condensed" panose="02070606080606020203" pitchFamily="18" charset="0"/>
              </a:rPr>
              <a:t>Total numbers of years.</a:t>
            </a:r>
            <a:endParaRPr lang="en-US" dirty="0"/>
          </a:p>
        </p:txBody>
      </p:sp>
      <p:sp>
        <p:nvSpPr>
          <p:cNvPr id="79" name="TextBox 78">
            <a:extLst>
              <a:ext uri="{FF2B5EF4-FFF2-40B4-BE49-F238E27FC236}">
                <a16:creationId xmlns:a16="http://schemas.microsoft.com/office/drawing/2014/main" id="{43B80CBD-6A9F-4242-13F5-CEB1B191FA65}"/>
              </a:ext>
            </a:extLst>
          </p:cNvPr>
          <p:cNvSpPr txBox="1"/>
          <p:nvPr/>
        </p:nvSpPr>
        <p:spPr>
          <a:xfrm>
            <a:off x="5062818" y="4576673"/>
            <a:ext cx="4612809" cy="646331"/>
          </a:xfrm>
          <a:prstGeom prst="rect">
            <a:avLst/>
          </a:prstGeom>
          <a:noFill/>
        </p:spPr>
        <p:txBody>
          <a:bodyPr wrap="square">
            <a:spAutoFit/>
          </a:bodyPr>
          <a:lstStyle/>
          <a:p>
            <a:r>
              <a:rPr lang="en" dirty="0">
                <a:solidFill>
                  <a:srgbClr val="20B2AA"/>
                </a:solidFill>
                <a:latin typeface="Bodoni MT Condensed" panose="02070606080606020203" pitchFamily="18" charset="0"/>
              </a:rPr>
              <a:t>Total Death: </a:t>
            </a:r>
            <a:r>
              <a:rPr lang="en" dirty="0">
                <a:latin typeface="Bodoni MT Condensed" panose="02070606080606020203" pitchFamily="18" charset="0"/>
              </a:rPr>
              <a:t>1156</a:t>
            </a:r>
          </a:p>
          <a:p>
            <a:r>
              <a:rPr lang="en" dirty="0">
                <a:latin typeface="Bodoni MT Condensed" panose="02070606080606020203" pitchFamily="18" charset="0"/>
              </a:rPr>
              <a:t>Total number od recorded death incidence across the states</a:t>
            </a:r>
            <a:endParaRPr lang="en-US" dirty="0"/>
          </a:p>
        </p:txBody>
      </p:sp>
      <p:sp>
        <p:nvSpPr>
          <p:cNvPr id="80" name="Google Shape;1616;p59">
            <a:extLst>
              <a:ext uri="{FF2B5EF4-FFF2-40B4-BE49-F238E27FC236}">
                <a16:creationId xmlns:a16="http://schemas.microsoft.com/office/drawing/2014/main" id="{88F8C2F6-B8AC-7B86-5A2D-9E2F4797CEF4}"/>
              </a:ext>
            </a:extLst>
          </p:cNvPr>
          <p:cNvSpPr/>
          <p:nvPr/>
        </p:nvSpPr>
        <p:spPr>
          <a:xfrm>
            <a:off x="4289990" y="5664412"/>
            <a:ext cx="628177" cy="602147"/>
          </a:xfrm>
          <a:prstGeom prst="ellipse">
            <a:avLst/>
          </a:prstGeom>
          <a:solidFill>
            <a:srgbClr val="20B2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TextBox 81">
            <a:extLst>
              <a:ext uri="{FF2B5EF4-FFF2-40B4-BE49-F238E27FC236}">
                <a16:creationId xmlns:a16="http://schemas.microsoft.com/office/drawing/2014/main" id="{53B10AF3-4BFD-7614-1053-045908CE7124}"/>
              </a:ext>
            </a:extLst>
          </p:cNvPr>
          <p:cNvSpPr txBox="1"/>
          <p:nvPr/>
        </p:nvSpPr>
        <p:spPr>
          <a:xfrm>
            <a:off x="5062818" y="5620228"/>
            <a:ext cx="4612809" cy="646331"/>
          </a:xfrm>
          <a:prstGeom prst="rect">
            <a:avLst/>
          </a:prstGeom>
          <a:noFill/>
        </p:spPr>
        <p:txBody>
          <a:bodyPr wrap="square">
            <a:spAutoFit/>
          </a:bodyPr>
          <a:lstStyle/>
          <a:p>
            <a:r>
              <a:rPr lang="en" dirty="0">
                <a:solidFill>
                  <a:srgbClr val="20B2AA"/>
                </a:solidFill>
                <a:latin typeface="Bodoni MT Condensed" panose="02070606080606020203" pitchFamily="18" charset="0"/>
              </a:rPr>
              <a:t>Total Death Rate: </a:t>
            </a:r>
            <a:r>
              <a:rPr lang="en" dirty="0">
                <a:latin typeface="Bodoni MT Condensed" panose="02070606080606020203" pitchFamily="18" charset="0"/>
              </a:rPr>
              <a:t>51%</a:t>
            </a:r>
          </a:p>
          <a:p>
            <a:r>
              <a:rPr lang="en" dirty="0">
                <a:latin typeface="Bodoni MT Condensed" panose="02070606080606020203" pitchFamily="18" charset="0"/>
              </a:rPr>
              <a:t>Percentage of death rate within the country</a:t>
            </a:r>
          </a:p>
        </p:txBody>
      </p:sp>
      <p:sp>
        <p:nvSpPr>
          <p:cNvPr id="83" name="Google Shape;1171;p48">
            <a:extLst>
              <a:ext uri="{FF2B5EF4-FFF2-40B4-BE49-F238E27FC236}">
                <a16:creationId xmlns:a16="http://schemas.microsoft.com/office/drawing/2014/main" id="{59163C7B-232E-4837-6989-D47678987689}"/>
              </a:ext>
            </a:extLst>
          </p:cNvPr>
          <p:cNvSpPr/>
          <p:nvPr/>
        </p:nvSpPr>
        <p:spPr>
          <a:xfrm>
            <a:off x="4437066" y="5832818"/>
            <a:ext cx="289543" cy="249006"/>
          </a:xfrm>
          <a:custGeom>
            <a:avLst/>
            <a:gdLst/>
            <a:ahLst/>
            <a:cxnLst/>
            <a:rect l="l" t="t" r="r" b="b"/>
            <a:pathLst>
              <a:path w="67834" h="67834" extrusionOk="0">
                <a:moveTo>
                  <a:pt x="24199" y="0"/>
                </a:moveTo>
                <a:lnTo>
                  <a:pt x="24199" y="24199"/>
                </a:lnTo>
                <a:lnTo>
                  <a:pt x="0" y="24199"/>
                </a:lnTo>
                <a:lnTo>
                  <a:pt x="0" y="43635"/>
                </a:lnTo>
                <a:lnTo>
                  <a:pt x="24199" y="43635"/>
                </a:lnTo>
                <a:lnTo>
                  <a:pt x="24199" y="67834"/>
                </a:lnTo>
                <a:lnTo>
                  <a:pt x="43635" y="67834"/>
                </a:lnTo>
                <a:lnTo>
                  <a:pt x="43635" y="43635"/>
                </a:lnTo>
                <a:lnTo>
                  <a:pt x="67833" y="43635"/>
                </a:lnTo>
                <a:lnTo>
                  <a:pt x="67833" y="24199"/>
                </a:lnTo>
                <a:lnTo>
                  <a:pt x="43635" y="24199"/>
                </a:lnTo>
                <a:lnTo>
                  <a:pt x="436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BB297F41-3CFE-1B05-F106-841B95AA29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9307" y="3671268"/>
            <a:ext cx="289543" cy="289543"/>
          </a:xfrm>
          <a:prstGeom prst="rect">
            <a:avLst/>
          </a:prstGeom>
        </p:spPr>
      </p:pic>
      <p:grpSp>
        <p:nvGrpSpPr>
          <p:cNvPr id="2" name="Google Shape;4243;p72">
            <a:extLst>
              <a:ext uri="{FF2B5EF4-FFF2-40B4-BE49-F238E27FC236}">
                <a16:creationId xmlns:a16="http://schemas.microsoft.com/office/drawing/2014/main" id="{8CA89D52-F32B-454C-D742-28D726D083BA}"/>
              </a:ext>
            </a:extLst>
          </p:cNvPr>
          <p:cNvGrpSpPr/>
          <p:nvPr/>
        </p:nvGrpSpPr>
        <p:grpSpPr>
          <a:xfrm>
            <a:off x="4405747" y="2631158"/>
            <a:ext cx="396662" cy="387612"/>
            <a:chOff x="6000718" y="3070557"/>
            <a:chExt cx="587865" cy="517731"/>
          </a:xfrm>
          <a:noFill/>
        </p:grpSpPr>
        <p:sp>
          <p:nvSpPr>
            <p:cNvPr id="3" name="Google Shape;4244;p72">
              <a:extLst>
                <a:ext uri="{FF2B5EF4-FFF2-40B4-BE49-F238E27FC236}">
                  <a16:creationId xmlns:a16="http://schemas.microsoft.com/office/drawing/2014/main" id="{C6A243D0-4C0A-F7AC-42F5-CF91F6EEBEBA}"/>
                </a:ext>
              </a:extLst>
            </p:cNvPr>
            <p:cNvSpPr/>
            <p:nvPr/>
          </p:nvSpPr>
          <p:spPr>
            <a:xfrm>
              <a:off x="6161116" y="3104229"/>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245;p72">
              <a:extLst>
                <a:ext uri="{FF2B5EF4-FFF2-40B4-BE49-F238E27FC236}">
                  <a16:creationId xmlns:a16="http://schemas.microsoft.com/office/drawing/2014/main" id="{7D201363-F9A2-B637-24C1-8BE0563F3000}"/>
                </a:ext>
              </a:extLst>
            </p:cNvPr>
            <p:cNvSpPr/>
            <p:nvPr/>
          </p:nvSpPr>
          <p:spPr>
            <a:xfrm>
              <a:off x="6032245" y="3317811"/>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46;p72">
              <a:extLst>
                <a:ext uri="{FF2B5EF4-FFF2-40B4-BE49-F238E27FC236}">
                  <a16:creationId xmlns:a16="http://schemas.microsoft.com/office/drawing/2014/main" id="{561943CF-6C35-9400-E6B4-93D290369CE5}"/>
                </a:ext>
              </a:extLst>
            </p:cNvPr>
            <p:cNvSpPr/>
            <p:nvPr/>
          </p:nvSpPr>
          <p:spPr>
            <a:xfrm>
              <a:off x="6189159" y="3073176"/>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247;p72">
              <a:extLst>
                <a:ext uri="{FF2B5EF4-FFF2-40B4-BE49-F238E27FC236}">
                  <a16:creationId xmlns:a16="http://schemas.microsoft.com/office/drawing/2014/main" id="{B050E5C3-B405-E49C-6DC1-DFCB536BD5AE}"/>
                </a:ext>
              </a:extLst>
            </p:cNvPr>
            <p:cNvSpPr/>
            <p:nvPr/>
          </p:nvSpPr>
          <p:spPr>
            <a:xfrm>
              <a:off x="6123036" y="3116815"/>
              <a:ext cx="22734" cy="17095"/>
            </a:xfrm>
            <a:custGeom>
              <a:avLst/>
              <a:gdLst/>
              <a:ahLst/>
              <a:cxnLst/>
              <a:rect l="l" t="t" r="r" b="b"/>
              <a:pathLst>
                <a:path w="3940" h="2964" extrusionOk="0">
                  <a:moveTo>
                    <a:pt x="3940" y="1"/>
                  </a:moveTo>
                  <a:lnTo>
                    <a:pt x="3940" y="1"/>
                  </a:lnTo>
                  <a:cubicBezTo>
                    <a:pt x="2573" y="923"/>
                    <a:pt x="1260" y="1899"/>
                    <a:pt x="1" y="2964"/>
                  </a:cubicBezTo>
                  <a:cubicBezTo>
                    <a:pt x="1651" y="2839"/>
                    <a:pt x="2964" y="2094"/>
                    <a:pt x="3656" y="568"/>
                  </a:cubicBezTo>
                  <a:cubicBezTo>
                    <a:pt x="3744" y="373"/>
                    <a:pt x="3833" y="196"/>
                    <a:pt x="3940" y="1"/>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48;p72">
              <a:extLst>
                <a:ext uri="{FF2B5EF4-FFF2-40B4-BE49-F238E27FC236}">
                  <a16:creationId xmlns:a16="http://schemas.microsoft.com/office/drawing/2014/main" id="{C70E0048-5F87-A916-CF4A-FF58905D93C3}"/>
                </a:ext>
              </a:extLst>
            </p:cNvPr>
            <p:cNvSpPr/>
            <p:nvPr/>
          </p:nvSpPr>
          <p:spPr>
            <a:xfrm>
              <a:off x="6099493" y="3152223"/>
              <a:ext cx="3999" cy="4205"/>
            </a:xfrm>
            <a:custGeom>
              <a:avLst/>
              <a:gdLst/>
              <a:ahLst/>
              <a:cxnLst/>
              <a:rect l="l" t="t" r="r" b="b"/>
              <a:pathLst>
                <a:path w="693" h="729" extrusionOk="0">
                  <a:moveTo>
                    <a:pt x="693" y="1"/>
                  </a:moveTo>
                  <a:cubicBezTo>
                    <a:pt x="462" y="231"/>
                    <a:pt x="231" y="480"/>
                    <a:pt x="1" y="728"/>
                  </a:cubicBezTo>
                  <a:cubicBezTo>
                    <a:pt x="284" y="533"/>
                    <a:pt x="533" y="285"/>
                    <a:pt x="693" y="1"/>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49;p72">
              <a:extLst>
                <a:ext uri="{FF2B5EF4-FFF2-40B4-BE49-F238E27FC236}">
                  <a16:creationId xmlns:a16="http://schemas.microsoft.com/office/drawing/2014/main" id="{C5E56269-A54C-7663-4C82-FEAFF6EB883E}"/>
                </a:ext>
              </a:extLst>
            </p:cNvPr>
            <p:cNvSpPr/>
            <p:nvPr/>
          </p:nvSpPr>
          <p:spPr>
            <a:xfrm>
              <a:off x="6350890" y="3500386"/>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50;p72">
              <a:extLst>
                <a:ext uri="{FF2B5EF4-FFF2-40B4-BE49-F238E27FC236}">
                  <a16:creationId xmlns:a16="http://schemas.microsoft.com/office/drawing/2014/main" id="{03F05A13-FE83-795A-9A1C-A9AE80F8912B}"/>
                </a:ext>
              </a:extLst>
            </p:cNvPr>
            <p:cNvSpPr/>
            <p:nvPr/>
          </p:nvSpPr>
          <p:spPr>
            <a:xfrm>
              <a:off x="6263064" y="3138409"/>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51;p72">
              <a:extLst>
                <a:ext uri="{FF2B5EF4-FFF2-40B4-BE49-F238E27FC236}">
                  <a16:creationId xmlns:a16="http://schemas.microsoft.com/office/drawing/2014/main" id="{BEE08647-9902-E546-2583-AEE5C1B03A37}"/>
                </a:ext>
              </a:extLst>
            </p:cNvPr>
            <p:cNvSpPr/>
            <p:nvPr/>
          </p:nvSpPr>
          <p:spPr>
            <a:xfrm>
              <a:off x="6251907" y="3097504"/>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52;p72">
              <a:extLst>
                <a:ext uri="{FF2B5EF4-FFF2-40B4-BE49-F238E27FC236}">
                  <a16:creationId xmlns:a16="http://schemas.microsoft.com/office/drawing/2014/main" id="{6B9828FA-6D42-20B2-4AF3-2AF4018EB838}"/>
                </a:ext>
              </a:extLst>
            </p:cNvPr>
            <p:cNvSpPr/>
            <p:nvPr/>
          </p:nvSpPr>
          <p:spPr>
            <a:xfrm>
              <a:off x="6251498" y="3152108"/>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253;p72">
              <a:extLst>
                <a:ext uri="{FF2B5EF4-FFF2-40B4-BE49-F238E27FC236}">
                  <a16:creationId xmlns:a16="http://schemas.microsoft.com/office/drawing/2014/main" id="{EB9A8C3C-7E33-7E93-6E92-94C10C4158AE}"/>
                </a:ext>
              </a:extLst>
            </p:cNvPr>
            <p:cNvSpPr/>
            <p:nvPr/>
          </p:nvSpPr>
          <p:spPr>
            <a:xfrm>
              <a:off x="6000718" y="3070557"/>
              <a:ext cx="587865" cy="517731"/>
            </a:xfrm>
            <a:custGeom>
              <a:avLst/>
              <a:gdLst/>
              <a:ahLst/>
              <a:cxnLst/>
              <a:rect l="l" t="t" r="r" b="b"/>
              <a:pathLst>
                <a:path w="101883" h="89767" extrusionOk="0">
                  <a:moveTo>
                    <a:pt x="50267" y="444"/>
                  </a:moveTo>
                  <a:cubicBezTo>
                    <a:pt x="55590" y="462"/>
                    <a:pt x="60878" y="1384"/>
                    <a:pt x="65881" y="3177"/>
                  </a:cubicBezTo>
                  <a:cubicBezTo>
                    <a:pt x="89445" y="11622"/>
                    <a:pt x="101883" y="37138"/>
                    <a:pt x="93614" y="60186"/>
                  </a:cubicBezTo>
                  <a:cubicBezTo>
                    <a:pt x="87173" y="78160"/>
                    <a:pt x="70033" y="89321"/>
                    <a:pt x="51598" y="89321"/>
                  </a:cubicBezTo>
                  <a:cubicBezTo>
                    <a:pt x="46275" y="89321"/>
                    <a:pt x="41005" y="88381"/>
                    <a:pt x="36002" y="86588"/>
                  </a:cubicBezTo>
                  <a:cubicBezTo>
                    <a:pt x="12421" y="78143"/>
                    <a:pt x="0" y="52628"/>
                    <a:pt x="8251" y="29597"/>
                  </a:cubicBezTo>
                  <a:cubicBezTo>
                    <a:pt x="14692" y="11605"/>
                    <a:pt x="31850" y="444"/>
                    <a:pt x="50267" y="444"/>
                  </a:cubicBezTo>
                  <a:close/>
                  <a:moveTo>
                    <a:pt x="50267" y="0"/>
                  </a:moveTo>
                  <a:cubicBezTo>
                    <a:pt x="45672" y="0"/>
                    <a:pt x="41094" y="692"/>
                    <a:pt x="36711" y="2041"/>
                  </a:cubicBezTo>
                  <a:cubicBezTo>
                    <a:pt x="32364" y="3372"/>
                    <a:pt x="28265" y="5359"/>
                    <a:pt x="24504" y="7896"/>
                  </a:cubicBezTo>
                  <a:cubicBezTo>
                    <a:pt x="11640" y="16644"/>
                    <a:pt x="4347" y="31531"/>
                    <a:pt x="5341" y="47056"/>
                  </a:cubicBezTo>
                  <a:cubicBezTo>
                    <a:pt x="5714" y="52858"/>
                    <a:pt x="7222" y="58536"/>
                    <a:pt x="9777" y="63753"/>
                  </a:cubicBezTo>
                  <a:cubicBezTo>
                    <a:pt x="12350" y="69022"/>
                    <a:pt x="15898" y="73760"/>
                    <a:pt x="20245" y="77681"/>
                  </a:cubicBezTo>
                  <a:cubicBezTo>
                    <a:pt x="28930" y="85568"/>
                    <a:pt x="40125" y="89766"/>
                    <a:pt x="51538" y="89766"/>
                  </a:cubicBezTo>
                  <a:cubicBezTo>
                    <a:pt x="56096" y="89766"/>
                    <a:pt x="60690" y="89097"/>
                    <a:pt x="65172" y="87724"/>
                  </a:cubicBezTo>
                  <a:cubicBezTo>
                    <a:pt x="69501" y="86376"/>
                    <a:pt x="73618" y="84406"/>
                    <a:pt x="77361" y="81851"/>
                  </a:cubicBezTo>
                  <a:cubicBezTo>
                    <a:pt x="90225" y="73121"/>
                    <a:pt x="97518" y="58234"/>
                    <a:pt x="96524" y="42709"/>
                  </a:cubicBezTo>
                  <a:cubicBezTo>
                    <a:pt x="96152" y="36907"/>
                    <a:pt x="94643" y="31229"/>
                    <a:pt x="92088" y="26012"/>
                  </a:cubicBezTo>
                  <a:cubicBezTo>
                    <a:pt x="89533" y="20743"/>
                    <a:pt x="85985" y="16005"/>
                    <a:pt x="81620" y="12084"/>
                  </a:cubicBezTo>
                  <a:cubicBezTo>
                    <a:pt x="73032" y="4330"/>
                    <a:pt x="61854" y="36"/>
                    <a:pt x="50285" y="0"/>
                  </a:cubicBezTo>
                  <a:close/>
                </a:path>
              </a:pathLst>
            </a:custGeom>
            <a:grpFill/>
            <a:ln w="9525"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2042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89631-2A9D-ED53-3A2E-D38050949FB6}"/>
            </a:ext>
          </a:extLst>
        </p:cNvPr>
        <p:cNvGrpSpPr/>
        <p:nvPr/>
      </p:nvGrpSpPr>
      <p:grpSpPr>
        <a:xfrm>
          <a:off x="0" y="0"/>
          <a:ext cx="0" cy="0"/>
          <a:chOff x="0" y="0"/>
          <a:chExt cx="0" cy="0"/>
        </a:xfrm>
      </p:grpSpPr>
      <p:sp>
        <p:nvSpPr>
          <p:cNvPr id="49" name="Google Shape;1556;p59">
            <a:extLst>
              <a:ext uri="{FF2B5EF4-FFF2-40B4-BE49-F238E27FC236}">
                <a16:creationId xmlns:a16="http://schemas.microsoft.com/office/drawing/2014/main" id="{8DC05079-D077-85E9-94AC-4A909D9F09C0}"/>
              </a:ext>
            </a:extLst>
          </p:cNvPr>
          <p:cNvSpPr txBox="1">
            <a:spLocks noGrp="1"/>
          </p:cNvSpPr>
          <p:nvPr>
            <p:ph type="title"/>
          </p:nvPr>
        </p:nvSpPr>
        <p:spPr>
          <a:xfrm>
            <a:off x="265814" y="1692505"/>
            <a:ext cx="6342394" cy="74262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solidFill>
                  <a:srgbClr val="20B2AA"/>
                </a:solidFill>
                <a:latin typeface="Bodoni MT Condensed" panose="02070606080606020203" pitchFamily="18" charset="0"/>
              </a:rPr>
              <a:t>Objectives</a:t>
            </a:r>
            <a:endParaRPr sz="6000" dirty="0">
              <a:solidFill>
                <a:srgbClr val="20B2AA"/>
              </a:solidFill>
              <a:latin typeface="Bodoni MT Condensed" panose="02070606080606020203" pitchFamily="18" charset="0"/>
            </a:endParaRPr>
          </a:p>
        </p:txBody>
      </p:sp>
      <p:sp>
        <p:nvSpPr>
          <p:cNvPr id="5" name="TextBox 4">
            <a:extLst>
              <a:ext uri="{FF2B5EF4-FFF2-40B4-BE49-F238E27FC236}">
                <a16:creationId xmlns:a16="http://schemas.microsoft.com/office/drawing/2014/main" id="{2FBCD85A-C6FD-F205-5923-253C344295BB}"/>
              </a:ext>
            </a:extLst>
          </p:cNvPr>
          <p:cNvSpPr txBox="1"/>
          <p:nvPr/>
        </p:nvSpPr>
        <p:spPr>
          <a:xfrm>
            <a:off x="347694" y="2630435"/>
            <a:ext cx="7825318" cy="2862322"/>
          </a:xfrm>
          <a:prstGeom prst="rect">
            <a:avLst/>
          </a:prstGeom>
          <a:noFill/>
        </p:spPr>
        <p:txBody>
          <a:bodyPr wrap="square">
            <a:spAutoFit/>
          </a:bodyPr>
          <a:lstStyle/>
          <a:p>
            <a:r>
              <a:rPr lang="en-US" sz="3600" b="0" i="0" dirty="0">
                <a:effectLst/>
              </a:rPr>
              <a:t>To analyze disease incidence, mortality trends, and demographic vulnerability across states and years, enabling data-driven public health decisions and targeted interventions.</a:t>
            </a:r>
            <a:endParaRPr lang="en-US" sz="3600" dirty="0"/>
          </a:p>
        </p:txBody>
      </p:sp>
      <p:grpSp>
        <p:nvGrpSpPr>
          <p:cNvPr id="6" name="Google Shape;2157;p68">
            <a:extLst>
              <a:ext uri="{FF2B5EF4-FFF2-40B4-BE49-F238E27FC236}">
                <a16:creationId xmlns:a16="http://schemas.microsoft.com/office/drawing/2014/main" id="{E7BCECBE-B17E-5936-7739-DAB57E0B31F5}"/>
              </a:ext>
            </a:extLst>
          </p:cNvPr>
          <p:cNvGrpSpPr/>
          <p:nvPr/>
        </p:nvGrpSpPr>
        <p:grpSpPr>
          <a:xfrm>
            <a:off x="7960917" y="2598159"/>
            <a:ext cx="3257404" cy="3439111"/>
            <a:chOff x="5620603" y="1572940"/>
            <a:chExt cx="2837707" cy="2996002"/>
          </a:xfrm>
        </p:grpSpPr>
        <p:sp>
          <p:nvSpPr>
            <p:cNvPr id="7" name="Google Shape;2158;p68">
              <a:extLst>
                <a:ext uri="{FF2B5EF4-FFF2-40B4-BE49-F238E27FC236}">
                  <a16:creationId xmlns:a16="http://schemas.microsoft.com/office/drawing/2014/main" id="{E6B2758C-8301-87B9-F97F-7E4F6DFE5D83}"/>
                </a:ext>
              </a:extLst>
            </p:cNvPr>
            <p:cNvSpPr/>
            <p:nvPr/>
          </p:nvSpPr>
          <p:spPr>
            <a:xfrm>
              <a:off x="5726657" y="3542317"/>
              <a:ext cx="980538" cy="943264"/>
            </a:xfrm>
            <a:custGeom>
              <a:avLst/>
              <a:gdLst/>
              <a:ahLst/>
              <a:cxnLst/>
              <a:rect l="l" t="t" r="r" b="b"/>
              <a:pathLst>
                <a:path w="30594" h="29431" extrusionOk="0">
                  <a:moveTo>
                    <a:pt x="15883" y="4542"/>
                  </a:moveTo>
                  <a:cubicBezTo>
                    <a:pt x="17192" y="4542"/>
                    <a:pt x="18511" y="4795"/>
                    <a:pt x="19766" y="5314"/>
                  </a:cubicBezTo>
                  <a:cubicBezTo>
                    <a:pt x="23576" y="6902"/>
                    <a:pt x="26049" y="10611"/>
                    <a:pt x="26049" y="14721"/>
                  </a:cubicBezTo>
                  <a:cubicBezTo>
                    <a:pt x="26049" y="20335"/>
                    <a:pt x="21504" y="24880"/>
                    <a:pt x="15873" y="24880"/>
                  </a:cubicBezTo>
                  <a:cubicBezTo>
                    <a:pt x="11763" y="24880"/>
                    <a:pt x="8054" y="22407"/>
                    <a:pt x="6483" y="18614"/>
                  </a:cubicBezTo>
                  <a:cubicBezTo>
                    <a:pt x="4912" y="14805"/>
                    <a:pt x="5781" y="10427"/>
                    <a:pt x="8688" y="7520"/>
                  </a:cubicBezTo>
                  <a:cubicBezTo>
                    <a:pt x="10634" y="5575"/>
                    <a:pt x="13237" y="4542"/>
                    <a:pt x="15883" y="4542"/>
                  </a:cubicBezTo>
                  <a:close/>
                  <a:moveTo>
                    <a:pt x="15873" y="1"/>
                  </a:moveTo>
                  <a:cubicBezTo>
                    <a:pt x="9925" y="1"/>
                    <a:pt x="4561" y="3593"/>
                    <a:pt x="2289" y="9090"/>
                  </a:cubicBezTo>
                  <a:cubicBezTo>
                    <a:pt x="0" y="14588"/>
                    <a:pt x="1270" y="20903"/>
                    <a:pt x="5480" y="25114"/>
                  </a:cubicBezTo>
                  <a:cubicBezTo>
                    <a:pt x="8286" y="27930"/>
                    <a:pt x="12048" y="29431"/>
                    <a:pt x="15877" y="29431"/>
                  </a:cubicBezTo>
                  <a:cubicBezTo>
                    <a:pt x="17772" y="29431"/>
                    <a:pt x="19684" y="29063"/>
                    <a:pt x="21504" y="28305"/>
                  </a:cubicBezTo>
                  <a:cubicBezTo>
                    <a:pt x="27001" y="26033"/>
                    <a:pt x="30593" y="20669"/>
                    <a:pt x="30593" y="14721"/>
                  </a:cubicBezTo>
                  <a:cubicBezTo>
                    <a:pt x="30593" y="6584"/>
                    <a:pt x="24010" y="1"/>
                    <a:pt x="15873"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59;p68">
              <a:extLst>
                <a:ext uri="{FF2B5EF4-FFF2-40B4-BE49-F238E27FC236}">
                  <a16:creationId xmlns:a16="http://schemas.microsoft.com/office/drawing/2014/main" id="{849FAB89-C391-4576-A487-AB77529A571E}"/>
                </a:ext>
              </a:extLst>
            </p:cNvPr>
            <p:cNvSpPr/>
            <p:nvPr/>
          </p:nvSpPr>
          <p:spPr>
            <a:xfrm>
              <a:off x="5726657" y="3542317"/>
              <a:ext cx="980538" cy="943264"/>
            </a:xfrm>
            <a:custGeom>
              <a:avLst/>
              <a:gdLst/>
              <a:ahLst/>
              <a:cxnLst/>
              <a:rect l="l" t="t" r="r" b="b"/>
              <a:pathLst>
                <a:path w="30594" h="29431" extrusionOk="0">
                  <a:moveTo>
                    <a:pt x="15883" y="4542"/>
                  </a:moveTo>
                  <a:cubicBezTo>
                    <a:pt x="17192" y="4542"/>
                    <a:pt x="18511" y="4795"/>
                    <a:pt x="19766" y="5314"/>
                  </a:cubicBezTo>
                  <a:cubicBezTo>
                    <a:pt x="23576" y="6902"/>
                    <a:pt x="26049" y="10611"/>
                    <a:pt x="26049" y="14721"/>
                  </a:cubicBezTo>
                  <a:cubicBezTo>
                    <a:pt x="26049" y="20335"/>
                    <a:pt x="21504" y="24880"/>
                    <a:pt x="15873" y="24880"/>
                  </a:cubicBezTo>
                  <a:cubicBezTo>
                    <a:pt x="11763" y="24880"/>
                    <a:pt x="8054" y="22407"/>
                    <a:pt x="6483" y="18614"/>
                  </a:cubicBezTo>
                  <a:cubicBezTo>
                    <a:pt x="4912" y="14805"/>
                    <a:pt x="5781" y="10427"/>
                    <a:pt x="8688" y="7520"/>
                  </a:cubicBezTo>
                  <a:cubicBezTo>
                    <a:pt x="10634" y="5575"/>
                    <a:pt x="13237" y="4542"/>
                    <a:pt x="15883" y="4542"/>
                  </a:cubicBezTo>
                  <a:close/>
                  <a:moveTo>
                    <a:pt x="15873" y="1"/>
                  </a:moveTo>
                  <a:cubicBezTo>
                    <a:pt x="9925" y="1"/>
                    <a:pt x="4561" y="3593"/>
                    <a:pt x="2289" y="9090"/>
                  </a:cubicBezTo>
                  <a:cubicBezTo>
                    <a:pt x="0" y="14588"/>
                    <a:pt x="1270" y="20903"/>
                    <a:pt x="5480" y="25114"/>
                  </a:cubicBezTo>
                  <a:cubicBezTo>
                    <a:pt x="8286" y="27930"/>
                    <a:pt x="12048" y="29431"/>
                    <a:pt x="15877" y="29431"/>
                  </a:cubicBezTo>
                  <a:cubicBezTo>
                    <a:pt x="17772" y="29431"/>
                    <a:pt x="19684" y="29063"/>
                    <a:pt x="21504" y="28305"/>
                  </a:cubicBezTo>
                  <a:cubicBezTo>
                    <a:pt x="27001" y="26033"/>
                    <a:pt x="30593" y="20669"/>
                    <a:pt x="30593" y="14721"/>
                  </a:cubicBezTo>
                  <a:cubicBezTo>
                    <a:pt x="30593" y="6584"/>
                    <a:pt x="24010" y="1"/>
                    <a:pt x="15873"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9" name="Google Shape;2160;p68">
              <a:extLst>
                <a:ext uri="{FF2B5EF4-FFF2-40B4-BE49-F238E27FC236}">
                  <a16:creationId xmlns:a16="http://schemas.microsoft.com/office/drawing/2014/main" id="{0F04FA5A-FF81-9238-5773-D7AFEA090625}"/>
                </a:ext>
              </a:extLst>
            </p:cNvPr>
            <p:cNvSpPr/>
            <p:nvPr/>
          </p:nvSpPr>
          <p:spPr>
            <a:xfrm>
              <a:off x="5704670" y="3507126"/>
              <a:ext cx="1094091" cy="1016818"/>
            </a:xfrm>
            <a:custGeom>
              <a:avLst/>
              <a:gdLst/>
              <a:ahLst/>
              <a:cxnLst/>
              <a:rect l="l" t="t" r="r" b="b"/>
              <a:pathLst>
                <a:path w="34137" h="31726" extrusionOk="0">
                  <a:moveTo>
                    <a:pt x="16559" y="2285"/>
                  </a:moveTo>
                  <a:cubicBezTo>
                    <a:pt x="18380" y="2285"/>
                    <a:pt x="20168" y="2653"/>
                    <a:pt x="21822" y="3355"/>
                  </a:cubicBezTo>
                  <a:cubicBezTo>
                    <a:pt x="28205" y="6045"/>
                    <a:pt x="31497" y="13129"/>
                    <a:pt x="29458" y="19746"/>
                  </a:cubicBezTo>
                  <a:cubicBezTo>
                    <a:pt x="27689" y="25473"/>
                    <a:pt x="22397" y="29237"/>
                    <a:pt x="16596" y="29237"/>
                  </a:cubicBezTo>
                  <a:cubicBezTo>
                    <a:pt x="15712" y="29237"/>
                    <a:pt x="14816" y="29150"/>
                    <a:pt x="13919" y="28969"/>
                  </a:cubicBezTo>
                  <a:cubicBezTo>
                    <a:pt x="7136" y="27599"/>
                    <a:pt x="2491" y="21316"/>
                    <a:pt x="3176" y="14432"/>
                  </a:cubicBezTo>
                  <a:cubicBezTo>
                    <a:pt x="3861" y="7548"/>
                    <a:pt x="9642" y="2302"/>
                    <a:pt x="16559" y="2285"/>
                  </a:cubicBezTo>
                  <a:close/>
                  <a:moveTo>
                    <a:pt x="16592" y="0"/>
                  </a:moveTo>
                  <a:cubicBezTo>
                    <a:pt x="15555" y="0"/>
                    <a:pt x="14504" y="102"/>
                    <a:pt x="13451" y="314"/>
                  </a:cubicBezTo>
                  <a:cubicBezTo>
                    <a:pt x="5465" y="1934"/>
                    <a:pt x="1" y="9320"/>
                    <a:pt x="803" y="17423"/>
                  </a:cubicBezTo>
                  <a:cubicBezTo>
                    <a:pt x="1605" y="25527"/>
                    <a:pt x="8422" y="31709"/>
                    <a:pt x="16559" y="31726"/>
                  </a:cubicBezTo>
                  <a:cubicBezTo>
                    <a:pt x="18698" y="31726"/>
                    <a:pt x="20803" y="31308"/>
                    <a:pt x="22758" y="30473"/>
                  </a:cubicBezTo>
                  <a:cubicBezTo>
                    <a:pt x="30260" y="27298"/>
                    <a:pt x="34137" y="18960"/>
                    <a:pt x="31747" y="11174"/>
                  </a:cubicBezTo>
                  <a:cubicBezTo>
                    <a:pt x="29658" y="4429"/>
                    <a:pt x="23425" y="0"/>
                    <a:pt x="16592"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61;p68">
              <a:extLst>
                <a:ext uri="{FF2B5EF4-FFF2-40B4-BE49-F238E27FC236}">
                  <a16:creationId xmlns:a16="http://schemas.microsoft.com/office/drawing/2014/main" id="{FF28F961-52CC-E9CB-A61F-E249BA6CB581}"/>
                </a:ext>
              </a:extLst>
            </p:cNvPr>
            <p:cNvSpPr/>
            <p:nvPr/>
          </p:nvSpPr>
          <p:spPr>
            <a:xfrm>
              <a:off x="5869087" y="3367772"/>
              <a:ext cx="732599" cy="1003550"/>
            </a:xfrm>
            <a:custGeom>
              <a:avLst/>
              <a:gdLst/>
              <a:ahLst/>
              <a:cxnLst/>
              <a:rect l="l" t="t" r="r" b="b"/>
              <a:pathLst>
                <a:path w="22858" h="31312" extrusionOk="0">
                  <a:moveTo>
                    <a:pt x="2991" y="0"/>
                  </a:moveTo>
                  <a:cubicBezTo>
                    <a:pt x="2423" y="0"/>
                    <a:pt x="1955" y="401"/>
                    <a:pt x="1855" y="952"/>
                  </a:cubicBezTo>
                  <a:lnTo>
                    <a:pt x="1237" y="4662"/>
                  </a:lnTo>
                  <a:cubicBezTo>
                    <a:pt x="418" y="9507"/>
                    <a:pt x="1" y="14436"/>
                    <a:pt x="1" y="19365"/>
                  </a:cubicBezTo>
                  <a:lnTo>
                    <a:pt x="1" y="20936"/>
                  </a:lnTo>
                  <a:cubicBezTo>
                    <a:pt x="1" y="26667"/>
                    <a:pt x="4645" y="31312"/>
                    <a:pt x="10377" y="31312"/>
                  </a:cubicBezTo>
                  <a:lnTo>
                    <a:pt x="12482" y="31312"/>
                  </a:lnTo>
                  <a:cubicBezTo>
                    <a:pt x="18213" y="31312"/>
                    <a:pt x="22858" y="26667"/>
                    <a:pt x="22858" y="20936"/>
                  </a:cubicBezTo>
                  <a:lnTo>
                    <a:pt x="22858" y="0"/>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62;p68">
              <a:extLst>
                <a:ext uri="{FF2B5EF4-FFF2-40B4-BE49-F238E27FC236}">
                  <a16:creationId xmlns:a16="http://schemas.microsoft.com/office/drawing/2014/main" id="{FBAE9170-46DF-82DF-165E-7436A12FBBBA}"/>
                </a:ext>
              </a:extLst>
            </p:cNvPr>
            <p:cNvSpPr/>
            <p:nvPr/>
          </p:nvSpPr>
          <p:spPr>
            <a:xfrm>
              <a:off x="6972761" y="2090772"/>
              <a:ext cx="654429" cy="842723"/>
            </a:xfrm>
            <a:custGeom>
              <a:avLst/>
              <a:gdLst/>
              <a:ahLst/>
              <a:cxnLst/>
              <a:rect l="l" t="t" r="r" b="b"/>
              <a:pathLst>
                <a:path w="20419" h="26294" extrusionOk="0">
                  <a:moveTo>
                    <a:pt x="15714" y="1"/>
                  </a:moveTo>
                  <a:cubicBezTo>
                    <a:pt x="14573" y="1"/>
                    <a:pt x="14075" y="847"/>
                    <a:pt x="13351" y="2584"/>
                  </a:cubicBezTo>
                  <a:cubicBezTo>
                    <a:pt x="12633" y="4255"/>
                    <a:pt x="8589" y="14848"/>
                    <a:pt x="8589" y="14848"/>
                  </a:cubicBezTo>
                  <a:lnTo>
                    <a:pt x="1" y="24339"/>
                  </a:lnTo>
                  <a:lnTo>
                    <a:pt x="2123" y="26293"/>
                  </a:lnTo>
                  <a:cubicBezTo>
                    <a:pt x="2123" y="26293"/>
                    <a:pt x="10594" y="20963"/>
                    <a:pt x="12482" y="17672"/>
                  </a:cubicBezTo>
                  <a:cubicBezTo>
                    <a:pt x="14370" y="14380"/>
                    <a:pt x="20419" y="863"/>
                    <a:pt x="16292" y="61"/>
                  </a:cubicBezTo>
                  <a:cubicBezTo>
                    <a:pt x="16082" y="21"/>
                    <a:pt x="15890" y="1"/>
                    <a:pt x="15714" y="1"/>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63;p68">
              <a:extLst>
                <a:ext uri="{FF2B5EF4-FFF2-40B4-BE49-F238E27FC236}">
                  <a16:creationId xmlns:a16="http://schemas.microsoft.com/office/drawing/2014/main" id="{E08D6007-A5F1-65B9-B4E3-B0038425D981}"/>
                </a:ext>
              </a:extLst>
            </p:cNvPr>
            <p:cNvSpPr/>
            <p:nvPr/>
          </p:nvSpPr>
          <p:spPr>
            <a:xfrm>
              <a:off x="6893501" y="2835710"/>
              <a:ext cx="156404" cy="120796"/>
            </a:xfrm>
            <a:custGeom>
              <a:avLst/>
              <a:gdLst/>
              <a:ahLst/>
              <a:cxnLst/>
              <a:rect l="l" t="t" r="r" b="b"/>
              <a:pathLst>
                <a:path w="4880" h="3769" extrusionOk="0">
                  <a:moveTo>
                    <a:pt x="2264" y="1"/>
                  </a:moveTo>
                  <a:cubicBezTo>
                    <a:pt x="1708" y="1"/>
                    <a:pt x="1205" y="118"/>
                    <a:pt x="1037" y="461"/>
                  </a:cubicBezTo>
                  <a:cubicBezTo>
                    <a:pt x="853" y="811"/>
                    <a:pt x="903" y="1964"/>
                    <a:pt x="486" y="2148"/>
                  </a:cubicBezTo>
                  <a:cubicBezTo>
                    <a:pt x="235" y="2265"/>
                    <a:pt x="1" y="2399"/>
                    <a:pt x="18" y="2499"/>
                  </a:cubicBezTo>
                  <a:cubicBezTo>
                    <a:pt x="34" y="2700"/>
                    <a:pt x="385" y="2833"/>
                    <a:pt x="569" y="2867"/>
                  </a:cubicBezTo>
                  <a:cubicBezTo>
                    <a:pt x="595" y="2871"/>
                    <a:pt x="624" y="2873"/>
                    <a:pt x="655" y="2873"/>
                  </a:cubicBezTo>
                  <a:cubicBezTo>
                    <a:pt x="985" y="2873"/>
                    <a:pt x="1572" y="2649"/>
                    <a:pt x="1572" y="2649"/>
                  </a:cubicBezTo>
                  <a:cubicBezTo>
                    <a:pt x="1572" y="2649"/>
                    <a:pt x="2106" y="3602"/>
                    <a:pt x="2290" y="3618"/>
                  </a:cubicBezTo>
                  <a:cubicBezTo>
                    <a:pt x="2407" y="3618"/>
                    <a:pt x="2541" y="3585"/>
                    <a:pt x="2674" y="3552"/>
                  </a:cubicBezTo>
                  <a:cubicBezTo>
                    <a:pt x="2892" y="3518"/>
                    <a:pt x="3126" y="3468"/>
                    <a:pt x="3359" y="3435"/>
                  </a:cubicBezTo>
                  <a:lnTo>
                    <a:pt x="3627" y="3769"/>
                  </a:lnTo>
                  <a:cubicBezTo>
                    <a:pt x="3627" y="3769"/>
                    <a:pt x="4245" y="2783"/>
                    <a:pt x="4445" y="2432"/>
                  </a:cubicBezTo>
                  <a:cubicBezTo>
                    <a:pt x="4479" y="2382"/>
                    <a:pt x="4496" y="2332"/>
                    <a:pt x="4529" y="2265"/>
                  </a:cubicBezTo>
                  <a:cubicBezTo>
                    <a:pt x="4880" y="1630"/>
                    <a:pt x="4713" y="828"/>
                    <a:pt x="4128" y="394"/>
                  </a:cubicBezTo>
                  <a:cubicBezTo>
                    <a:pt x="3914" y="228"/>
                    <a:pt x="3038" y="1"/>
                    <a:pt x="2264"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64;p68">
              <a:extLst>
                <a:ext uri="{FF2B5EF4-FFF2-40B4-BE49-F238E27FC236}">
                  <a16:creationId xmlns:a16="http://schemas.microsoft.com/office/drawing/2014/main" id="{D5D6173C-7946-958D-A2F2-6F4DC650834F}"/>
                </a:ext>
              </a:extLst>
            </p:cNvPr>
            <p:cNvSpPr/>
            <p:nvPr/>
          </p:nvSpPr>
          <p:spPr>
            <a:xfrm>
              <a:off x="7252845" y="2067888"/>
              <a:ext cx="348640" cy="467706"/>
            </a:xfrm>
            <a:custGeom>
              <a:avLst/>
              <a:gdLst/>
              <a:ahLst/>
              <a:cxnLst/>
              <a:rect l="l" t="t" r="r" b="b"/>
              <a:pathLst>
                <a:path w="10878" h="14593" extrusionOk="0">
                  <a:moveTo>
                    <a:pt x="7384" y="0"/>
                  </a:moveTo>
                  <a:cubicBezTo>
                    <a:pt x="6964" y="0"/>
                    <a:pt x="6534" y="98"/>
                    <a:pt x="6116" y="307"/>
                  </a:cubicBezTo>
                  <a:cubicBezTo>
                    <a:pt x="4428" y="1143"/>
                    <a:pt x="0" y="11134"/>
                    <a:pt x="0" y="11134"/>
                  </a:cubicBezTo>
                  <a:lnTo>
                    <a:pt x="6918" y="14593"/>
                  </a:lnTo>
                  <a:cubicBezTo>
                    <a:pt x="6918" y="14593"/>
                    <a:pt x="10878" y="4217"/>
                    <a:pt x="10260" y="2312"/>
                  </a:cubicBezTo>
                  <a:cubicBezTo>
                    <a:pt x="9808" y="884"/>
                    <a:pt x="8643" y="0"/>
                    <a:pt x="7384"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65;p68">
              <a:extLst>
                <a:ext uri="{FF2B5EF4-FFF2-40B4-BE49-F238E27FC236}">
                  <a16:creationId xmlns:a16="http://schemas.microsoft.com/office/drawing/2014/main" id="{0A37FE8D-2A59-60D0-EAEF-01F93071AFA9}"/>
                </a:ext>
              </a:extLst>
            </p:cNvPr>
            <p:cNvSpPr/>
            <p:nvPr/>
          </p:nvSpPr>
          <p:spPr>
            <a:xfrm>
              <a:off x="7094326" y="4352028"/>
              <a:ext cx="449854" cy="171916"/>
            </a:xfrm>
            <a:custGeom>
              <a:avLst/>
              <a:gdLst/>
              <a:ahLst/>
              <a:cxnLst/>
              <a:rect l="l" t="t" r="r" b="b"/>
              <a:pathLst>
                <a:path w="14036" h="5364" extrusionOk="0">
                  <a:moveTo>
                    <a:pt x="8472" y="0"/>
                  </a:moveTo>
                  <a:cubicBezTo>
                    <a:pt x="8472" y="0"/>
                    <a:pt x="8539" y="1354"/>
                    <a:pt x="5865" y="2473"/>
                  </a:cubicBezTo>
                  <a:cubicBezTo>
                    <a:pt x="4946" y="2841"/>
                    <a:pt x="4011" y="3125"/>
                    <a:pt x="3042" y="3309"/>
                  </a:cubicBezTo>
                  <a:cubicBezTo>
                    <a:pt x="803" y="3776"/>
                    <a:pt x="1" y="5364"/>
                    <a:pt x="1" y="5364"/>
                  </a:cubicBezTo>
                  <a:lnTo>
                    <a:pt x="13835" y="5364"/>
                  </a:lnTo>
                  <a:lnTo>
                    <a:pt x="13936" y="2941"/>
                  </a:lnTo>
                  <a:lnTo>
                    <a:pt x="14036" y="401"/>
                  </a:lnTo>
                  <a:lnTo>
                    <a:pt x="8472" y="0"/>
                  </a:ln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66;p68">
              <a:extLst>
                <a:ext uri="{FF2B5EF4-FFF2-40B4-BE49-F238E27FC236}">
                  <a16:creationId xmlns:a16="http://schemas.microsoft.com/office/drawing/2014/main" id="{071F36D1-FFC6-D7AF-EA5A-5CC93624DD96}"/>
                </a:ext>
              </a:extLst>
            </p:cNvPr>
            <p:cNvSpPr/>
            <p:nvPr/>
          </p:nvSpPr>
          <p:spPr>
            <a:xfrm>
              <a:off x="7094326" y="4431288"/>
              <a:ext cx="446649" cy="92657"/>
            </a:xfrm>
            <a:custGeom>
              <a:avLst/>
              <a:gdLst/>
              <a:ahLst/>
              <a:cxnLst/>
              <a:rect l="l" t="t" r="r" b="b"/>
              <a:pathLst>
                <a:path w="13936" h="2891" extrusionOk="0">
                  <a:moveTo>
                    <a:pt x="5865" y="0"/>
                  </a:moveTo>
                  <a:cubicBezTo>
                    <a:pt x="4946" y="368"/>
                    <a:pt x="4011" y="652"/>
                    <a:pt x="3042" y="836"/>
                  </a:cubicBezTo>
                  <a:cubicBezTo>
                    <a:pt x="803" y="1303"/>
                    <a:pt x="1" y="2891"/>
                    <a:pt x="1" y="2891"/>
                  </a:cubicBezTo>
                  <a:lnTo>
                    <a:pt x="13835" y="2891"/>
                  </a:lnTo>
                  <a:lnTo>
                    <a:pt x="13936" y="468"/>
                  </a:lnTo>
                  <a:lnTo>
                    <a:pt x="13936" y="468"/>
                  </a:lnTo>
                  <a:cubicBezTo>
                    <a:pt x="12666" y="836"/>
                    <a:pt x="10728" y="1638"/>
                    <a:pt x="7436" y="1905"/>
                  </a:cubicBezTo>
                  <a:cubicBezTo>
                    <a:pt x="7102" y="1237"/>
                    <a:pt x="6467" y="552"/>
                    <a:pt x="5865"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67;p68">
              <a:extLst>
                <a:ext uri="{FF2B5EF4-FFF2-40B4-BE49-F238E27FC236}">
                  <a16:creationId xmlns:a16="http://schemas.microsoft.com/office/drawing/2014/main" id="{0D09A484-35B3-2F6B-499D-6D8C9F0DCA6B}"/>
                </a:ext>
              </a:extLst>
            </p:cNvPr>
            <p:cNvSpPr/>
            <p:nvPr/>
          </p:nvSpPr>
          <p:spPr>
            <a:xfrm>
              <a:off x="7310151" y="2876157"/>
              <a:ext cx="407003" cy="1536413"/>
            </a:xfrm>
            <a:custGeom>
              <a:avLst/>
              <a:gdLst/>
              <a:ahLst/>
              <a:cxnLst/>
              <a:rect l="l" t="t" r="r" b="b"/>
              <a:pathLst>
                <a:path w="12699" h="47938" extrusionOk="0">
                  <a:moveTo>
                    <a:pt x="12699" y="1"/>
                  </a:moveTo>
                  <a:lnTo>
                    <a:pt x="3426" y="285"/>
                  </a:lnTo>
                  <a:cubicBezTo>
                    <a:pt x="3426" y="285"/>
                    <a:pt x="3058" y="2290"/>
                    <a:pt x="2590" y="5164"/>
                  </a:cubicBezTo>
                  <a:cubicBezTo>
                    <a:pt x="2473" y="5832"/>
                    <a:pt x="2356" y="6534"/>
                    <a:pt x="2239" y="7286"/>
                  </a:cubicBezTo>
                  <a:cubicBezTo>
                    <a:pt x="1337" y="12900"/>
                    <a:pt x="217" y="20318"/>
                    <a:pt x="134" y="23359"/>
                  </a:cubicBezTo>
                  <a:cubicBezTo>
                    <a:pt x="0" y="28539"/>
                    <a:pt x="552" y="46150"/>
                    <a:pt x="552" y="46150"/>
                  </a:cubicBezTo>
                  <a:lnTo>
                    <a:pt x="8739" y="47937"/>
                  </a:lnTo>
                  <a:cubicBezTo>
                    <a:pt x="8739" y="47937"/>
                    <a:pt x="9558" y="28956"/>
                    <a:pt x="9558" y="24579"/>
                  </a:cubicBezTo>
                  <a:cubicBezTo>
                    <a:pt x="9892" y="21872"/>
                    <a:pt x="10961" y="13501"/>
                    <a:pt x="11763" y="7286"/>
                  </a:cubicBezTo>
                  <a:cubicBezTo>
                    <a:pt x="11863" y="6550"/>
                    <a:pt x="11947" y="5832"/>
                    <a:pt x="12030" y="5164"/>
                  </a:cubicBezTo>
                  <a:cubicBezTo>
                    <a:pt x="12431" y="2139"/>
                    <a:pt x="12699" y="1"/>
                    <a:pt x="12699"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68;p68">
              <a:extLst>
                <a:ext uri="{FF2B5EF4-FFF2-40B4-BE49-F238E27FC236}">
                  <a16:creationId xmlns:a16="http://schemas.microsoft.com/office/drawing/2014/main" id="{8B3AEE98-8397-B635-062D-20DCF6D05BCB}"/>
                </a:ext>
              </a:extLst>
            </p:cNvPr>
            <p:cNvSpPr/>
            <p:nvPr/>
          </p:nvSpPr>
          <p:spPr>
            <a:xfrm>
              <a:off x="8127875" y="4137293"/>
              <a:ext cx="330435" cy="431649"/>
            </a:xfrm>
            <a:custGeom>
              <a:avLst/>
              <a:gdLst/>
              <a:ahLst/>
              <a:cxnLst/>
              <a:rect l="l" t="t" r="r" b="b"/>
              <a:pathLst>
                <a:path w="10310" h="13468" extrusionOk="0">
                  <a:moveTo>
                    <a:pt x="6918" y="0"/>
                  </a:moveTo>
                  <a:lnTo>
                    <a:pt x="2724" y="3659"/>
                  </a:lnTo>
                  <a:cubicBezTo>
                    <a:pt x="2724" y="3659"/>
                    <a:pt x="3726" y="4562"/>
                    <a:pt x="2640" y="7268"/>
                  </a:cubicBezTo>
                  <a:cubicBezTo>
                    <a:pt x="2273" y="8171"/>
                    <a:pt x="1805" y="9039"/>
                    <a:pt x="1253" y="9858"/>
                  </a:cubicBezTo>
                  <a:cubicBezTo>
                    <a:pt x="0" y="11780"/>
                    <a:pt x="568" y="13467"/>
                    <a:pt x="568" y="13467"/>
                  </a:cubicBezTo>
                  <a:lnTo>
                    <a:pt x="10309" y="3626"/>
                  </a:lnTo>
                  <a:lnTo>
                    <a:pt x="8655" y="1872"/>
                  </a:lnTo>
                  <a:lnTo>
                    <a:pt x="6918" y="0"/>
                  </a:ln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69;p68">
              <a:extLst>
                <a:ext uri="{FF2B5EF4-FFF2-40B4-BE49-F238E27FC236}">
                  <a16:creationId xmlns:a16="http://schemas.microsoft.com/office/drawing/2014/main" id="{8E9795C8-1EAD-5507-3567-C98E54BF7F4D}"/>
                </a:ext>
              </a:extLst>
            </p:cNvPr>
            <p:cNvSpPr/>
            <p:nvPr/>
          </p:nvSpPr>
          <p:spPr>
            <a:xfrm>
              <a:off x="8127875" y="4197258"/>
              <a:ext cx="330435" cy="371684"/>
            </a:xfrm>
            <a:custGeom>
              <a:avLst/>
              <a:gdLst/>
              <a:ahLst/>
              <a:cxnLst/>
              <a:rect l="l" t="t" r="r" b="b"/>
              <a:pathLst>
                <a:path w="10310" h="11597" extrusionOk="0">
                  <a:moveTo>
                    <a:pt x="8655" y="1"/>
                  </a:moveTo>
                  <a:lnTo>
                    <a:pt x="8666" y="12"/>
                  </a:lnTo>
                  <a:lnTo>
                    <a:pt x="8666" y="12"/>
                  </a:lnTo>
                  <a:cubicBezTo>
                    <a:pt x="8668" y="8"/>
                    <a:pt x="8670" y="4"/>
                    <a:pt x="8672" y="1"/>
                  </a:cubicBezTo>
                  <a:close/>
                  <a:moveTo>
                    <a:pt x="8666" y="12"/>
                  </a:moveTo>
                  <a:cubicBezTo>
                    <a:pt x="8015" y="1166"/>
                    <a:pt x="7212" y="3100"/>
                    <a:pt x="5096" y="5615"/>
                  </a:cubicBezTo>
                  <a:cubicBezTo>
                    <a:pt x="4549" y="5436"/>
                    <a:pt x="3886" y="5384"/>
                    <a:pt x="3239" y="5384"/>
                  </a:cubicBezTo>
                  <a:cubicBezTo>
                    <a:pt x="3036" y="5384"/>
                    <a:pt x="2835" y="5389"/>
                    <a:pt x="2640" y="5397"/>
                  </a:cubicBezTo>
                  <a:cubicBezTo>
                    <a:pt x="2273" y="6300"/>
                    <a:pt x="1805" y="7168"/>
                    <a:pt x="1253" y="7987"/>
                  </a:cubicBezTo>
                  <a:cubicBezTo>
                    <a:pt x="0" y="9909"/>
                    <a:pt x="568" y="11596"/>
                    <a:pt x="568" y="11596"/>
                  </a:cubicBezTo>
                  <a:lnTo>
                    <a:pt x="10309" y="1755"/>
                  </a:lnTo>
                  <a:lnTo>
                    <a:pt x="8666" y="12"/>
                  </a:ln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70;p68">
              <a:extLst>
                <a:ext uri="{FF2B5EF4-FFF2-40B4-BE49-F238E27FC236}">
                  <a16:creationId xmlns:a16="http://schemas.microsoft.com/office/drawing/2014/main" id="{61063EE6-91D2-9F26-4E2E-8CB6F32C2C2D}"/>
                </a:ext>
              </a:extLst>
            </p:cNvPr>
            <p:cNvSpPr/>
            <p:nvPr/>
          </p:nvSpPr>
          <p:spPr>
            <a:xfrm>
              <a:off x="7612703" y="2958622"/>
              <a:ext cx="792596" cy="1323280"/>
            </a:xfrm>
            <a:custGeom>
              <a:avLst/>
              <a:gdLst/>
              <a:ahLst/>
              <a:cxnLst/>
              <a:rect l="l" t="t" r="r" b="b"/>
              <a:pathLst>
                <a:path w="24730" h="41288" extrusionOk="0">
                  <a:moveTo>
                    <a:pt x="1" y="1"/>
                  </a:moveTo>
                  <a:cubicBezTo>
                    <a:pt x="1" y="1"/>
                    <a:pt x="168" y="1939"/>
                    <a:pt x="418" y="4713"/>
                  </a:cubicBezTo>
                  <a:cubicBezTo>
                    <a:pt x="970" y="10794"/>
                    <a:pt x="1989" y="20803"/>
                    <a:pt x="2891" y="22774"/>
                  </a:cubicBezTo>
                  <a:cubicBezTo>
                    <a:pt x="3944" y="25147"/>
                    <a:pt x="18046" y="41287"/>
                    <a:pt x="18046" y="41287"/>
                  </a:cubicBezTo>
                  <a:lnTo>
                    <a:pt x="24729" y="38648"/>
                  </a:lnTo>
                  <a:lnTo>
                    <a:pt x="12098" y="20452"/>
                  </a:lnTo>
                  <a:lnTo>
                    <a:pt x="10443" y="4713"/>
                  </a:lnTo>
                  <a:lnTo>
                    <a:pt x="9959"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71;p68">
              <a:extLst>
                <a:ext uri="{FF2B5EF4-FFF2-40B4-BE49-F238E27FC236}">
                  <a16:creationId xmlns:a16="http://schemas.microsoft.com/office/drawing/2014/main" id="{D4BF0C8B-CFD0-594F-BE19-862591D2F6ED}"/>
                </a:ext>
              </a:extLst>
            </p:cNvPr>
            <p:cNvSpPr/>
            <p:nvPr/>
          </p:nvSpPr>
          <p:spPr>
            <a:xfrm>
              <a:off x="7612703" y="2958622"/>
              <a:ext cx="334730" cy="151468"/>
            </a:xfrm>
            <a:custGeom>
              <a:avLst/>
              <a:gdLst/>
              <a:ahLst/>
              <a:cxnLst/>
              <a:rect l="l" t="t" r="r" b="b"/>
              <a:pathLst>
                <a:path w="10444" h="4726" extrusionOk="0">
                  <a:moveTo>
                    <a:pt x="1" y="1"/>
                  </a:moveTo>
                  <a:cubicBezTo>
                    <a:pt x="1" y="1"/>
                    <a:pt x="151" y="1939"/>
                    <a:pt x="418" y="4713"/>
                  </a:cubicBezTo>
                  <a:cubicBezTo>
                    <a:pt x="1964" y="4721"/>
                    <a:pt x="3580" y="4725"/>
                    <a:pt x="5255" y="4725"/>
                  </a:cubicBezTo>
                  <a:cubicBezTo>
                    <a:pt x="6930" y="4725"/>
                    <a:pt x="8664" y="4721"/>
                    <a:pt x="10443" y="4713"/>
                  </a:cubicBezTo>
                  <a:lnTo>
                    <a:pt x="9959"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72;p68">
              <a:extLst>
                <a:ext uri="{FF2B5EF4-FFF2-40B4-BE49-F238E27FC236}">
                  <a16:creationId xmlns:a16="http://schemas.microsoft.com/office/drawing/2014/main" id="{194C8476-E2C0-3715-C408-0F1A0ABE4D39}"/>
                </a:ext>
              </a:extLst>
            </p:cNvPr>
            <p:cNvSpPr/>
            <p:nvPr/>
          </p:nvSpPr>
          <p:spPr>
            <a:xfrm>
              <a:off x="7302106" y="2043434"/>
              <a:ext cx="734233" cy="974128"/>
            </a:xfrm>
            <a:custGeom>
              <a:avLst/>
              <a:gdLst/>
              <a:ahLst/>
              <a:cxnLst/>
              <a:rect l="l" t="t" r="r" b="b"/>
              <a:pathLst>
                <a:path w="22909" h="30394" extrusionOk="0">
                  <a:moveTo>
                    <a:pt x="15172" y="1"/>
                  </a:moveTo>
                  <a:cubicBezTo>
                    <a:pt x="12833" y="1"/>
                    <a:pt x="8037" y="118"/>
                    <a:pt x="7904" y="118"/>
                  </a:cubicBezTo>
                  <a:cubicBezTo>
                    <a:pt x="7904" y="118"/>
                    <a:pt x="7486" y="168"/>
                    <a:pt x="6935" y="268"/>
                  </a:cubicBezTo>
                  <a:cubicBezTo>
                    <a:pt x="6083" y="452"/>
                    <a:pt x="4880" y="786"/>
                    <a:pt x="4362" y="1388"/>
                  </a:cubicBezTo>
                  <a:cubicBezTo>
                    <a:pt x="3526" y="2373"/>
                    <a:pt x="4144" y="16626"/>
                    <a:pt x="4144" y="16626"/>
                  </a:cubicBezTo>
                  <a:cubicBezTo>
                    <a:pt x="4128" y="16693"/>
                    <a:pt x="1020" y="25799"/>
                    <a:pt x="1" y="30394"/>
                  </a:cubicBezTo>
                  <a:lnTo>
                    <a:pt x="22407" y="30394"/>
                  </a:lnTo>
                  <a:cubicBezTo>
                    <a:pt x="22407" y="30394"/>
                    <a:pt x="21688" y="25765"/>
                    <a:pt x="20987" y="22223"/>
                  </a:cubicBezTo>
                  <a:cubicBezTo>
                    <a:pt x="20469" y="19683"/>
                    <a:pt x="20485" y="17060"/>
                    <a:pt x="21020" y="14521"/>
                  </a:cubicBezTo>
                  <a:cubicBezTo>
                    <a:pt x="21972" y="9976"/>
                    <a:pt x="22908" y="4612"/>
                    <a:pt x="21822" y="2774"/>
                  </a:cubicBezTo>
                  <a:cubicBezTo>
                    <a:pt x="20552" y="602"/>
                    <a:pt x="18163" y="536"/>
                    <a:pt x="16058" y="185"/>
                  </a:cubicBezTo>
                  <a:cubicBezTo>
                    <a:pt x="15757" y="135"/>
                    <a:pt x="15456" y="68"/>
                    <a:pt x="15172" y="1"/>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73;p68">
              <a:extLst>
                <a:ext uri="{FF2B5EF4-FFF2-40B4-BE49-F238E27FC236}">
                  <a16:creationId xmlns:a16="http://schemas.microsoft.com/office/drawing/2014/main" id="{21E75ECB-515F-DCE4-CA3F-3F005BF9946B}"/>
                </a:ext>
              </a:extLst>
            </p:cNvPr>
            <p:cNvSpPr/>
            <p:nvPr/>
          </p:nvSpPr>
          <p:spPr>
            <a:xfrm>
              <a:off x="7747665" y="2758886"/>
              <a:ext cx="139802" cy="160699"/>
            </a:xfrm>
            <a:custGeom>
              <a:avLst/>
              <a:gdLst/>
              <a:ahLst/>
              <a:cxnLst/>
              <a:rect l="l" t="t" r="r" b="b"/>
              <a:pathLst>
                <a:path w="4362" h="5014" extrusionOk="0">
                  <a:moveTo>
                    <a:pt x="0" y="0"/>
                  </a:moveTo>
                  <a:lnTo>
                    <a:pt x="0" y="3493"/>
                  </a:lnTo>
                  <a:cubicBezTo>
                    <a:pt x="0" y="3493"/>
                    <a:pt x="100" y="4512"/>
                    <a:pt x="1454" y="4896"/>
                  </a:cubicBezTo>
                  <a:cubicBezTo>
                    <a:pt x="1729" y="4977"/>
                    <a:pt x="2000" y="5013"/>
                    <a:pt x="2259" y="5013"/>
                  </a:cubicBezTo>
                  <a:cubicBezTo>
                    <a:pt x="3276" y="5013"/>
                    <a:pt x="4104" y="4460"/>
                    <a:pt x="4211" y="3927"/>
                  </a:cubicBezTo>
                  <a:cubicBezTo>
                    <a:pt x="4361" y="3208"/>
                    <a:pt x="4278" y="168"/>
                    <a:pt x="4261" y="101"/>
                  </a:cubicBezTo>
                  <a:lnTo>
                    <a:pt x="0" y="0"/>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74;p68">
              <a:extLst>
                <a:ext uri="{FF2B5EF4-FFF2-40B4-BE49-F238E27FC236}">
                  <a16:creationId xmlns:a16="http://schemas.microsoft.com/office/drawing/2014/main" id="{5E94CFD9-B2FB-4AAD-FF56-2B155DE5A12C}"/>
                </a:ext>
              </a:extLst>
            </p:cNvPr>
            <p:cNvSpPr/>
            <p:nvPr/>
          </p:nvSpPr>
          <p:spPr>
            <a:xfrm>
              <a:off x="7424217" y="2758886"/>
              <a:ext cx="139802" cy="160699"/>
            </a:xfrm>
            <a:custGeom>
              <a:avLst/>
              <a:gdLst/>
              <a:ahLst/>
              <a:cxnLst/>
              <a:rect l="l" t="t" r="r" b="b"/>
              <a:pathLst>
                <a:path w="4362" h="5014" extrusionOk="0">
                  <a:moveTo>
                    <a:pt x="0" y="0"/>
                  </a:moveTo>
                  <a:lnTo>
                    <a:pt x="0" y="3493"/>
                  </a:lnTo>
                  <a:cubicBezTo>
                    <a:pt x="0" y="3493"/>
                    <a:pt x="84" y="4512"/>
                    <a:pt x="1454" y="4896"/>
                  </a:cubicBezTo>
                  <a:cubicBezTo>
                    <a:pt x="1729" y="4977"/>
                    <a:pt x="2000" y="5013"/>
                    <a:pt x="2259" y="5013"/>
                  </a:cubicBezTo>
                  <a:cubicBezTo>
                    <a:pt x="3276" y="5013"/>
                    <a:pt x="4104" y="4460"/>
                    <a:pt x="4211" y="3927"/>
                  </a:cubicBezTo>
                  <a:cubicBezTo>
                    <a:pt x="4361" y="3208"/>
                    <a:pt x="4278" y="168"/>
                    <a:pt x="4261" y="101"/>
                  </a:cubicBezTo>
                  <a:lnTo>
                    <a:pt x="0" y="0"/>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75;p68">
              <a:extLst>
                <a:ext uri="{FF2B5EF4-FFF2-40B4-BE49-F238E27FC236}">
                  <a16:creationId xmlns:a16="http://schemas.microsoft.com/office/drawing/2014/main" id="{400916EF-5C59-CBA7-26A7-FE24B349BDFE}"/>
                </a:ext>
              </a:extLst>
            </p:cNvPr>
            <p:cNvSpPr/>
            <p:nvPr/>
          </p:nvSpPr>
          <p:spPr>
            <a:xfrm>
              <a:off x="7524341" y="2043434"/>
              <a:ext cx="292424" cy="207812"/>
            </a:xfrm>
            <a:custGeom>
              <a:avLst/>
              <a:gdLst/>
              <a:ahLst/>
              <a:cxnLst/>
              <a:rect l="l" t="t" r="r" b="b"/>
              <a:pathLst>
                <a:path w="9124" h="6484" extrusionOk="0">
                  <a:moveTo>
                    <a:pt x="8238" y="1"/>
                  </a:moveTo>
                  <a:cubicBezTo>
                    <a:pt x="5899" y="1"/>
                    <a:pt x="1103" y="118"/>
                    <a:pt x="970" y="118"/>
                  </a:cubicBezTo>
                  <a:cubicBezTo>
                    <a:pt x="970" y="118"/>
                    <a:pt x="552" y="168"/>
                    <a:pt x="1" y="268"/>
                  </a:cubicBezTo>
                  <a:cubicBezTo>
                    <a:pt x="519" y="2190"/>
                    <a:pt x="1638" y="5982"/>
                    <a:pt x="2774" y="6484"/>
                  </a:cubicBezTo>
                  <a:cubicBezTo>
                    <a:pt x="4629" y="6283"/>
                    <a:pt x="7887" y="2691"/>
                    <a:pt x="9124" y="185"/>
                  </a:cubicBezTo>
                  <a:cubicBezTo>
                    <a:pt x="8823" y="135"/>
                    <a:pt x="8522" y="68"/>
                    <a:pt x="8238" y="1"/>
                  </a:cubicBez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76;p68">
              <a:extLst>
                <a:ext uri="{FF2B5EF4-FFF2-40B4-BE49-F238E27FC236}">
                  <a16:creationId xmlns:a16="http://schemas.microsoft.com/office/drawing/2014/main" id="{8C0FE115-B239-06D9-379A-0C05C551CE42}"/>
                </a:ext>
              </a:extLst>
            </p:cNvPr>
            <p:cNvSpPr/>
            <p:nvPr/>
          </p:nvSpPr>
          <p:spPr>
            <a:xfrm>
              <a:off x="7451523" y="1572940"/>
              <a:ext cx="424695" cy="431457"/>
            </a:xfrm>
            <a:custGeom>
              <a:avLst/>
              <a:gdLst/>
              <a:ahLst/>
              <a:cxnLst/>
              <a:rect l="l" t="t" r="r" b="b"/>
              <a:pathLst>
                <a:path w="13251" h="13462" extrusionOk="0">
                  <a:moveTo>
                    <a:pt x="5495" y="0"/>
                  </a:moveTo>
                  <a:cubicBezTo>
                    <a:pt x="3163" y="0"/>
                    <a:pt x="950" y="1046"/>
                    <a:pt x="301" y="3603"/>
                  </a:cubicBezTo>
                  <a:cubicBezTo>
                    <a:pt x="0" y="4773"/>
                    <a:pt x="84" y="6009"/>
                    <a:pt x="167" y="7212"/>
                  </a:cubicBezTo>
                  <a:cubicBezTo>
                    <a:pt x="268" y="8833"/>
                    <a:pt x="435" y="10571"/>
                    <a:pt x="1487" y="11807"/>
                  </a:cubicBezTo>
                  <a:cubicBezTo>
                    <a:pt x="2599" y="13082"/>
                    <a:pt x="4415" y="13462"/>
                    <a:pt x="6105" y="13462"/>
                  </a:cubicBezTo>
                  <a:cubicBezTo>
                    <a:pt x="6142" y="13462"/>
                    <a:pt x="6179" y="13461"/>
                    <a:pt x="6216" y="13461"/>
                  </a:cubicBezTo>
                  <a:cubicBezTo>
                    <a:pt x="7502" y="13444"/>
                    <a:pt x="8822" y="13244"/>
                    <a:pt x="9959" y="12642"/>
                  </a:cubicBezTo>
                  <a:cubicBezTo>
                    <a:pt x="11980" y="11590"/>
                    <a:pt x="13250" y="9284"/>
                    <a:pt x="13200" y="6995"/>
                  </a:cubicBezTo>
                  <a:cubicBezTo>
                    <a:pt x="13133" y="4723"/>
                    <a:pt x="11830" y="2534"/>
                    <a:pt x="9925" y="1281"/>
                  </a:cubicBezTo>
                  <a:cubicBezTo>
                    <a:pt x="8688" y="474"/>
                    <a:pt x="7065" y="0"/>
                    <a:pt x="5495" y="0"/>
                  </a:cubicBezTo>
                  <a:close/>
                </a:path>
              </a:pathLst>
            </a:custGeom>
            <a:solidFill>
              <a:schemeClr val="bg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77;p68">
              <a:extLst>
                <a:ext uri="{FF2B5EF4-FFF2-40B4-BE49-F238E27FC236}">
                  <a16:creationId xmlns:a16="http://schemas.microsoft.com/office/drawing/2014/main" id="{CD935330-F20E-9A27-25B9-9EA0D619ADFE}"/>
                </a:ext>
              </a:extLst>
            </p:cNvPr>
            <p:cNvSpPr/>
            <p:nvPr/>
          </p:nvSpPr>
          <p:spPr>
            <a:xfrm>
              <a:off x="7500175" y="1755625"/>
              <a:ext cx="286591" cy="228420"/>
            </a:xfrm>
            <a:custGeom>
              <a:avLst/>
              <a:gdLst/>
              <a:ahLst/>
              <a:cxnLst/>
              <a:rect l="l" t="t" r="r" b="b"/>
              <a:pathLst>
                <a:path w="8942" h="7127" extrusionOk="0">
                  <a:moveTo>
                    <a:pt x="4286" y="1"/>
                  </a:moveTo>
                  <a:cubicBezTo>
                    <a:pt x="1835" y="1"/>
                    <a:pt x="0" y="1783"/>
                    <a:pt x="136" y="3768"/>
                  </a:cubicBezTo>
                  <a:cubicBezTo>
                    <a:pt x="320" y="6441"/>
                    <a:pt x="2609" y="7093"/>
                    <a:pt x="4915" y="7126"/>
                  </a:cubicBezTo>
                  <a:cubicBezTo>
                    <a:pt x="4928" y="7126"/>
                    <a:pt x="4941" y="7126"/>
                    <a:pt x="4954" y="7126"/>
                  </a:cubicBezTo>
                  <a:cubicBezTo>
                    <a:pt x="7257" y="7126"/>
                    <a:pt x="8941" y="5662"/>
                    <a:pt x="8808" y="3851"/>
                  </a:cubicBezTo>
                  <a:cubicBezTo>
                    <a:pt x="8675" y="2013"/>
                    <a:pt x="7004" y="710"/>
                    <a:pt x="7004" y="710"/>
                  </a:cubicBezTo>
                  <a:cubicBezTo>
                    <a:pt x="6061" y="215"/>
                    <a:pt x="5137" y="1"/>
                    <a:pt x="4286"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27" name="Google Shape;2178;p68">
              <a:extLst>
                <a:ext uri="{FF2B5EF4-FFF2-40B4-BE49-F238E27FC236}">
                  <a16:creationId xmlns:a16="http://schemas.microsoft.com/office/drawing/2014/main" id="{431FF5C0-8434-FCC3-1E0A-2E0101EC7315}"/>
                </a:ext>
              </a:extLst>
            </p:cNvPr>
            <p:cNvSpPr/>
            <p:nvPr/>
          </p:nvSpPr>
          <p:spPr>
            <a:xfrm>
              <a:off x="7486875" y="1710210"/>
              <a:ext cx="308481" cy="507319"/>
            </a:xfrm>
            <a:custGeom>
              <a:avLst/>
              <a:gdLst/>
              <a:ahLst/>
              <a:cxnLst/>
              <a:rect l="l" t="t" r="r" b="b"/>
              <a:pathLst>
                <a:path w="9625" h="15829" extrusionOk="0">
                  <a:moveTo>
                    <a:pt x="2710" y="0"/>
                  </a:moveTo>
                  <a:cubicBezTo>
                    <a:pt x="2301" y="0"/>
                    <a:pt x="1900" y="85"/>
                    <a:pt x="1537" y="289"/>
                  </a:cubicBezTo>
                  <a:cubicBezTo>
                    <a:pt x="1370" y="373"/>
                    <a:pt x="1237" y="490"/>
                    <a:pt x="1103" y="623"/>
                  </a:cubicBezTo>
                  <a:cubicBezTo>
                    <a:pt x="401" y="1375"/>
                    <a:pt x="886" y="2361"/>
                    <a:pt x="501" y="3230"/>
                  </a:cubicBezTo>
                  <a:cubicBezTo>
                    <a:pt x="384" y="3481"/>
                    <a:pt x="0" y="3648"/>
                    <a:pt x="0" y="3915"/>
                  </a:cubicBezTo>
                  <a:cubicBezTo>
                    <a:pt x="17" y="4132"/>
                    <a:pt x="585" y="4182"/>
                    <a:pt x="602" y="4800"/>
                  </a:cubicBezTo>
                  <a:cubicBezTo>
                    <a:pt x="618" y="5452"/>
                    <a:pt x="719" y="6438"/>
                    <a:pt x="952" y="6622"/>
                  </a:cubicBezTo>
                  <a:cubicBezTo>
                    <a:pt x="1167" y="6815"/>
                    <a:pt x="1541" y="6912"/>
                    <a:pt x="2029" y="6912"/>
                  </a:cubicBezTo>
                  <a:cubicBezTo>
                    <a:pt x="2300" y="6912"/>
                    <a:pt x="2607" y="6882"/>
                    <a:pt x="2941" y="6822"/>
                  </a:cubicBezTo>
                  <a:cubicBezTo>
                    <a:pt x="3041" y="6806"/>
                    <a:pt x="3125" y="6789"/>
                    <a:pt x="3208" y="6789"/>
                  </a:cubicBezTo>
                  <a:cubicBezTo>
                    <a:pt x="3219" y="6788"/>
                    <a:pt x="3230" y="6788"/>
                    <a:pt x="3241" y="6788"/>
                  </a:cubicBezTo>
                  <a:cubicBezTo>
                    <a:pt x="3878" y="6788"/>
                    <a:pt x="3927" y="8213"/>
                    <a:pt x="3943" y="8460"/>
                  </a:cubicBezTo>
                  <a:cubicBezTo>
                    <a:pt x="3993" y="9011"/>
                    <a:pt x="3810" y="9562"/>
                    <a:pt x="3442" y="9980"/>
                  </a:cubicBezTo>
                  <a:cubicBezTo>
                    <a:pt x="3091" y="10364"/>
                    <a:pt x="2139" y="10515"/>
                    <a:pt x="2139" y="10515"/>
                  </a:cubicBezTo>
                  <a:cubicBezTo>
                    <a:pt x="2139" y="10515"/>
                    <a:pt x="3225" y="15577"/>
                    <a:pt x="4244" y="15828"/>
                  </a:cubicBezTo>
                  <a:cubicBezTo>
                    <a:pt x="5631" y="15260"/>
                    <a:pt x="8705" y="12169"/>
                    <a:pt x="9624" y="10465"/>
                  </a:cubicBezTo>
                  <a:cubicBezTo>
                    <a:pt x="8588" y="10131"/>
                    <a:pt x="7569" y="9562"/>
                    <a:pt x="7218" y="8577"/>
                  </a:cubicBezTo>
                  <a:cubicBezTo>
                    <a:pt x="6884" y="7591"/>
                    <a:pt x="7168" y="3915"/>
                    <a:pt x="7168" y="3915"/>
                  </a:cubicBezTo>
                  <a:lnTo>
                    <a:pt x="7168" y="3915"/>
                  </a:lnTo>
                  <a:cubicBezTo>
                    <a:pt x="7168" y="3915"/>
                    <a:pt x="7248" y="3960"/>
                    <a:pt x="7396" y="3960"/>
                  </a:cubicBezTo>
                  <a:cubicBezTo>
                    <a:pt x="7519" y="3960"/>
                    <a:pt x="7691" y="3929"/>
                    <a:pt x="7903" y="3815"/>
                  </a:cubicBezTo>
                  <a:cubicBezTo>
                    <a:pt x="8371" y="3581"/>
                    <a:pt x="8755" y="1409"/>
                    <a:pt x="8004" y="1225"/>
                  </a:cubicBezTo>
                  <a:cubicBezTo>
                    <a:pt x="7927" y="1204"/>
                    <a:pt x="7850" y="1194"/>
                    <a:pt x="7773" y="1194"/>
                  </a:cubicBezTo>
                  <a:cubicBezTo>
                    <a:pt x="7478" y="1194"/>
                    <a:pt x="7190" y="1341"/>
                    <a:pt x="7018" y="1592"/>
                  </a:cubicBezTo>
                  <a:cubicBezTo>
                    <a:pt x="6951" y="1726"/>
                    <a:pt x="6834" y="1826"/>
                    <a:pt x="6784" y="1960"/>
                  </a:cubicBezTo>
                  <a:cubicBezTo>
                    <a:pt x="6700" y="2144"/>
                    <a:pt x="6633" y="2328"/>
                    <a:pt x="6583" y="2511"/>
                  </a:cubicBezTo>
                  <a:cubicBezTo>
                    <a:pt x="6132" y="1643"/>
                    <a:pt x="5414" y="924"/>
                    <a:pt x="4528" y="473"/>
                  </a:cubicBezTo>
                  <a:cubicBezTo>
                    <a:pt x="3982" y="200"/>
                    <a:pt x="3337" y="0"/>
                    <a:pt x="2710" y="0"/>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79;p68">
              <a:extLst>
                <a:ext uri="{FF2B5EF4-FFF2-40B4-BE49-F238E27FC236}">
                  <a16:creationId xmlns:a16="http://schemas.microsoft.com/office/drawing/2014/main" id="{36A39AF2-8C11-B82C-7876-5598AF2DD154}"/>
                </a:ext>
              </a:extLst>
            </p:cNvPr>
            <p:cNvSpPr/>
            <p:nvPr/>
          </p:nvSpPr>
          <p:spPr>
            <a:xfrm>
              <a:off x="7555397" y="1814790"/>
              <a:ext cx="239958" cy="402740"/>
            </a:xfrm>
            <a:custGeom>
              <a:avLst/>
              <a:gdLst/>
              <a:ahLst/>
              <a:cxnLst/>
              <a:rect l="l" t="t" r="r" b="b"/>
              <a:pathLst>
                <a:path w="7487" h="12566" extrusionOk="0">
                  <a:moveTo>
                    <a:pt x="4579" y="0"/>
                  </a:moveTo>
                  <a:cubicBezTo>
                    <a:pt x="4512" y="318"/>
                    <a:pt x="4445" y="535"/>
                    <a:pt x="4412" y="685"/>
                  </a:cubicBezTo>
                  <a:cubicBezTo>
                    <a:pt x="3727" y="2857"/>
                    <a:pt x="1789" y="3392"/>
                    <a:pt x="1070" y="3526"/>
                  </a:cubicBezTo>
                  <a:cubicBezTo>
                    <a:pt x="1081" y="3525"/>
                    <a:pt x="1092" y="3525"/>
                    <a:pt x="1103" y="3525"/>
                  </a:cubicBezTo>
                  <a:cubicBezTo>
                    <a:pt x="1740" y="3525"/>
                    <a:pt x="1789" y="4950"/>
                    <a:pt x="1805" y="5197"/>
                  </a:cubicBezTo>
                  <a:cubicBezTo>
                    <a:pt x="1855" y="5748"/>
                    <a:pt x="1672" y="6299"/>
                    <a:pt x="1304" y="6717"/>
                  </a:cubicBezTo>
                  <a:cubicBezTo>
                    <a:pt x="953" y="7101"/>
                    <a:pt x="1" y="7252"/>
                    <a:pt x="1" y="7252"/>
                  </a:cubicBezTo>
                  <a:cubicBezTo>
                    <a:pt x="1" y="7252"/>
                    <a:pt x="1087" y="12314"/>
                    <a:pt x="2106" y="12565"/>
                  </a:cubicBezTo>
                  <a:cubicBezTo>
                    <a:pt x="3493" y="11997"/>
                    <a:pt x="6567" y="8906"/>
                    <a:pt x="7486" y="7202"/>
                  </a:cubicBezTo>
                  <a:cubicBezTo>
                    <a:pt x="6450" y="6868"/>
                    <a:pt x="5431" y="6299"/>
                    <a:pt x="5080" y="5314"/>
                  </a:cubicBezTo>
                  <a:cubicBezTo>
                    <a:pt x="4746" y="4311"/>
                    <a:pt x="5030" y="652"/>
                    <a:pt x="5030" y="652"/>
                  </a:cubicBezTo>
                  <a:cubicBezTo>
                    <a:pt x="5030" y="652"/>
                    <a:pt x="4679" y="552"/>
                    <a:pt x="4579"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80;p68">
              <a:extLst>
                <a:ext uri="{FF2B5EF4-FFF2-40B4-BE49-F238E27FC236}">
                  <a16:creationId xmlns:a16="http://schemas.microsoft.com/office/drawing/2014/main" id="{5B29090A-C2AD-B834-02F3-B34BB6A8220E}"/>
                </a:ext>
              </a:extLst>
            </p:cNvPr>
            <p:cNvSpPr/>
            <p:nvPr/>
          </p:nvSpPr>
          <p:spPr>
            <a:xfrm>
              <a:off x="7709622" y="1763798"/>
              <a:ext cx="33236" cy="54773"/>
            </a:xfrm>
            <a:custGeom>
              <a:avLst/>
              <a:gdLst/>
              <a:ahLst/>
              <a:cxnLst/>
              <a:rect l="l" t="t" r="r" b="b"/>
              <a:pathLst>
                <a:path w="1037" h="1709" extrusionOk="0">
                  <a:moveTo>
                    <a:pt x="819" y="0"/>
                  </a:moveTo>
                  <a:cubicBezTo>
                    <a:pt x="736" y="0"/>
                    <a:pt x="630" y="29"/>
                    <a:pt x="502" y="121"/>
                  </a:cubicBezTo>
                  <a:cubicBezTo>
                    <a:pt x="68" y="438"/>
                    <a:pt x="1" y="1708"/>
                    <a:pt x="469" y="1708"/>
                  </a:cubicBezTo>
                  <a:cubicBezTo>
                    <a:pt x="937" y="1708"/>
                    <a:pt x="953" y="923"/>
                    <a:pt x="636" y="839"/>
                  </a:cubicBezTo>
                  <a:cubicBezTo>
                    <a:pt x="569" y="823"/>
                    <a:pt x="502" y="806"/>
                    <a:pt x="435" y="806"/>
                  </a:cubicBezTo>
                  <a:cubicBezTo>
                    <a:pt x="435" y="806"/>
                    <a:pt x="501" y="87"/>
                    <a:pt x="1019" y="87"/>
                  </a:cubicBezTo>
                  <a:cubicBezTo>
                    <a:pt x="1025" y="87"/>
                    <a:pt x="1031" y="87"/>
                    <a:pt x="1037" y="88"/>
                  </a:cubicBezTo>
                  <a:cubicBezTo>
                    <a:pt x="1037" y="88"/>
                    <a:pt x="963" y="0"/>
                    <a:pt x="819"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81;p68">
              <a:extLst>
                <a:ext uri="{FF2B5EF4-FFF2-40B4-BE49-F238E27FC236}">
                  <a16:creationId xmlns:a16="http://schemas.microsoft.com/office/drawing/2014/main" id="{7F2B2CEE-CD52-D270-902D-DC348CB04759}"/>
                </a:ext>
              </a:extLst>
            </p:cNvPr>
            <p:cNvSpPr/>
            <p:nvPr/>
          </p:nvSpPr>
          <p:spPr>
            <a:xfrm>
              <a:off x="7529693" y="1749440"/>
              <a:ext cx="41280" cy="20384"/>
            </a:xfrm>
            <a:custGeom>
              <a:avLst/>
              <a:gdLst/>
              <a:ahLst/>
              <a:cxnLst/>
              <a:rect l="l" t="t" r="r" b="b"/>
              <a:pathLst>
                <a:path w="1288" h="636" extrusionOk="0">
                  <a:moveTo>
                    <a:pt x="657" y="1"/>
                  </a:moveTo>
                  <a:cubicBezTo>
                    <a:pt x="385" y="1"/>
                    <a:pt x="109" y="176"/>
                    <a:pt x="1" y="419"/>
                  </a:cubicBezTo>
                  <a:cubicBezTo>
                    <a:pt x="112" y="397"/>
                    <a:pt x="226" y="387"/>
                    <a:pt x="340" y="387"/>
                  </a:cubicBezTo>
                  <a:cubicBezTo>
                    <a:pt x="670" y="387"/>
                    <a:pt x="1002" y="474"/>
                    <a:pt x="1287" y="636"/>
                  </a:cubicBezTo>
                  <a:cubicBezTo>
                    <a:pt x="1195" y="176"/>
                    <a:pt x="928" y="1"/>
                    <a:pt x="657" y="1"/>
                  </a:cubicBezTo>
                  <a:close/>
                </a:path>
              </a:pathLst>
            </a:custGeom>
            <a:solidFill>
              <a:srgbClr val="ED30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82;p68">
              <a:extLst>
                <a:ext uri="{FF2B5EF4-FFF2-40B4-BE49-F238E27FC236}">
                  <a16:creationId xmlns:a16="http://schemas.microsoft.com/office/drawing/2014/main" id="{457E8F86-C0AB-5FB7-0D77-8C3D36BBD4A4}"/>
                </a:ext>
              </a:extLst>
            </p:cNvPr>
            <p:cNvSpPr/>
            <p:nvPr/>
          </p:nvSpPr>
          <p:spPr>
            <a:xfrm>
              <a:off x="7536135" y="1782964"/>
              <a:ext cx="24134" cy="24358"/>
            </a:xfrm>
            <a:custGeom>
              <a:avLst/>
              <a:gdLst/>
              <a:ahLst/>
              <a:cxnLst/>
              <a:rect l="l" t="t" r="r" b="b"/>
              <a:pathLst>
                <a:path w="753" h="760" extrusionOk="0">
                  <a:moveTo>
                    <a:pt x="328" y="1"/>
                  </a:moveTo>
                  <a:cubicBezTo>
                    <a:pt x="292" y="1"/>
                    <a:pt x="259" y="16"/>
                    <a:pt x="234" y="41"/>
                  </a:cubicBezTo>
                  <a:cubicBezTo>
                    <a:pt x="184" y="58"/>
                    <a:pt x="134" y="74"/>
                    <a:pt x="101" y="124"/>
                  </a:cubicBezTo>
                  <a:cubicBezTo>
                    <a:pt x="67" y="158"/>
                    <a:pt x="50" y="191"/>
                    <a:pt x="34" y="241"/>
                  </a:cubicBezTo>
                  <a:cubicBezTo>
                    <a:pt x="17" y="292"/>
                    <a:pt x="0" y="342"/>
                    <a:pt x="0" y="392"/>
                  </a:cubicBezTo>
                  <a:cubicBezTo>
                    <a:pt x="0" y="409"/>
                    <a:pt x="17" y="442"/>
                    <a:pt x="17" y="475"/>
                  </a:cubicBezTo>
                  <a:cubicBezTo>
                    <a:pt x="34" y="542"/>
                    <a:pt x="67" y="609"/>
                    <a:pt x="117" y="642"/>
                  </a:cubicBezTo>
                  <a:lnTo>
                    <a:pt x="201" y="709"/>
                  </a:lnTo>
                  <a:cubicBezTo>
                    <a:pt x="251" y="743"/>
                    <a:pt x="318" y="759"/>
                    <a:pt x="385" y="759"/>
                  </a:cubicBezTo>
                  <a:cubicBezTo>
                    <a:pt x="485" y="743"/>
                    <a:pt x="585" y="709"/>
                    <a:pt x="652" y="642"/>
                  </a:cubicBezTo>
                  <a:cubicBezTo>
                    <a:pt x="685" y="609"/>
                    <a:pt x="719" y="559"/>
                    <a:pt x="735" y="509"/>
                  </a:cubicBezTo>
                  <a:cubicBezTo>
                    <a:pt x="752" y="459"/>
                    <a:pt x="752" y="425"/>
                    <a:pt x="752" y="375"/>
                  </a:cubicBezTo>
                  <a:lnTo>
                    <a:pt x="735" y="275"/>
                  </a:lnTo>
                  <a:cubicBezTo>
                    <a:pt x="719" y="208"/>
                    <a:pt x="685" y="158"/>
                    <a:pt x="635" y="108"/>
                  </a:cubicBezTo>
                  <a:cubicBezTo>
                    <a:pt x="619" y="91"/>
                    <a:pt x="585" y="58"/>
                    <a:pt x="552" y="41"/>
                  </a:cubicBezTo>
                  <a:cubicBezTo>
                    <a:pt x="515" y="16"/>
                    <a:pt x="469" y="1"/>
                    <a:pt x="421" y="1"/>
                  </a:cubicBezTo>
                  <a:cubicBezTo>
                    <a:pt x="404" y="1"/>
                    <a:pt x="386" y="3"/>
                    <a:pt x="368" y="7"/>
                  </a:cubicBezTo>
                  <a:cubicBezTo>
                    <a:pt x="354" y="3"/>
                    <a:pt x="341" y="1"/>
                    <a:pt x="328"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183;p68">
              <a:extLst>
                <a:ext uri="{FF2B5EF4-FFF2-40B4-BE49-F238E27FC236}">
                  <a16:creationId xmlns:a16="http://schemas.microsoft.com/office/drawing/2014/main" id="{FB077870-07B9-93D3-7F92-8F9AA28BA2D3}"/>
                </a:ext>
              </a:extLst>
            </p:cNvPr>
            <p:cNvSpPr/>
            <p:nvPr/>
          </p:nvSpPr>
          <p:spPr>
            <a:xfrm>
              <a:off x="7486875" y="1835654"/>
              <a:ext cx="171916" cy="107912"/>
            </a:xfrm>
            <a:custGeom>
              <a:avLst/>
              <a:gdLst/>
              <a:ahLst/>
              <a:cxnLst/>
              <a:rect l="l" t="t" r="r" b="b"/>
              <a:pathLst>
                <a:path w="5364" h="3367" extrusionOk="0">
                  <a:moveTo>
                    <a:pt x="0" y="1"/>
                  </a:moveTo>
                  <a:cubicBezTo>
                    <a:pt x="0" y="1"/>
                    <a:pt x="318" y="2691"/>
                    <a:pt x="936" y="3109"/>
                  </a:cubicBezTo>
                  <a:cubicBezTo>
                    <a:pt x="1219" y="3295"/>
                    <a:pt x="1613" y="3367"/>
                    <a:pt x="2045" y="3367"/>
                  </a:cubicBezTo>
                  <a:cubicBezTo>
                    <a:pt x="3244" y="3367"/>
                    <a:pt x="4738" y="2812"/>
                    <a:pt x="4996" y="2591"/>
                  </a:cubicBezTo>
                  <a:cubicBezTo>
                    <a:pt x="5364" y="2290"/>
                    <a:pt x="5313" y="870"/>
                    <a:pt x="5146" y="502"/>
                  </a:cubicBezTo>
                  <a:cubicBezTo>
                    <a:pt x="4996" y="151"/>
                    <a:pt x="1"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184;p68">
              <a:extLst>
                <a:ext uri="{FF2B5EF4-FFF2-40B4-BE49-F238E27FC236}">
                  <a16:creationId xmlns:a16="http://schemas.microsoft.com/office/drawing/2014/main" id="{E4250F20-94D9-8140-F841-5ADAD34E7142}"/>
                </a:ext>
              </a:extLst>
            </p:cNvPr>
            <p:cNvSpPr/>
            <p:nvPr/>
          </p:nvSpPr>
          <p:spPr>
            <a:xfrm>
              <a:off x="7502387" y="1705499"/>
              <a:ext cx="205665" cy="85221"/>
            </a:xfrm>
            <a:custGeom>
              <a:avLst/>
              <a:gdLst/>
              <a:ahLst/>
              <a:cxnLst/>
              <a:rect l="l" t="t" r="r" b="b"/>
              <a:pathLst>
                <a:path w="6417" h="2659" extrusionOk="0">
                  <a:moveTo>
                    <a:pt x="2488" y="1"/>
                  </a:moveTo>
                  <a:cubicBezTo>
                    <a:pt x="1462" y="1"/>
                    <a:pt x="823" y="243"/>
                    <a:pt x="435" y="470"/>
                  </a:cubicBezTo>
                  <a:cubicBezTo>
                    <a:pt x="101" y="670"/>
                    <a:pt x="1" y="1088"/>
                    <a:pt x="218" y="1422"/>
                  </a:cubicBezTo>
                  <a:cubicBezTo>
                    <a:pt x="218" y="1422"/>
                    <a:pt x="664" y="752"/>
                    <a:pt x="1931" y="752"/>
                  </a:cubicBezTo>
                  <a:cubicBezTo>
                    <a:pt x="1961" y="752"/>
                    <a:pt x="1991" y="753"/>
                    <a:pt x="2022" y="754"/>
                  </a:cubicBezTo>
                  <a:cubicBezTo>
                    <a:pt x="3359" y="787"/>
                    <a:pt x="4846" y="1422"/>
                    <a:pt x="6099" y="2658"/>
                  </a:cubicBezTo>
                  <a:cubicBezTo>
                    <a:pt x="6250" y="2424"/>
                    <a:pt x="6367" y="2157"/>
                    <a:pt x="6417" y="1873"/>
                  </a:cubicBezTo>
                  <a:cubicBezTo>
                    <a:pt x="6417" y="1873"/>
                    <a:pt x="4746" y="52"/>
                    <a:pt x="2590" y="2"/>
                  </a:cubicBezTo>
                  <a:cubicBezTo>
                    <a:pt x="2556" y="1"/>
                    <a:pt x="2522" y="1"/>
                    <a:pt x="2488" y="1"/>
                  </a:cubicBezTo>
                  <a:close/>
                </a:path>
              </a:pathLst>
            </a:custGeom>
            <a:solidFill>
              <a:srgbClr val="EAF1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185;p68">
              <a:extLst>
                <a:ext uri="{FF2B5EF4-FFF2-40B4-BE49-F238E27FC236}">
                  <a16:creationId xmlns:a16="http://schemas.microsoft.com/office/drawing/2014/main" id="{337F6CF0-8397-3478-284E-2128C48B3745}"/>
                </a:ext>
              </a:extLst>
            </p:cNvPr>
            <p:cNvSpPr/>
            <p:nvPr/>
          </p:nvSpPr>
          <p:spPr>
            <a:xfrm>
              <a:off x="6637005" y="2859011"/>
              <a:ext cx="462706" cy="1007332"/>
            </a:xfrm>
            <a:custGeom>
              <a:avLst/>
              <a:gdLst/>
              <a:ahLst/>
              <a:cxnLst/>
              <a:rect l="l" t="t" r="r" b="b"/>
              <a:pathLst>
                <a:path w="14437" h="31430" extrusionOk="0">
                  <a:moveTo>
                    <a:pt x="2774" y="1"/>
                  </a:moveTo>
                  <a:cubicBezTo>
                    <a:pt x="1237" y="1"/>
                    <a:pt x="1" y="1237"/>
                    <a:pt x="1" y="2758"/>
                  </a:cubicBezTo>
                  <a:lnTo>
                    <a:pt x="1" y="31430"/>
                  </a:lnTo>
                  <a:lnTo>
                    <a:pt x="1839" y="31430"/>
                  </a:lnTo>
                  <a:lnTo>
                    <a:pt x="1839" y="2340"/>
                  </a:lnTo>
                  <a:cubicBezTo>
                    <a:pt x="1839" y="2056"/>
                    <a:pt x="2056" y="1822"/>
                    <a:pt x="2340" y="1822"/>
                  </a:cubicBezTo>
                  <a:lnTo>
                    <a:pt x="13234" y="1822"/>
                  </a:lnTo>
                  <a:cubicBezTo>
                    <a:pt x="14437" y="1805"/>
                    <a:pt x="14437" y="18"/>
                    <a:pt x="13234"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86;p68">
              <a:extLst>
                <a:ext uri="{FF2B5EF4-FFF2-40B4-BE49-F238E27FC236}">
                  <a16:creationId xmlns:a16="http://schemas.microsoft.com/office/drawing/2014/main" id="{E09CB325-D117-8627-723F-0ED87891FED8}"/>
                </a:ext>
              </a:extLst>
            </p:cNvPr>
            <p:cNvSpPr/>
            <p:nvPr/>
          </p:nvSpPr>
          <p:spPr>
            <a:xfrm>
              <a:off x="7131825" y="2859011"/>
              <a:ext cx="462706" cy="1007332"/>
            </a:xfrm>
            <a:custGeom>
              <a:avLst/>
              <a:gdLst/>
              <a:ahLst/>
              <a:cxnLst/>
              <a:rect l="l" t="t" r="r" b="b"/>
              <a:pathLst>
                <a:path w="14437" h="31430" extrusionOk="0">
                  <a:moveTo>
                    <a:pt x="2774" y="1"/>
                  </a:moveTo>
                  <a:cubicBezTo>
                    <a:pt x="1237" y="1"/>
                    <a:pt x="0" y="1237"/>
                    <a:pt x="0" y="2758"/>
                  </a:cubicBezTo>
                  <a:lnTo>
                    <a:pt x="0" y="31430"/>
                  </a:lnTo>
                  <a:lnTo>
                    <a:pt x="1838" y="31430"/>
                  </a:lnTo>
                  <a:lnTo>
                    <a:pt x="1838" y="2340"/>
                  </a:lnTo>
                  <a:cubicBezTo>
                    <a:pt x="1838" y="2056"/>
                    <a:pt x="2055" y="1822"/>
                    <a:pt x="2340" y="1822"/>
                  </a:cubicBezTo>
                  <a:lnTo>
                    <a:pt x="13234" y="1822"/>
                  </a:lnTo>
                  <a:cubicBezTo>
                    <a:pt x="14437" y="1805"/>
                    <a:pt x="14437" y="18"/>
                    <a:pt x="13234"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187;p68">
              <a:extLst>
                <a:ext uri="{FF2B5EF4-FFF2-40B4-BE49-F238E27FC236}">
                  <a16:creationId xmlns:a16="http://schemas.microsoft.com/office/drawing/2014/main" id="{184008C2-31A8-51BB-92D9-01F582CB2335}"/>
                </a:ext>
              </a:extLst>
            </p:cNvPr>
            <p:cNvSpPr/>
            <p:nvPr/>
          </p:nvSpPr>
          <p:spPr>
            <a:xfrm>
              <a:off x="6446371" y="3026632"/>
              <a:ext cx="698882" cy="762598"/>
            </a:xfrm>
            <a:custGeom>
              <a:avLst/>
              <a:gdLst/>
              <a:ahLst/>
              <a:cxnLst/>
              <a:rect l="l" t="t" r="r" b="b"/>
              <a:pathLst>
                <a:path w="21806" h="23794" extrusionOk="0">
                  <a:moveTo>
                    <a:pt x="20218" y="1"/>
                  </a:moveTo>
                  <a:lnTo>
                    <a:pt x="17193" y="17"/>
                  </a:lnTo>
                  <a:lnTo>
                    <a:pt x="3242" y="101"/>
                  </a:lnTo>
                  <a:cubicBezTo>
                    <a:pt x="1437" y="118"/>
                    <a:pt x="0" y="1588"/>
                    <a:pt x="17" y="3376"/>
                  </a:cubicBezTo>
                  <a:lnTo>
                    <a:pt x="218" y="23794"/>
                  </a:lnTo>
                  <a:lnTo>
                    <a:pt x="21805" y="23660"/>
                  </a:lnTo>
                  <a:lnTo>
                    <a:pt x="21772" y="18280"/>
                  </a:lnTo>
                  <a:lnTo>
                    <a:pt x="21588" y="2707"/>
                  </a:lnTo>
                  <a:cubicBezTo>
                    <a:pt x="21571" y="418"/>
                    <a:pt x="20368" y="1"/>
                    <a:pt x="20218"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188;p68">
              <a:extLst>
                <a:ext uri="{FF2B5EF4-FFF2-40B4-BE49-F238E27FC236}">
                  <a16:creationId xmlns:a16="http://schemas.microsoft.com/office/drawing/2014/main" id="{F995320C-6AF1-44EB-3EEA-3E332B53C336}"/>
                </a:ext>
              </a:extLst>
            </p:cNvPr>
            <p:cNvSpPr/>
            <p:nvPr/>
          </p:nvSpPr>
          <p:spPr>
            <a:xfrm>
              <a:off x="5917290" y="3877015"/>
              <a:ext cx="67497" cy="551613"/>
            </a:xfrm>
            <a:custGeom>
              <a:avLst/>
              <a:gdLst/>
              <a:ahLst/>
              <a:cxnLst/>
              <a:rect l="l" t="t" r="r" b="b"/>
              <a:pathLst>
                <a:path w="2106" h="17211" extrusionOk="0">
                  <a:moveTo>
                    <a:pt x="1053" y="1"/>
                  </a:moveTo>
                  <a:cubicBezTo>
                    <a:pt x="527" y="1"/>
                    <a:pt x="0" y="352"/>
                    <a:pt x="0" y="1053"/>
                  </a:cubicBezTo>
                  <a:lnTo>
                    <a:pt x="0" y="16158"/>
                  </a:lnTo>
                  <a:cubicBezTo>
                    <a:pt x="0" y="16743"/>
                    <a:pt x="468" y="17211"/>
                    <a:pt x="1053" y="17211"/>
                  </a:cubicBezTo>
                  <a:cubicBezTo>
                    <a:pt x="1638" y="17211"/>
                    <a:pt x="2106" y="16743"/>
                    <a:pt x="2106" y="16158"/>
                  </a:cubicBezTo>
                  <a:lnTo>
                    <a:pt x="2106" y="1053"/>
                  </a:lnTo>
                  <a:cubicBezTo>
                    <a:pt x="2106" y="352"/>
                    <a:pt x="1579" y="1"/>
                    <a:pt x="10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189;p68">
              <a:extLst>
                <a:ext uri="{FF2B5EF4-FFF2-40B4-BE49-F238E27FC236}">
                  <a16:creationId xmlns:a16="http://schemas.microsoft.com/office/drawing/2014/main" id="{A478F445-2640-8EAB-588D-70505914A97C}"/>
                </a:ext>
              </a:extLst>
            </p:cNvPr>
            <p:cNvSpPr/>
            <p:nvPr/>
          </p:nvSpPr>
          <p:spPr>
            <a:xfrm>
              <a:off x="5620603" y="4264724"/>
              <a:ext cx="306366" cy="262489"/>
            </a:xfrm>
            <a:custGeom>
              <a:avLst/>
              <a:gdLst/>
              <a:ahLst/>
              <a:cxnLst/>
              <a:rect l="l" t="t" r="r" b="b"/>
              <a:pathLst>
                <a:path w="9559" h="8190" extrusionOk="0">
                  <a:moveTo>
                    <a:pt x="4094" y="1"/>
                  </a:moveTo>
                  <a:cubicBezTo>
                    <a:pt x="1822" y="1"/>
                    <a:pt x="1" y="1822"/>
                    <a:pt x="1" y="4094"/>
                  </a:cubicBezTo>
                  <a:cubicBezTo>
                    <a:pt x="1" y="6559"/>
                    <a:pt x="2012" y="8190"/>
                    <a:pt x="4116" y="8190"/>
                  </a:cubicBezTo>
                  <a:cubicBezTo>
                    <a:pt x="5121" y="8190"/>
                    <a:pt x="6147" y="7817"/>
                    <a:pt x="6985" y="6985"/>
                  </a:cubicBezTo>
                  <a:cubicBezTo>
                    <a:pt x="9558" y="4395"/>
                    <a:pt x="7737" y="1"/>
                    <a:pt x="4094"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190;p68">
              <a:extLst>
                <a:ext uri="{FF2B5EF4-FFF2-40B4-BE49-F238E27FC236}">
                  <a16:creationId xmlns:a16="http://schemas.microsoft.com/office/drawing/2014/main" id="{D42404D4-FB30-9CBD-9FA3-A5290F59B861}"/>
                </a:ext>
              </a:extLst>
            </p:cNvPr>
            <p:cNvSpPr/>
            <p:nvPr/>
          </p:nvSpPr>
          <p:spPr>
            <a:xfrm>
              <a:off x="5695568" y="4339689"/>
              <a:ext cx="130700" cy="111919"/>
            </a:xfrm>
            <a:custGeom>
              <a:avLst/>
              <a:gdLst/>
              <a:ahLst/>
              <a:cxnLst/>
              <a:rect l="l" t="t" r="r" b="b"/>
              <a:pathLst>
                <a:path w="4078" h="3492" extrusionOk="0">
                  <a:moveTo>
                    <a:pt x="1755" y="1"/>
                  </a:moveTo>
                  <a:cubicBezTo>
                    <a:pt x="786" y="1"/>
                    <a:pt x="1" y="786"/>
                    <a:pt x="1" y="1755"/>
                  </a:cubicBezTo>
                  <a:cubicBezTo>
                    <a:pt x="1" y="2795"/>
                    <a:pt x="865" y="3491"/>
                    <a:pt x="1760" y="3491"/>
                  </a:cubicBezTo>
                  <a:cubicBezTo>
                    <a:pt x="2188" y="3491"/>
                    <a:pt x="2624" y="3332"/>
                    <a:pt x="2975" y="2975"/>
                  </a:cubicBezTo>
                  <a:cubicBezTo>
                    <a:pt x="4078" y="1889"/>
                    <a:pt x="3293" y="1"/>
                    <a:pt x="1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91;p68">
              <a:extLst>
                <a:ext uri="{FF2B5EF4-FFF2-40B4-BE49-F238E27FC236}">
                  <a16:creationId xmlns:a16="http://schemas.microsoft.com/office/drawing/2014/main" id="{CBE0FA3E-CBD6-2DCD-21D3-5FE6B658EC8F}"/>
                </a:ext>
              </a:extLst>
            </p:cNvPr>
            <p:cNvSpPr/>
            <p:nvPr/>
          </p:nvSpPr>
          <p:spPr>
            <a:xfrm>
              <a:off x="5706305" y="4360585"/>
              <a:ext cx="278482" cy="67497"/>
            </a:xfrm>
            <a:custGeom>
              <a:avLst/>
              <a:gdLst/>
              <a:ahLst/>
              <a:cxnLst/>
              <a:rect l="l" t="t" r="r" b="b"/>
              <a:pathLst>
                <a:path w="8689" h="2106" extrusionOk="0">
                  <a:moveTo>
                    <a:pt x="1420" y="1"/>
                  </a:moveTo>
                  <a:cubicBezTo>
                    <a:pt x="0" y="1"/>
                    <a:pt x="0" y="2106"/>
                    <a:pt x="1420" y="2106"/>
                  </a:cubicBezTo>
                  <a:lnTo>
                    <a:pt x="7636" y="2106"/>
                  </a:lnTo>
                  <a:cubicBezTo>
                    <a:pt x="8221" y="2106"/>
                    <a:pt x="8689" y="1638"/>
                    <a:pt x="8689" y="1053"/>
                  </a:cubicBezTo>
                  <a:cubicBezTo>
                    <a:pt x="8689" y="468"/>
                    <a:pt x="8221" y="1"/>
                    <a:pt x="76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192;p68">
              <a:extLst>
                <a:ext uri="{FF2B5EF4-FFF2-40B4-BE49-F238E27FC236}">
                  <a16:creationId xmlns:a16="http://schemas.microsoft.com/office/drawing/2014/main" id="{0DB1BD6F-7470-E11B-70E4-322707CDF55F}"/>
                </a:ext>
              </a:extLst>
            </p:cNvPr>
            <p:cNvSpPr/>
            <p:nvPr/>
          </p:nvSpPr>
          <p:spPr>
            <a:xfrm>
              <a:off x="6315703" y="3877015"/>
              <a:ext cx="67497" cy="551613"/>
            </a:xfrm>
            <a:custGeom>
              <a:avLst/>
              <a:gdLst/>
              <a:ahLst/>
              <a:cxnLst/>
              <a:rect l="l" t="t" r="r" b="b"/>
              <a:pathLst>
                <a:path w="2106" h="17211" extrusionOk="0">
                  <a:moveTo>
                    <a:pt x="1053" y="1"/>
                  </a:moveTo>
                  <a:cubicBezTo>
                    <a:pt x="527" y="1"/>
                    <a:pt x="0" y="352"/>
                    <a:pt x="0" y="1053"/>
                  </a:cubicBezTo>
                  <a:lnTo>
                    <a:pt x="0" y="16158"/>
                  </a:lnTo>
                  <a:cubicBezTo>
                    <a:pt x="0" y="16743"/>
                    <a:pt x="468" y="17211"/>
                    <a:pt x="1053" y="17211"/>
                  </a:cubicBezTo>
                  <a:cubicBezTo>
                    <a:pt x="1638" y="17211"/>
                    <a:pt x="2106" y="16743"/>
                    <a:pt x="2106" y="16158"/>
                  </a:cubicBezTo>
                  <a:lnTo>
                    <a:pt x="2106" y="1053"/>
                  </a:lnTo>
                  <a:cubicBezTo>
                    <a:pt x="2106" y="352"/>
                    <a:pt x="1579" y="1"/>
                    <a:pt x="10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193;p68">
              <a:extLst>
                <a:ext uri="{FF2B5EF4-FFF2-40B4-BE49-F238E27FC236}">
                  <a16:creationId xmlns:a16="http://schemas.microsoft.com/office/drawing/2014/main" id="{E53ED628-0E15-6A3B-C907-60058BB5B3B6}"/>
                </a:ext>
              </a:extLst>
            </p:cNvPr>
            <p:cNvSpPr/>
            <p:nvPr/>
          </p:nvSpPr>
          <p:spPr>
            <a:xfrm>
              <a:off x="6019017" y="4264724"/>
              <a:ext cx="306366" cy="262489"/>
            </a:xfrm>
            <a:custGeom>
              <a:avLst/>
              <a:gdLst/>
              <a:ahLst/>
              <a:cxnLst/>
              <a:rect l="l" t="t" r="r" b="b"/>
              <a:pathLst>
                <a:path w="9559" h="8190" extrusionOk="0">
                  <a:moveTo>
                    <a:pt x="4095" y="1"/>
                  </a:moveTo>
                  <a:cubicBezTo>
                    <a:pt x="1839" y="1"/>
                    <a:pt x="1" y="1822"/>
                    <a:pt x="1" y="4094"/>
                  </a:cubicBezTo>
                  <a:cubicBezTo>
                    <a:pt x="1" y="6559"/>
                    <a:pt x="2020" y="8190"/>
                    <a:pt x="4123" y="8190"/>
                  </a:cubicBezTo>
                  <a:cubicBezTo>
                    <a:pt x="5129" y="8190"/>
                    <a:pt x="6153" y="7817"/>
                    <a:pt x="6985" y="6985"/>
                  </a:cubicBezTo>
                  <a:cubicBezTo>
                    <a:pt x="9558" y="4395"/>
                    <a:pt x="7737" y="1"/>
                    <a:pt x="4095"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194;p68">
              <a:extLst>
                <a:ext uri="{FF2B5EF4-FFF2-40B4-BE49-F238E27FC236}">
                  <a16:creationId xmlns:a16="http://schemas.microsoft.com/office/drawing/2014/main" id="{C33CF0A2-FD73-45E1-8414-B86658CD009A}"/>
                </a:ext>
              </a:extLst>
            </p:cNvPr>
            <p:cNvSpPr/>
            <p:nvPr/>
          </p:nvSpPr>
          <p:spPr>
            <a:xfrm>
              <a:off x="6094526" y="4339689"/>
              <a:ext cx="130155" cy="111919"/>
            </a:xfrm>
            <a:custGeom>
              <a:avLst/>
              <a:gdLst/>
              <a:ahLst/>
              <a:cxnLst/>
              <a:rect l="l" t="t" r="r" b="b"/>
              <a:pathLst>
                <a:path w="4061" h="3492" extrusionOk="0">
                  <a:moveTo>
                    <a:pt x="1739" y="1"/>
                  </a:moveTo>
                  <a:cubicBezTo>
                    <a:pt x="769" y="1"/>
                    <a:pt x="1" y="786"/>
                    <a:pt x="1" y="1755"/>
                  </a:cubicBezTo>
                  <a:cubicBezTo>
                    <a:pt x="1" y="2795"/>
                    <a:pt x="857" y="3491"/>
                    <a:pt x="1747" y="3491"/>
                  </a:cubicBezTo>
                  <a:cubicBezTo>
                    <a:pt x="2173" y="3491"/>
                    <a:pt x="2607" y="3332"/>
                    <a:pt x="2958" y="2975"/>
                  </a:cubicBezTo>
                  <a:cubicBezTo>
                    <a:pt x="4061" y="1889"/>
                    <a:pt x="3292" y="1"/>
                    <a:pt x="17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95;p68">
              <a:extLst>
                <a:ext uri="{FF2B5EF4-FFF2-40B4-BE49-F238E27FC236}">
                  <a16:creationId xmlns:a16="http://schemas.microsoft.com/office/drawing/2014/main" id="{3D54F7BA-0767-D54E-08A8-096EEC14BB6E}"/>
                </a:ext>
              </a:extLst>
            </p:cNvPr>
            <p:cNvSpPr/>
            <p:nvPr/>
          </p:nvSpPr>
          <p:spPr>
            <a:xfrm>
              <a:off x="6105231" y="4360585"/>
              <a:ext cx="277970" cy="67497"/>
            </a:xfrm>
            <a:custGeom>
              <a:avLst/>
              <a:gdLst/>
              <a:ahLst/>
              <a:cxnLst/>
              <a:rect l="l" t="t" r="r" b="b"/>
              <a:pathLst>
                <a:path w="8673" h="2106" extrusionOk="0">
                  <a:moveTo>
                    <a:pt x="1405" y="1"/>
                  </a:moveTo>
                  <a:cubicBezTo>
                    <a:pt x="1" y="1"/>
                    <a:pt x="1" y="2106"/>
                    <a:pt x="1405" y="2106"/>
                  </a:cubicBezTo>
                  <a:lnTo>
                    <a:pt x="7620" y="2106"/>
                  </a:lnTo>
                  <a:cubicBezTo>
                    <a:pt x="8205" y="2106"/>
                    <a:pt x="8673" y="1638"/>
                    <a:pt x="8673" y="1053"/>
                  </a:cubicBezTo>
                  <a:cubicBezTo>
                    <a:pt x="8673" y="468"/>
                    <a:pt x="8205" y="1"/>
                    <a:pt x="76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196;p68">
              <a:extLst>
                <a:ext uri="{FF2B5EF4-FFF2-40B4-BE49-F238E27FC236}">
                  <a16:creationId xmlns:a16="http://schemas.microsoft.com/office/drawing/2014/main" id="{1C37C306-65E5-2FF4-6B87-A4FD1AC754D2}"/>
                </a:ext>
              </a:extLst>
            </p:cNvPr>
            <p:cNvSpPr/>
            <p:nvPr/>
          </p:nvSpPr>
          <p:spPr>
            <a:xfrm>
              <a:off x="5816621" y="3853458"/>
              <a:ext cx="1401450" cy="136052"/>
            </a:xfrm>
            <a:custGeom>
              <a:avLst/>
              <a:gdLst/>
              <a:ahLst/>
              <a:cxnLst/>
              <a:rect l="l" t="t" r="r" b="b"/>
              <a:pathLst>
                <a:path w="43727" h="4245" extrusionOk="0">
                  <a:moveTo>
                    <a:pt x="1370" y="1"/>
                  </a:moveTo>
                  <a:cubicBezTo>
                    <a:pt x="551" y="1"/>
                    <a:pt x="0" y="819"/>
                    <a:pt x="301" y="1588"/>
                  </a:cubicBezTo>
                  <a:cubicBezTo>
                    <a:pt x="952" y="3192"/>
                    <a:pt x="2506" y="4245"/>
                    <a:pt x="4244" y="4245"/>
                  </a:cubicBezTo>
                  <a:lnTo>
                    <a:pt x="39482" y="4245"/>
                  </a:lnTo>
                  <a:cubicBezTo>
                    <a:pt x="41220" y="4245"/>
                    <a:pt x="42774" y="3192"/>
                    <a:pt x="43426" y="1588"/>
                  </a:cubicBezTo>
                  <a:cubicBezTo>
                    <a:pt x="43726" y="819"/>
                    <a:pt x="43175" y="1"/>
                    <a:pt x="42356"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197;p68">
              <a:extLst>
                <a:ext uri="{FF2B5EF4-FFF2-40B4-BE49-F238E27FC236}">
                  <a16:creationId xmlns:a16="http://schemas.microsoft.com/office/drawing/2014/main" id="{E522C923-1208-A08A-6288-5F1399850C9C}"/>
                </a:ext>
              </a:extLst>
            </p:cNvPr>
            <p:cNvSpPr/>
            <p:nvPr/>
          </p:nvSpPr>
          <p:spPr>
            <a:xfrm>
              <a:off x="7094326" y="3026632"/>
              <a:ext cx="98041" cy="768238"/>
            </a:xfrm>
            <a:custGeom>
              <a:avLst/>
              <a:gdLst/>
              <a:ahLst/>
              <a:cxnLst/>
              <a:rect l="l" t="t" r="r" b="b"/>
              <a:pathLst>
                <a:path w="3059" h="23970" extrusionOk="0">
                  <a:moveTo>
                    <a:pt x="1" y="1"/>
                  </a:moveTo>
                  <a:lnTo>
                    <a:pt x="218" y="22557"/>
                  </a:lnTo>
                  <a:cubicBezTo>
                    <a:pt x="226" y="23583"/>
                    <a:pt x="892" y="23970"/>
                    <a:pt x="1572" y="23970"/>
                  </a:cubicBezTo>
                  <a:cubicBezTo>
                    <a:pt x="2287" y="23970"/>
                    <a:pt x="3017" y="23541"/>
                    <a:pt x="3008" y="22975"/>
                  </a:cubicBezTo>
                  <a:cubicBezTo>
                    <a:pt x="3008" y="21855"/>
                    <a:pt x="3058" y="3810"/>
                    <a:pt x="2791" y="2022"/>
                  </a:cubicBezTo>
                  <a:cubicBezTo>
                    <a:pt x="2557" y="418"/>
                    <a:pt x="1204" y="51"/>
                    <a:pt x="1"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198;p68">
              <a:extLst>
                <a:ext uri="{FF2B5EF4-FFF2-40B4-BE49-F238E27FC236}">
                  <a16:creationId xmlns:a16="http://schemas.microsoft.com/office/drawing/2014/main" id="{07FA255B-3C5A-4E86-C240-3D5654C6C452}"/>
                </a:ext>
              </a:extLst>
            </p:cNvPr>
            <p:cNvSpPr/>
            <p:nvPr/>
          </p:nvSpPr>
          <p:spPr>
            <a:xfrm>
              <a:off x="6916000" y="2866735"/>
              <a:ext cx="143552" cy="99515"/>
            </a:xfrm>
            <a:custGeom>
              <a:avLst/>
              <a:gdLst/>
              <a:ahLst/>
              <a:cxnLst/>
              <a:rect l="l" t="t" r="r" b="b"/>
              <a:pathLst>
                <a:path w="4479" h="3105" extrusionOk="0">
                  <a:moveTo>
                    <a:pt x="1418" y="0"/>
                  </a:moveTo>
                  <a:cubicBezTo>
                    <a:pt x="1297" y="0"/>
                    <a:pt x="1176" y="38"/>
                    <a:pt x="1070" y="111"/>
                  </a:cubicBezTo>
                  <a:cubicBezTo>
                    <a:pt x="903" y="261"/>
                    <a:pt x="1" y="2534"/>
                    <a:pt x="51" y="2584"/>
                  </a:cubicBezTo>
                  <a:cubicBezTo>
                    <a:pt x="167" y="2731"/>
                    <a:pt x="427" y="2770"/>
                    <a:pt x="672" y="2770"/>
                  </a:cubicBezTo>
                  <a:cubicBezTo>
                    <a:pt x="956" y="2770"/>
                    <a:pt x="1220" y="2717"/>
                    <a:pt x="1220" y="2717"/>
                  </a:cubicBezTo>
                  <a:cubicBezTo>
                    <a:pt x="1220" y="2717"/>
                    <a:pt x="1638" y="2985"/>
                    <a:pt x="1839" y="3085"/>
                  </a:cubicBezTo>
                  <a:cubicBezTo>
                    <a:pt x="1866" y="3099"/>
                    <a:pt x="1895" y="3104"/>
                    <a:pt x="1924" y="3104"/>
                  </a:cubicBezTo>
                  <a:cubicBezTo>
                    <a:pt x="2111" y="3104"/>
                    <a:pt x="2323" y="2868"/>
                    <a:pt x="2323" y="2868"/>
                  </a:cubicBezTo>
                  <a:cubicBezTo>
                    <a:pt x="2540" y="2935"/>
                    <a:pt x="2741" y="2985"/>
                    <a:pt x="2958" y="3001"/>
                  </a:cubicBezTo>
                  <a:cubicBezTo>
                    <a:pt x="3075" y="2985"/>
                    <a:pt x="3242" y="2650"/>
                    <a:pt x="3242" y="2650"/>
                  </a:cubicBezTo>
                  <a:lnTo>
                    <a:pt x="3526" y="2701"/>
                  </a:lnTo>
                  <a:lnTo>
                    <a:pt x="3977" y="2784"/>
                  </a:lnTo>
                  <a:cubicBezTo>
                    <a:pt x="4094" y="2584"/>
                    <a:pt x="4195" y="2366"/>
                    <a:pt x="4261" y="2149"/>
                  </a:cubicBezTo>
                  <a:cubicBezTo>
                    <a:pt x="4312" y="1915"/>
                    <a:pt x="4479" y="846"/>
                    <a:pt x="4362" y="662"/>
                  </a:cubicBezTo>
                  <a:cubicBezTo>
                    <a:pt x="4289" y="589"/>
                    <a:pt x="4178" y="542"/>
                    <a:pt x="4074" y="542"/>
                  </a:cubicBezTo>
                  <a:cubicBezTo>
                    <a:pt x="4058" y="542"/>
                    <a:pt x="4043" y="543"/>
                    <a:pt x="4028" y="545"/>
                  </a:cubicBezTo>
                  <a:cubicBezTo>
                    <a:pt x="4007" y="542"/>
                    <a:pt x="3986" y="541"/>
                    <a:pt x="3964" y="541"/>
                  </a:cubicBezTo>
                  <a:cubicBezTo>
                    <a:pt x="3864" y="541"/>
                    <a:pt x="3756" y="571"/>
                    <a:pt x="3660" y="612"/>
                  </a:cubicBezTo>
                  <a:cubicBezTo>
                    <a:pt x="3593" y="696"/>
                    <a:pt x="3576" y="1331"/>
                    <a:pt x="3576" y="1397"/>
                  </a:cubicBezTo>
                  <a:cubicBezTo>
                    <a:pt x="3576" y="1397"/>
                    <a:pt x="3476" y="1197"/>
                    <a:pt x="3393" y="1046"/>
                  </a:cubicBezTo>
                  <a:cubicBezTo>
                    <a:pt x="3292" y="913"/>
                    <a:pt x="3142" y="829"/>
                    <a:pt x="2975" y="829"/>
                  </a:cubicBezTo>
                  <a:cubicBezTo>
                    <a:pt x="2908" y="813"/>
                    <a:pt x="2841" y="796"/>
                    <a:pt x="2774" y="796"/>
                  </a:cubicBezTo>
                  <a:cubicBezTo>
                    <a:pt x="2708" y="645"/>
                    <a:pt x="1872" y="645"/>
                    <a:pt x="1872" y="645"/>
                  </a:cubicBezTo>
                  <a:cubicBezTo>
                    <a:pt x="1889" y="495"/>
                    <a:pt x="1872" y="345"/>
                    <a:pt x="1822" y="194"/>
                  </a:cubicBezTo>
                  <a:cubicBezTo>
                    <a:pt x="1805" y="178"/>
                    <a:pt x="1789" y="144"/>
                    <a:pt x="1772" y="128"/>
                  </a:cubicBezTo>
                  <a:cubicBezTo>
                    <a:pt x="1669" y="42"/>
                    <a:pt x="1544" y="0"/>
                    <a:pt x="1418" y="0"/>
                  </a:cubicBez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99;p68">
              <a:extLst>
                <a:ext uri="{FF2B5EF4-FFF2-40B4-BE49-F238E27FC236}">
                  <a16:creationId xmlns:a16="http://schemas.microsoft.com/office/drawing/2014/main" id="{A3F704DA-EA0A-6732-525D-DBD6EFE0A0F7}"/>
                </a:ext>
              </a:extLst>
            </p:cNvPr>
            <p:cNvSpPr/>
            <p:nvPr/>
          </p:nvSpPr>
          <p:spPr>
            <a:xfrm>
              <a:off x="6958306" y="2872952"/>
              <a:ext cx="18236" cy="59998"/>
            </a:xfrm>
            <a:custGeom>
              <a:avLst/>
              <a:gdLst/>
              <a:ahLst/>
              <a:cxnLst/>
              <a:rect l="l" t="t" r="r" b="b"/>
              <a:pathLst>
                <a:path w="569" h="1872" extrusionOk="0">
                  <a:moveTo>
                    <a:pt x="502" y="0"/>
                  </a:moveTo>
                  <a:cubicBezTo>
                    <a:pt x="435" y="201"/>
                    <a:pt x="268" y="451"/>
                    <a:pt x="168" y="802"/>
                  </a:cubicBezTo>
                  <a:cubicBezTo>
                    <a:pt x="34" y="1153"/>
                    <a:pt x="1" y="1521"/>
                    <a:pt x="68" y="1872"/>
                  </a:cubicBezTo>
                  <a:lnTo>
                    <a:pt x="552" y="451"/>
                  </a:lnTo>
                  <a:cubicBezTo>
                    <a:pt x="569" y="301"/>
                    <a:pt x="552" y="151"/>
                    <a:pt x="502"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200;p68">
              <a:extLst>
                <a:ext uri="{FF2B5EF4-FFF2-40B4-BE49-F238E27FC236}">
                  <a16:creationId xmlns:a16="http://schemas.microsoft.com/office/drawing/2014/main" id="{EE01F8F3-CB25-8E1A-0ADC-9AC6EBF5E1B1}"/>
                </a:ext>
              </a:extLst>
            </p:cNvPr>
            <p:cNvSpPr/>
            <p:nvPr/>
          </p:nvSpPr>
          <p:spPr>
            <a:xfrm>
              <a:off x="6993657" y="2892214"/>
              <a:ext cx="21986" cy="49325"/>
            </a:xfrm>
            <a:custGeom>
              <a:avLst/>
              <a:gdLst/>
              <a:ahLst/>
              <a:cxnLst/>
              <a:rect l="l" t="t" r="r" b="b"/>
              <a:pathLst>
                <a:path w="686" h="1539" extrusionOk="0">
                  <a:moveTo>
                    <a:pt x="351" y="1"/>
                  </a:moveTo>
                  <a:cubicBezTo>
                    <a:pt x="351" y="1"/>
                    <a:pt x="151" y="1003"/>
                    <a:pt x="1" y="1538"/>
                  </a:cubicBezTo>
                  <a:cubicBezTo>
                    <a:pt x="335" y="1087"/>
                    <a:pt x="686" y="853"/>
                    <a:pt x="552" y="34"/>
                  </a:cubicBezTo>
                  <a:cubicBezTo>
                    <a:pt x="485" y="18"/>
                    <a:pt x="418" y="1"/>
                    <a:pt x="351"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201;p68">
              <a:extLst>
                <a:ext uri="{FF2B5EF4-FFF2-40B4-BE49-F238E27FC236}">
                  <a16:creationId xmlns:a16="http://schemas.microsoft.com/office/drawing/2014/main" id="{16B2F66C-9FDA-8AFF-0545-2449C8F7D325}"/>
                </a:ext>
              </a:extLst>
            </p:cNvPr>
            <p:cNvSpPr/>
            <p:nvPr/>
          </p:nvSpPr>
          <p:spPr>
            <a:xfrm>
              <a:off x="7019906" y="2886317"/>
              <a:ext cx="23012" cy="66985"/>
            </a:xfrm>
            <a:custGeom>
              <a:avLst/>
              <a:gdLst/>
              <a:ahLst/>
              <a:cxnLst/>
              <a:rect l="l" t="t" r="r" b="b"/>
              <a:pathLst>
                <a:path w="718" h="2090" extrusionOk="0">
                  <a:moveTo>
                    <a:pt x="420" y="0"/>
                  </a:moveTo>
                  <a:cubicBezTo>
                    <a:pt x="419" y="0"/>
                    <a:pt x="419" y="1"/>
                    <a:pt x="418" y="1"/>
                  </a:cubicBezTo>
                  <a:cubicBezTo>
                    <a:pt x="351" y="85"/>
                    <a:pt x="334" y="720"/>
                    <a:pt x="334" y="770"/>
                  </a:cubicBezTo>
                  <a:lnTo>
                    <a:pt x="334" y="786"/>
                  </a:lnTo>
                  <a:cubicBezTo>
                    <a:pt x="368" y="937"/>
                    <a:pt x="385" y="1087"/>
                    <a:pt x="385" y="1254"/>
                  </a:cubicBezTo>
                  <a:cubicBezTo>
                    <a:pt x="368" y="1505"/>
                    <a:pt x="0" y="2039"/>
                    <a:pt x="0" y="2039"/>
                  </a:cubicBezTo>
                  <a:lnTo>
                    <a:pt x="284" y="2090"/>
                  </a:lnTo>
                  <a:cubicBezTo>
                    <a:pt x="435" y="1889"/>
                    <a:pt x="552" y="1689"/>
                    <a:pt x="652" y="1471"/>
                  </a:cubicBezTo>
                  <a:cubicBezTo>
                    <a:pt x="718" y="1339"/>
                    <a:pt x="474" y="0"/>
                    <a:pt x="420"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202;p68">
              <a:extLst>
                <a:ext uri="{FF2B5EF4-FFF2-40B4-BE49-F238E27FC236}">
                  <a16:creationId xmlns:a16="http://schemas.microsoft.com/office/drawing/2014/main" id="{C8C0039E-A19C-CDC9-861E-17D4C06CA91F}"/>
                </a:ext>
              </a:extLst>
            </p:cNvPr>
            <p:cNvSpPr/>
            <p:nvPr/>
          </p:nvSpPr>
          <p:spPr>
            <a:xfrm>
              <a:off x="7450979" y="2445085"/>
              <a:ext cx="615328" cy="490557"/>
            </a:xfrm>
            <a:custGeom>
              <a:avLst/>
              <a:gdLst/>
              <a:ahLst/>
              <a:cxnLst/>
              <a:rect l="l" t="t" r="r" b="b"/>
              <a:pathLst>
                <a:path w="19199" h="15306" extrusionOk="0">
                  <a:moveTo>
                    <a:pt x="12916" y="0"/>
                  </a:moveTo>
                  <a:lnTo>
                    <a:pt x="12365" y="6283"/>
                  </a:lnTo>
                  <a:cubicBezTo>
                    <a:pt x="12365" y="6283"/>
                    <a:pt x="6517" y="10226"/>
                    <a:pt x="4646" y="11345"/>
                  </a:cubicBezTo>
                  <a:cubicBezTo>
                    <a:pt x="4423" y="11470"/>
                    <a:pt x="4190" y="11538"/>
                    <a:pt x="3945" y="11538"/>
                  </a:cubicBezTo>
                  <a:cubicBezTo>
                    <a:pt x="3895" y="11538"/>
                    <a:pt x="3844" y="11535"/>
                    <a:pt x="3793" y="11529"/>
                  </a:cubicBezTo>
                  <a:cubicBezTo>
                    <a:pt x="3175" y="11503"/>
                    <a:pt x="2669" y="11439"/>
                    <a:pt x="2257" y="11439"/>
                  </a:cubicBezTo>
                  <a:cubicBezTo>
                    <a:pt x="1891" y="11439"/>
                    <a:pt x="1599" y="11490"/>
                    <a:pt x="1371" y="11663"/>
                  </a:cubicBezTo>
                  <a:cubicBezTo>
                    <a:pt x="986" y="11980"/>
                    <a:pt x="652" y="12381"/>
                    <a:pt x="385" y="12799"/>
                  </a:cubicBezTo>
                  <a:cubicBezTo>
                    <a:pt x="1" y="13317"/>
                    <a:pt x="67" y="13952"/>
                    <a:pt x="17" y="14553"/>
                  </a:cubicBezTo>
                  <a:cubicBezTo>
                    <a:pt x="1" y="14804"/>
                    <a:pt x="17" y="15238"/>
                    <a:pt x="352" y="15238"/>
                  </a:cubicBezTo>
                  <a:cubicBezTo>
                    <a:pt x="385" y="15238"/>
                    <a:pt x="402" y="15222"/>
                    <a:pt x="435" y="15222"/>
                  </a:cubicBezTo>
                  <a:cubicBezTo>
                    <a:pt x="636" y="15155"/>
                    <a:pt x="719" y="14837"/>
                    <a:pt x="786" y="14654"/>
                  </a:cubicBezTo>
                  <a:cubicBezTo>
                    <a:pt x="903" y="14888"/>
                    <a:pt x="1103" y="15222"/>
                    <a:pt x="1371" y="15289"/>
                  </a:cubicBezTo>
                  <a:cubicBezTo>
                    <a:pt x="1438" y="15305"/>
                    <a:pt x="1504" y="15305"/>
                    <a:pt x="1555" y="15305"/>
                  </a:cubicBezTo>
                  <a:cubicBezTo>
                    <a:pt x="1671" y="15289"/>
                    <a:pt x="1788" y="15238"/>
                    <a:pt x="1855" y="15172"/>
                  </a:cubicBezTo>
                  <a:cubicBezTo>
                    <a:pt x="1956" y="15205"/>
                    <a:pt x="2056" y="15238"/>
                    <a:pt x="2139" y="15272"/>
                  </a:cubicBezTo>
                  <a:lnTo>
                    <a:pt x="2290" y="15272"/>
                  </a:lnTo>
                  <a:cubicBezTo>
                    <a:pt x="2457" y="15238"/>
                    <a:pt x="2473" y="15038"/>
                    <a:pt x="2473" y="15021"/>
                  </a:cubicBezTo>
                  <a:cubicBezTo>
                    <a:pt x="2624" y="15038"/>
                    <a:pt x="2758" y="15038"/>
                    <a:pt x="2908" y="15038"/>
                  </a:cubicBezTo>
                  <a:cubicBezTo>
                    <a:pt x="3025" y="15038"/>
                    <a:pt x="3159" y="15004"/>
                    <a:pt x="3259" y="14938"/>
                  </a:cubicBezTo>
                  <a:cubicBezTo>
                    <a:pt x="3409" y="14804"/>
                    <a:pt x="3877" y="14002"/>
                    <a:pt x="3827" y="13785"/>
                  </a:cubicBezTo>
                  <a:lnTo>
                    <a:pt x="3827" y="13785"/>
                  </a:lnTo>
                  <a:cubicBezTo>
                    <a:pt x="3827" y="13785"/>
                    <a:pt x="4147" y="13896"/>
                    <a:pt x="4864" y="13896"/>
                  </a:cubicBezTo>
                  <a:cubicBezTo>
                    <a:pt x="6557" y="13896"/>
                    <a:pt x="10464" y="13278"/>
                    <a:pt x="17611" y="9123"/>
                  </a:cubicBezTo>
                  <a:cubicBezTo>
                    <a:pt x="19199" y="8588"/>
                    <a:pt x="18530" y="284"/>
                    <a:pt x="18530" y="284"/>
                  </a:cubicBezTo>
                  <a:lnTo>
                    <a:pt x="12916" y="0"/>
                  </a:lnTo>
                  <a:close/>
                </a:path>
              </a:pathLst>
            </a:custGeom>
            <a:solidFill>
              <a:srgbClr val="9F6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203;p68">
              <a:extLst>
                <a:ext uri="{FF2B5EF4-FFF2-40B4-BE49-F238E27FC236}">
                  <a16:creationId xmlns:a16="http://schemas.microsoft.com/office/drawing/2014/main" id="{9AABDE63-892A-1242-5570-091AA3C334C1}"/>
                </a:ext>
              </a:extLst>
            </p:cNvPr>
            <p:cNvSpPr/>
            <p:nvPr/>
          </p:nvSpPr>
          <p:spPr>
            <a:xfrm>
              <a:off x="7483670" y="2876702"/>
              <a:ext cx="27307" cy="57145"/>
            </a:xfrm>
            <a:custGeom>
              <a:avLst/>
              <a:gdLst/>
              <a:ahLst/>
              <a:cxnLst/>
              <a:rect l="l" t="t" r="r" b="b"/>
              <a:pathLst>
                <a:path w="852" h="1783" extrusionOk="0">
                  <a:moveTo>
                    <a:pt x="317" y="0"/>
                  </a:moveTo>
                  <a:cubicBezTo>
                    <a:pt x="317" y="1"/>
                    <a:pt x="317" y="1"/>
                    <a:pt x="317" y="1"/>
                  </a:cubicBezTo>
                  <a:lnTo>
                    <a:pt x="317" y="1"/>
                  </a:lnTo>
                  <a:cubicBezTo>
                    <a:pt x="317" y="1"/>
                    <a:pt x="317" y="0"/>
                    <a:pt x="317" y="0"/>
                  </a:cubicBezTo>
                  <a:close/>
                  <a:moveTo>
                    <a:pt x="317" y="1"/>
                  </a:moveTo>
                  <a:lnTo>
                    <a:pt x="317" y="1"/>
                  </a:lnTo>
                  <a:cubicBezTo>
                    <a:pt x="311" y="29"/>
                    <a:pt x="0" y="622"/>
                    <a:pt x="50" y="969"/>
                  </a:cubicBezTo>
                  <a:cubicBezTo>
                    <a:pt x="117" y="1237"/>
                    <a:pt x="234" y="1471"/>
                    <a:pt x="401" y="1671"/>
                  </a:cubicBezTo>
                  <a:cubicBezTo>
                    <a:pt x="456" y="1745"/>
                    <a:pt x="541" y="1783"/>
                    <a:pt x="629" y="1783"/>
                  </a:cubicBezTo>
                  <a:cubicBezTo>
                    <a:pt x="701" y="1783"/>
                    <a:pt x="775" y="1757"/>
                    <a:pt x="835" y="1705"/>
                  </a:cubicBezTo>
                  <a:lnTo>
                    <a:pt x="852" y="1705"/>
                  </a:lnTo>
                  <a:cubicBezTo>
                    <a:pt x="618" y="1521"/>
                    <a:pt x="451" y="1304"/>
                    <a:pt x="351" y="1036"/>
                  </a:cubicBezTo>
                  <a:cubicBezTo>
                    <a:pt x="284" y="702"/>
                    <a:pt x="267" y="352"/>
                    <a:pt x="317"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204;p68">
              <a:extLst>
                <a:ext uri="{FF2B5EF4-FFF2-40B4-BE49-F238E27FC236}">
                  <a16:creationId xmlns:a16="http://schemas.microsoft.com/office/drawing/2014/main" id="{2EEE625D-F1B9-E9BB-F70B-287ED49B0510}"/>
                </a:ext>
              </a:extLst>
            </p:cNvPr>
            <p:cNvSpPr/>
            <p:nvPr/>
          </p:nvSpPr>
          <p:spPr>
            <a:xfrm>
              <a:off x="7544148" y="2870805"/>
              <a:ext cx="31088" cy="56248"/>
            </a:xfrm>
            <a:custGeom>
              <a:avLst/>
              <a:gdLst/>
              <a:ahLst/>
              <a:cxnLst/>
              <a:rect l="l" t="t" r="r" b="b"/>
              <a:pathLst>
                <a:path w="970" h="1755" extrusionOk="0">
                  <a:moveTo>
                    <a:pt x="636" y="1"/>
                  </a:moveTo>
                  <a:lnTo>
                    <a:pt x="385" y="335"/>
                  </a:lnTo>
                  <a:cubicBezTo>
                    <a:pt x="151" y="619"/>
                    <a:pt x="18" y="986"/>
                    <a:pt x="1" y="1354"/>
                  </a:cubicBezTo>
                  <a:cubicBezTo>
                    <a:pt x="1" y="1488"/>
                    <a:pt x="1" y="1638"/>
                    <a:pt x="1" y="1755"/>
                  </a:cubicBezTo>
                  <a:cubicBezTo>
                    <a:pt x="118" y="1755"/>
                    <a:pt x="252" y="1721"/>
                    <a:pt x="352" y="1655"/>
                  </a:cubicBezTo>
                  <a:cubicBezTo>
                    <a:pt x="502" y="1521"/>
                    <a:pt x="970" y="719"/>
                    <a:pt x="920" y="502"/>
                  </a:cubicBezTo>
                  <a:cubicBezTo>
                    <a:pt x="853" y="318"/>
                    <a:pt x="753" y="151"/>
                    <a:pt x="636"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205;p68">
              <a:extLst>
                <a:ext uri="{FF2B5EF4-FFF2-40B4-BE49-F238E27FC236}">
                  <a16:creationId xmlns:a16="http://schemas.microsoft.com/office/drawing/2014/main" id="{3A410417-730A-3758-A705-7C2D109D7176}"/>
                </a:ext>
              </a:extLst>
            </p:cNvPr>
            <p:cNvSpPr/>
            <p:nvPr/>
          </p:nvSpPr>
          <p:spPr>
            <a:xfrm>
              <a:off x="7462773" y="2868658"/>
              <a:ext cx="14487" cy="64292"/>
            </a:xfrm>
            <a:custGeom>
              <a:avLst/>
              <a:gdLst/>
              <a:ahLst/>
              <a:cxnLst/>
              <a:rect l="l" t="t" r="r" b="b"/>
              <a:pathLst>
                <a:path w="452" h="2006" extrusionOk="0">
                  <a:moveTo>
                    <a:pt x="451" y="1"/>
                  </a:moveTo>
                  <a:cubicBezTo>
                    <a:pt x="451" y="1"/>
                    <a:pt x="50" y="569"/>
                    <a:pt x="34" y="736"/>
                  </a:cubicBezTo>
                  <a:cubicBezTo>
                    <a:pt x="0" y="1037"/>
                    <a:pt x="17" y="1337"/>
                    <a:pt x="50" y="1621"/>
                  </a:cubicBezTo>
                  <a:cubicBezTo>
                    <a:pt x="67" y="1755"/>
                    <a:pt x="67" y="1872"/>
                    <a:pt x="67" y="2006"/>
                  </a:cubicBezTo>
                  <a:cubicBezTo>
                    <a:pt x="268" y="1939"/>
                    <a:pt x="351" y="1621"/>
                    <a:pt x="418" y="1438"/>
                  </a:cubicBezTo>
                  <a:cubicBezTo>
                    <a:pt x="418" y="1438"/>
                    <a:pt x="201" y="803"/>
                    <a:pt x="234" y="585"/>
                  </a:cubicBezTo>
                  <a:cubicBezTo>
                    <a:pt x="284" y="385"/>
                    <a:pt x="368" y="184"/>
                    <a:pt x="451"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206;p68">
              <a:extLst>
                <a:ext uri="{FF2B5EF4-FFF2-40B4-BE49-F238E27FC236}">
                  <a16:creationId xmlns:a16="http://schemas.microsoft.com/office/drawing/2014/main" id="{37AE086F-65D7-B236-EB81-23C394D2CF26}"/>
                </a:ext>
              </a:extLst>
            </p:cNvPr>
            <p:cNvSpPr/>
            <p:nvPr/>
          </p:nvSpPr>
          <p:spPr>
            <a:xfrm>
              <a:off x="7510431" y="2878850"/>
              <a:ext cx="19839" cy="55703"/>
            </a:xfrm>
            <a:custGeom>
              <a:avLst/>
              <a:gdLst/>
              <a:ahLst/>
              <a:cxnLst/>
              <a:rect l="l" t="t" r="r" b="b"/>
              <a:pathLst>
                <a:path w="619" h="1738" extrusionOk="0">
                  <a:moveTo>
                    <a:pt x="535" y="0"/>
                  </a:moveTo>
                  <a:lnTo>
                    <a:pt x="535" y="0"/>
                  </a:lnTo>
                  <a:cubicBezTo>
                    <a:pt x="84" y="468"/>
                    <a:pt x="0" y="1170"/>
                    <a:pt x="284" y="1738"/>
                  </a:cubicBezTo>
                  <a:lnTo>
                    <a:pt x="435" y="1738"/>
                  </a:lnTo>
                  <a:cubicBezTo>
                    <a:pt x="602" y="1704"/>
                    <a:pt x="618" y="1504"/>
                    <a:pt x="618" y="1487"/>
                  </a:cubicBezTo>
                  <a:cubicBezTo>
                    <a:pt x="435" y="1019"/>
                    <a:pt x="418" y="501"/>
                    <a:pt x="535"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207;p68">
              <a:extLst>
                <a:ext uri="{FF2B5EF4-FFF2-40B4-BE49-F238E27FC236}">
                  <a16:creationId xmlns:a16="http://schemas.microsoft.com/office/drawing/2014/main" id="{E151BE24-3610-E57E-CD69-56C9C99ACE7A}"/>
                </a:ext>
              </a:extLst>
            </p:cNvPr>
            <p:cNvSpPr/>
            <p:nvPr/>
          </p:nvSpPr>
          <p:spPr>
            <a:xfrm>
              <a:off x="7811381" y="2082343"/>
              <a:ext cx="264989" cy="380433"/>
            </a:xfrm>
            <a:custGeom>
              <a:avLst/>
              <a:gdLst/>
              <a:ahLst/>
              <a:cxnLst/>
              <a:rect l="l" t="t" r="r" b="b"/>
              <a:pathLst>
                <a:path w="8268" h="11870" extrusionOk="0">
                  <a:moveTo>
                    <a:pt x="3708" y="1"/>
                  </a:moveTo>
                  <a:cubicBezTo>
                    <a:pt x="3653" y="1"/>
                    <a:pt x="3598" y="3"/>
                    <a:pt x="3543" y="7"/>
                  </a:cubicBezTo>
                  <a:cubicBezTo>
                    <a:pt x="0" y="240"/>
                    <a:pt x="719" y="11435"/>
                    <a:pt x="736" y="11669"/>
                  </a:cubicBezTo>
                  <a:lnTo>
                    <a:pt x="8104" y="11870"/>
                  </a:lnTo>
                  <a:cubicBezTo>
                    <a:pt x="8267" y="3557"/>
                    <a:pt x="6100" y="1"/>
                    <a:pt x="3708"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2208;p68">
              <a:extLst>
                <a:ext uri="{FF2B5EF4-FFF2-40B4-BE49-F238E27FC236}">
                  <a16:creationId xmlns:a16="http://schemas.microsoft.com/office/drawing/2014/main" id="{FCD12425-45C2-ACBF-A9B1-0EB3A806E861}"/>
                </a:ext>
              </a:extLst>
            </p:cNvPr>
            <p:cNvSpPr/>
            <p:nvPr/>
          </p:nvSpPr>
          <p:spPr>
            <a:xfrm>
              <a:off x="6446371" y="3026632"/>
              <a:ext cx="698882" cy="762598"/>
            </a:xfrm>
            <a:custGeom>
              <a:avLst/>
              <a:gdLst/>
              <a:ahLst/>
              <a:cxnLst/>
              <a:rect l="l" t="t" r="r" b="b"/>
              <a:pathLst>
                <a:path w="21806" h="23794" extrusionOk="0">
                  <a:moveTo>
                    <a:pt x="20218" y="1"/>
                  </a:moveTo>
                  <a:lnTo>
                    <a:pt x="17193" y="17"/>
                  </a:lnTo>
                  <a:lnTo>
                    <a:pt x="3242" y="101"/>
                  </a:lnTo>
                  <a:cubicBezTo>
                    <a:pt x="1437" y="118"/>
                    <a:pt x="0" y="1588"/>
                    <a:pt x="17" y="3376"/>
                  </a:cubicBezTo>
                  <a:lnTo>
                    <a:pt x="218" y="23794"/>
                  </a:lnTo>
                  <a:lnTo>
                    <a:pt x="21805" y="23660"/>
                  </a:lnTo>
                  <a:lnTo>
                    <a:pt x="21772" y="18280"/>
                  </a:lnTo>
                  <a:lnTo>
                    <a:pt x="21588" y="2707"/>
                  </a:lnTo>
                  <a:cubicBezTo>
                    <a:pt x="21571" y="418"/>
                    <a:pt x="20368" y="1"/>
                    <a:pt x="20218"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74" name="Google Shape;2209;p68">
              <a:extLst>
                <a:ext uri="{FF2B5EF4-FFF2-40B4-BE49-F238E27FC236}">
                  <a16:creationId xmlns:a16="http://schemas.microsoft.com/office/drawing/2014/main" id="{D7DEA2A4-DE00-FF55-34E0-24E79A26F20D}"/>
                </a:ext>
              </a:extLst>
            </p:cNvPr>
            <p:cNvSpPr/>
            <p:nvPr/>
          </p:nvSpPr>
          <p:spPr>
            <a:xfrm>
              <a:off x="5816621" y="3853458"/>
              <a:ext cx="1401450" cy="136052"/>
            </a:xfrm>
            <a:custGeom>
              <a:avLst/>
              <a:gdLst/>
              <a:ahLst/>
              <a:cxnLst/>
              <a:rect l="l" t="t" r="r" b="b"/>
              <a:pathLst>
                <a:path w="43727" h="4245" extrusionOk="0">
                  <a:moveTo>
                    <a:pt x="1370" y="1"/>
                  </a:moveTo>
                  <a:cubicBezTo>
                    <a:pt x="551" y="1"/>
                    <a:pt x="0" y="819"/>
                    <a:pt x="301" y="1588"/>
                  </a:cubicBezTo>
                  <a:cubicBezTo>
                    <a:pt x="952" y="3192"/>
                    <a:pt x="2506" y="4245"/>
                    <a:pt x="4244" y="4245"/>
                  </a:cubicBezTo>
                  <a:lnTo>
                    <a:pt x="39482" y="4245"/>
                  </a:lnTo>
                  <a:cubicBezTo>
                    <a:pt x="41220" y="4245"/>
                    <a:pt x="42774" y="3192"/>
                    <a:pt x="43426" y="1588"/>
                  </a:cubicBezTo>
                  <a:cubicBezTo>
                    <a:pt x="43726" y="819"/>
                    <a:pt x="43175" y="1"/>
                    <a:pt x="42356"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76" name="Google Shape;2210;p68">
              <a:extLst>
                <a:ext uri="{FF2B5EF4-FFF2-40B4-BE49-F238E27FC236}">
                  <a16:creationId xmlns:a16="http://schemas.microsoft.com/office/drawing/2014/main" id="{E06F1F66-FDF6-4FBF-1507-D91D9BEB071A}"/>
                </a:ext>
              </a:extLst>
            </p:cNvPr>
            <p:cNvSpPr/>
            <p:nvPr/>
          </p:nvSpPr>
          <p:spPr>
            <a:xfrm>
              <a:off x="6531528" y="3367772"/>
              <a:ext cx="732599" cy="1003550"/>
            </a:xfrm>
            <a:custGeom>
              <a:avLst/>
              <a:gdLst/>
              <a:ahLst/>
              <a:cxnLst/>
              <a:rect l="l" t="t" r="r" b="b"/>
              <a:pathLst>
                <a:path w="22858" h="31312" extrusionOk="0">
                  <a:moveTo>
                    <a:pt x="2974" y="0"/>
                  </a:moveTo>
                  <a:cubicBezTo>
                    <a:pt x="2423" y="0"/>
                    <a:pt x="1955" y="401"/>
                    <a:pt x="1855" y="952"/>
                  </a:cubicBezTo>
                  <a:lnTo>
                    <a:pt x="1236" y="4662"/>
                  </a:lnTo>
                  <a:cubicBezTo>
                    <a:pt x="401" y="9507"/>
                    <a:pt x="0" y="14436"/>
                    <a:pt x="0" y="19365"/>
                  </a:cubicBezTo>
                  <a:lnTo>
                    <a:pt x="0" y="20936"/>
                  </a:lnTo>
                  <a:cubicBezTo>
                    <a:pt x="0" y="26667"/>
                    <a:pt x="4645" y="31312"/>
                    <a:pt x="10359" y="31312"/>
                  </a:cubicBezTo>
                  <a:lnTo>
                    <a:pt x="12481" y="31312"/>
                  </a:lnTo>
                  <a:cubicBezTo>
                    <a:pt x="18212" y="31312"/>
                    <a:pt x="22857" y="26667"/>
                    <a:pt x="22857" y="20936"/>
                  </a:cubicBezTo>
                  <a:lnTo>
                    <a:pt x="22857" y="2556"/>
                  </a:lnTo>
                  <a:cubicBezTo>
                    <a:pt x="22857" y="1136"/>
                    <a:pt x="21704" y="0"/>
                    <a:pt x="20284" y="0"/>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2211;p68">
              <a:extLst>
                <a:ext uri="{FF2B5EF4-FFF2-40B4-BE49-F238E27FC236}">
                  <a16:creationId xmlns:a16="http://schemas.microsoft.com/office/drawing/2014/main" id="{829C37A3-9F34-5065-2DF2-5361FA882396}"/>
                </a:ext>
              </a:extLst>
            </p:cNvPr>
            <p:cNvSpPr/>
            <p:nvPr/>
          </p:nvSpPr>
          <p:spPr>
            <a:xfrm>
              <a:off x="6868342" y="3519850"/>
              <a:ext cx="48235" cy="988037"/>
            </a:xfrm>
            <a:custGeom>
              <a:avLst/>
              <a:gdLst/>
              <a:ahLst/>
              <a:cxnLst/>
              <a:rect l="l" t="t" r="r" b="b"/>
              <a:pathLst>
                <a:path w="1505" h="30828" extrusionOk="0">
                  <a:moveTo>
                    <a:pt x="686" y="0"/>
                  </a:moveTo>
                  <a:cubicBezTo>
                    <a:pt x="301" y="0"/>
                    <a:pt x="1" y="318"/>
                    <a:pt x="1" y="702"/>
                  </a:cubicBezTo>
                  <a:lnTo>
                    <a:pt x="101" y="30142"/>
                  </a:lnTo>
                  <a:cubicBezTo>
                    <a:pt x="101" y="30527"/>
                    <a:pt x="418" y="30827"/>
                    <a:pt x="803" y="30827"/>
                  </a:cubicBezTo>
                  <a:cubicBezTo>
                    <a:pt x="1187" y="30827"/>
                    <a:pt x="1504" y="30510"/>
                    <a:pt x="1504" y="30126"/>
                  </a:cubicBezTo>
                  <a:lnTo>
                    <a:pt x="1388" y="702"/>
                  </a:lnTo>
                  <a:cubicBezTo>
                    <a:pt x="1388" y="318"/>
                    <a:pt x="1070" y="0"/>
                    <a:pt x="686"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2212;p68">
              <a:extLst>
                <a:ext uri="{FF2B5EF4-FFF2-40B4-BE49-F238E27FC236}">
                  <a16:creationId xmlns:a16="http://schemas.microsoft.com/office/drawing/2014/main" id="{A69E5DC5-A3EC-A03A-EA1B-B29DBEE25FDE}"/>
                </a:ext>
              </a:extLst>
            </p:cNvPr>
            <p:cNvSpPr/>
            <p:nvPr/>
          </p:nvSpPr>
          <p:spPr>
            <a:xfrm>
              <a:off x="6530438" y="3656511"/>
              <a:ext cx="726189" cy="714811"/>
            </a:xfrm>
            <a:custGeom>
              <a:avLst/>
              <a:gdLst/>
              <a:ahLst/>
              <a:cxnLst/>
              <a:rect l="l" t="t" r="r" b="b"/>
              <a:pathLst>
                <a:path w="22658" h="22303" extrusionOk="0">
                  <a:moveTo>
                    <a:pt x="21644" y="0"/>
                  </a:moveTo>
                  <a:cubicBezTo>
                    <a:pt x="21480" y="0"/>
                    <a:pt x="21308" y="63"/>
                    <a:pt x="21154" y="214"/>
                  </a:cubicBezTo>
                  <a:lnTo>
                    <a:pt x="435" y="21100"/>
                  </a:lnTo>
                  <a:cubicBezTo>
                    <a:pt x="1" y="21551"/>
                    <a:pt x="301" y="22303"/>
                    <a:pt x="920" y="22303"/>
                  </a:cubicBezTo>
                  <a:cubicBezTo>
                    <a:pt x="1120" y="22303"/>
                    <a:pt x="1287" y="22219"/>
                    <a:pt x="1421" y="22086"/>
                  </a:cubicBezTo>
                  <a:lnTo>
                    <a:pt x="22156" y="1200"/>
                  </a:lnTo>
                  <a:cubicBezTo>
                    <a:pt x="22657" y="699"/>
                    <a:pt x="22190" y="0"/>
                    <a:pt x="21644"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2213;p68">
              <a:extLst>
                <a:ext uri="{FF2B5EF4-FFF2-40B4-BE49-F238E27FC236}">
                  <a16:creationId xmlns:a16="http://schemas.microsoft.com/office/drawing/2014/main" id="{323C94C4-A249-7EC7-C408-3AF9F6316AD2}"/>
                </a:ext>
              </a:extLst>
            </p:cNvPr>
            <p:cNvSpPr/>
            <p:nvPr/>
          </p:nvSpPr>
          <p:spPr>
            <a:xfrm>
              <a:off x="6390668" y="3990023"/>
              <a:ext cx="1003037" cy="48235"/>
            </a:xfrm>
            <a:custGeom>
              <a:avLst/>
              <a:gdLst/>
              <a:ahLst/>
              <a:cxnLst/>
              <a:rect l="l" t="t" r="r" b="b"/>
              <a:pathLst>
                <a:path w="31296" h="1505" extrusionOk="0">
                  <a:moveTo>
                    <a:pt x="30360" y="0"/>
                  </a:moveTo>
                  <a:lnTo>
                    <a:pt x="936" y="101"/>
                  </a:lnTo>
                  <a:cubicBezTo>
                    <a:pt x="1" y="101"/>
                    <a:pt x="1" y="1504"/>
                    <a:pt x="936" y="1504"/>
                  </a:cubicBezTo>
                  <a:lnTo>
                    <a:pt x="30377" y="1387"/>
                  </a:lnTo>
                  <a:cubicBezTo>
                    <a:pt x="31296" y="1387"/>
                    <a:pt x="31296" y="0"/>
                    <a:pt x="30360"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2214;p68">
              <a:extLst>
                <a:ext uri="{FF2B5EF4-FFF2-40B4-BE49-F238E27FC236}">
                  <a16:creationId xmlns:a16="http://schemas.microsoft.com/office/drawing/2014/main" id="{8E369B0A-DB9B-D666-DE4B-2BE4B82F9E6D}"/>
                </a:ext>
              </a:extLst>
            </p:cNvPr>
            <p:cNvSpPr/>
            <p:nvPr/>
          </p:nvSpPr>
          <p:spPr>
            <a:xfrm>
              <a:off x="6524125" y="3658306"/>
              <a:ext cx="733048" cy="710356"/>
            </a:xfrm>
            <a:custGeom>
              <a:avLst/>
              <a:gdLst/>
              <a:ahLst/>
              <a:cxnLst/>
              <a:rect l="l" t="t" r="r" b="b"/>
              <a:pathLst>
                <a:path w="22872" h="22164" extrusionOk="0">
                  <a:moveTo>
                    <a:pt x="1031" y="0"/>
                  </a:moveTo>
                  <a:cubicBezTo>
                    <a:pt x="483" y="0"/>
                    <a:pt x="1" y="731"/>
                    <a:pt x="548" y="1227"/>
                  </a:cubicBezTo>
                  <a:lnTo>
                    <a:pt x="21434" y="21963"/>
                  </a:lnTo>
                  <a:cubicBezTo>
                    <a:pt x="21568" y="22096"/>
                    <a:pt x="21752" y="22163"/>
                    <a:pt x="21935" y="22163"/>
                  </a:cubicBezTo>
                  <a:cubicBezTo>
                    <a:pt x="22554" y="22163"/>
                    <a:pt x="22871" y="21411"/>
                    <a:pt x="22420" y="20977"/>
                  </a:cubicBezTo>
                  <a:lnTo>
                    <a:pt x="1534" y="242"/>
                  </a:lnTo>
                  <a:cubicBezTo>
                    <a:pt x="1380" y="71"/>
                    <a:pt x="1202" y="0"/>
                    <a:pt x="1031"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2215;p68">
              <a:extLst>
                <a:ext uri="{FF2B5EF4-FFF2-40B4-BE49-F238E27FC236}">
                  <a16:creationId xmlns:a16="http://schemas.microsoft.com/office/drawing/2014/main" id="{EA595B5C-6687-6BC6-6FCD-76E2DEE8DA8E}"/>
                </a:ext>
              </a:extLst>
            </p:cNvPr>
            <p:cNvSpPr/>
            <p:nvPr/>
          </p:nvSpPr>
          <p:spPr>
            <a:xfrm>
              <a:off x="6383714" y="3542317"/>
              <a:ext cx="980025" cy="943264"/>
            </a:xfrm>
            <a:custGeom>
              <a:avLst/>
              <a:gdLst/>
              <a:ahLst/>
              <a:cxnLst/>
              <a:rect l="l" t="t" r="r" b="b"/>
              <a:pathLst>
                <a:path w="30578" h="29431" extrusionOk="0">
                  <a:moveTo>
                    <a:pt x="15872" y="4542"/>
                  </a:moveTo>
                  <a:cubicBezTo>
                    <a:pt x="17183" y="4542"/>
                    <a:pt x="18506" y="4795"/>
                    <a:pt x="19767" y="5314"/>
                  </a:cubicBezTo>
                  <a:cubicBezTo>
                    <a:pt x="23560" y="6902"/>
                    <a:pt x="26032" y="10594"/>
                    <a:pt x="26032" y="14721"/>
                  </a:cubicBezTo>
                  <a:cubicBezTo>
                    <a:pt x="26032" y="20335"/>
                    <a:pt x="21488" y="24880"/>
                    <a:pt x="15874" y="24880"/>
                  </a:cubicBezTo>
                  <a:cubicBezTo>
                    <a:pt x="11747" y="24880"/>
                    <a:pt x="8054" y="22407"/>
                    <a:pt x="6467" y="18614"/>
                  </a:cubicBezTo>
                  <a:cubicBezTo>
                    <a:pt x="4896" y="14805"/>
                    <a:pt x="5765" y="10427"/>
                    <a:pt x="8672" y="7520"/>
                  </a:cubicBezTo>
                  <a:cubicBezTo>
                    <a:pt x="10617" y="5575"/>
                    <a:pt x="13221" y="4542"/>
                    <a:pt x="15872" y="4542"/>
                  </a:cubicBezTo>
                  <a:close/>
                  <a:moveTo>
                    <a:pt x="15874" y="1"/>
                  </a:moveTo>
                  <a:cubicBezTo>
                    <a:pt x="9909" y="1"/>
                    <a:pt x="4545" y="3593"/>
                    <a:pt x="2273" y="9090"/>
                  </a:cubicBezTo>
                  <a:cubicBezTo>
                    <a:pt x="0" y="14588"/>
                    <a:pt x="1254" y="20920"/>
                    <a:pt x="5464" y="25114"/>
                  </a:cubicBezTo>
                  <a:cubicBezTo>
                    <a:pt x="8281" y="27930"/>
                    <a:pt x="12046" y="29431"/>
                    <a:pt x="15876" y="29431"/>
                  </a:cubicBezTo>
                  <a:cubicBezTo>
                    <a:pt x="17772" y="29431"/>
                    <a:pt x="19684" y="29063"/>
                    <a:pt x="21504" y="28305"/>
                  </a:cubicBezTo>
                  <a:cubicBezTo>
                    <a:pt x="27001" y="26033"/>
                    <a:pt x="30577" y="20669"/>
                    <a:pt x="30577" y="14721"/>
                  </a:cubicBezTo>
                  <a:cubicBezTo>
                    <a:pt x="30577" y="6584"/>
                    <a:pt x="23994" y="1"/>
                    <a:pt x="15874" y="1"/>
                  </a:cubicBez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2216;p68">
              <a:extLst>
                <a:ext uri="{FF2B5EF4-FFF2-40B4-BE49-F238E27FC236}">
                  <a16:creationId xmlns:a16="http://schemas.microsoft.com/office/drawing/2014/main" id="{09B8B83C-E224-07BC-5FD4-8EFE84124F6D}"/>
                </a:ext>
              </a:extLst>
            </p:cNvPr>
            <p:cNvSpPr/>
            <p:nvPr/>
          </p:nvSpPr>
          <p:spPr>
            <a:xfrm>
              <a:off x="6739821" y="3899514"/>
              <a:ext cx="266720" cy="229061"/>
            </a:xfrm>
            <a:custGeom>
              <a:avLst/>
              <a:gdLst/>
              <a:ahLst/>
              <a:cxnLst/>
              <a:rect l="l" t="t" r="r" b="b"/>
              <a:pathLst>
                <a:path w="8322" h="7147" extrusionOk="0">
                  <a:moveTo>
                    <a:pt x="4763" y="1"/>
                  </a:moveTo>
                  <a:cubicBezTo>
                    <a:pt x="1588" y="1"/>
                    <a:pt x="1" y="3844"/>
                    <a:pt x="2240" y="6099"/>
                  </a:cubicBezTo>
                  <a:cubicBezTo>
                    <a:pt x="2963" y="6823"/>
                    <a:pt x="3854" y="7147"/>
                    <a:pt x="4729" y="7147"/>
                  </a:cubicBezTo>
                  <a:cubicBezTo>
                    <a:pt x="6561" y="7147"/>
                    <a:pt x="8322" y="5725"/>
                    <a:pt x="8322" y="3576"/>
                  </a:cubicBezTo>
                  <a:cubicBezTo>
                    <a:pt x="8322" y="1605"/>
                    <a:pt x="6717" y="1"/>
                    <a:pt x="476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2217;p68">
              <a:extLst>
                <a:ext uri="{FF2B5EF4-FFF2-40B4-BE49-F238E27FC236}">
                  <a16:creationId xmlns:a16="http://schemas.microsoft.com/office/drawing/2014/main" id="{1BB3AFDB-87E1-BF8F-3E2D-2FC5F39A0EB6}"/>
                </a:ext>
              </a:extLst>
            </p:cNvPr>
            <p:cNvSpPr/>
            <p:nvPr/>
          </p:nvSpPr>
          <p:spPr>
            <a:xfrm>
              <a:off x="6820683" y="3960569"/>
              <a:ext cx="124803" cy="106951"/>
            </a:xfrm>
            <a:custGeom>
              <a:avLst/>
              <a:gdLst/>
              <a:ahLst/>
              <a:cxnLst/>
              <a:rect l="l" t="t" r="r" b="b"/>
              <a:pathLst>
                <a:path w="3894" h="3337" extrusionOk="0">
                  <a:moveTo>
                    <a:pt x="2240" y="0"/>
                  </a:moveTo>
                  <a:cubicBezTo>
                    <a:pt x="753" y="0"/>
                    <a:pt x="1" y="1788"/>
                    <a:pt x="1053" y="2841"/>
                  </a:cubicBezTo>
                  <a:cubicBezTo>
                    <a:pt x="1395" y="3183"/>
                    <a:pt x="1815" y="3336"/>
                    <a:pt x="2226" y="3336"/>
                  </a:cubicBezTo>
                  <a:cubicBezTo>
                    <a:pt x="3079" y="3336"/>
                    <a:pt x="3894" y="2675"/>
                    <a:pt x="3894" y="1671"/>
                  </a:cubicBezTo>
                  <a:cubicBezTo>
                    <a:pt x="3894" y="752"/>
                    <a:pt x="3159" y="0"/>
                    <a:pt x="22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2218;p68">
              <a:extLst>
                <a:ext uri="{FF2B5EF4-FFF2-40B4-BE49-F238E27FC236}">
                  <a16:creationId xmlns:a16="http://schemas.microsoft.com/office/drawing/2014/main" id="{7687B68B-47E1-4DCB-B90D-A9103CE105D9}"/>
                </a:ext>
              </a:extLst>
            </p:cNvPr>
            <p:cNvSpPr/>
            <p:nvPr/>
          </p:nvSpPr>
          <p:spPr>
            <a:xfrm>
              <a:off x="6383714" y="3542317"/>
              <a:ext cx="980025" cy="943264"/>
            </a:xfrm>
            <a:custGeom>
              <a:avLst/>
              <a:gdLst/>
              <a:ahLst/>
              <a:cxnLst/>
              <a:rect l="l" t="t" r="r" b="b"/>
              <a:pathLst>
                <a:path w="30578" h="29431" extrusionOk="0">
                  <a:moveTo>
                    <a:pt x="15872" y="4542"/>
                  </a:moveTo>
                  <a:cubicBezTo>
                    <a:pt x="17183" y="4542"/>
                    <a:pt x="18506" y="4795"/>
                    <a:pt x="19767" y="5314"/>
                  </a:cubicBezTo>
                  <a:cubicBezTo>
                    <a:pt x="23560" y="6902"/>
                    <a:pt x="26032" y="10594"/>
                    <a:pt x="26032" y="14721"/>
                  </a:cubicBezTo>
                  <a:cubicBezTo>
                    <a:pt x="26032" y="20335"/>
                    <a:pt x="21488" y="24880"/>
                    <a:pt x="15874" y="24880"/>
                  </a:cubicBezTo>
                  <a:cubicBezTo>
                    <a:pt x="11747" y="24880"/>
                    <a:pt x="8054" y="22407"/>
                    <a:pt x="6467" y="18614"/>
                  </a:cubicBezTo>
                  <a:cubicBezTo>
                    <a:pt x="4896" y="14805"/>
                    <a:pt x="5765" y="10427"/>
                    <a:pt x="8672" y="7520"/>
                  </a:cubicBezTo>
                  <a:cubicBezTo>
                    <a:pt x="10617" y="5575"/>
                    <a:pt x="13221" y="4542"/>
                    <a:pt x="15872" y="4542"/>
                  </a:cubicBezTo>
                  <a:close/>
                  <a:moveTo>
                    <a:pt x="15874" y="1"/>
                  </a:moveTo>
                  <a:cubicBezTo>
                    <a:pt x="9909" y="1"/>
                    <a:pt x="4545" y="3593"/>
                    <a:pt x="2273" y="9090"/>
                  </a:cubicBezTo>
                  <a:cubicBezTo>
                    <a:pt x="0" y="14588"/>
                    <a:pt x="1254" y="20920"/>
                    <a:pt x="5464" y="25114"/>
                  </a:cubicBezTo>
                  <a:cubicBezTo>
                    <a:pt x="8281" y="27930"/>
                    <a:pt x="12046" y="29431"/>
                    <a:pt x="15876" y="29431"/>
                  </a:cubicBezTo>
                  <a:cubicBezTo>
                    <a:pt x="17772" y="29431"/>
                    <a:pt x="19684" y="29063"/>
                    <a:pt x="21504" y="28305"/>
                  </a:cubicBezTo>
                  <a:cubicBezTo>
                    <a:pt x="27001" y="26033"/>
                    <a:pt x="30577" y="20669"/>
                    <a:pt x="30577" y="14721"/>
                  </a:cubicBezTo>
                  <a:cubicBezTo>
                    <a:pt x="30577" y="6584"/>
                    <a:pt x="23994" y="1"/>
                    <a:pt x="15874"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91" name="Google Shape;2219;p68">
              <a:extLst>
                <a:ext uri="{FF2B5EF4-FFF2-40B4-BE49-F238E27FC236}">
                  <a16:creationId xmlns:a16="http://schemas.microsoft.com/office/drawing/2014/main" id="{5957A028-67C7-ACE7-55C9-83B5106B5571}"/>
                </a:ext>
              </a:extLst>
            </p:cNvPr>
            <p:cNvSpPr/>
            <p:nvPr/>
          </p:nvSpPr>
          <p:spPr>
            <a:xfrm>
              <a:off x="6361214" y="3507478"/>
              <a:ext cx="1094604" cy="1016466"/>
            </a:xfrm>
            <a:custGeom>
              <a:avLst/>
              <a:gdLst/>
              <a:ahLst/>
              <a:cxnLst/>
              <a:rect l="l" t="t" r="r" b="b"/>
              <a:pathLst>
                <a:path w="34153" h="31715" extrusionOk="0">
                  <a:moveTo>
                    <a:pt x="16576" y="2274"/>
                  </a:moveTo>
                  <a:cubicBezTo>
                    <a:pt x="18380" y="2274"/>
                    <a:pt x="20168" y="2642"/>
                    <a:pt x="21839" y="3344"/>
                  </a:cubicBezTo>
                  <a:cubicBezTo>
                    <a:pt x="28205" y="6034"/>
                    <a:pt x="31496" y="13118"/>
                    <a:pt x="29458" y="19718"/>
                  </a:cubicBezTo>
                  <a:cubicBezTo>
                    <a:pt x="27687" y="25466"/>
                    <a:pt x="22386" y="29221"/>
                    <a:pt x="16588" y="29221"/>
                  </a:cubicBezTo>
                  <a:cubicBezTo>
                    <a:pt x="15712" y="29221"/>
                    <a:pt x="14824" y="29136"/>
                    <a:pt x="13936" y="28958"/>
                  </a:cubicBezTo>
                  <a:cubicBezTo>
                    <a:pt x="7152" y="27588"/>
                    <a:pt x="2507" y="21305"/>
                    <a:pt x="3192" y="14421"/>
                  </a:cubicBezTo>
                  <a:cubicBezTo>
                    <a:pt x="3860" y="7537"/>
                    <a:pt x="9658" y="2291"/>
                    <a:pt x="16576" y="2274"/>
                  </a:cubicBezTo>
                  <a:close/>
                  <a:moveTo>
                    <a:pt x="16616" y="0"/>
                  </a:moveTo>
                  <a:cubicBezTo>
                    <a:pt x="15571" y="0"/>
                    <a:pt x="14512" y="104"/>
                    <a:pt x="13451" y="319"/>
                  </a:cubicBezTo>
                  <a:cubicBezTo>
                    <a:pt x="5464" y="1923"/>
                    <a:pt x="1" y="9325"/>
                    <a:pt x="803" y="17412"/>
                  </a:cubicBezTo>
                  <a:cubicBezTo>
                    <a:pt x="1605" y="25516"/>
                    <a:pt x="8422" y="31698"/>
                    <a:pt x="16576" y="31715"/>
                  </a:cubicBezTo>
                  <a:cubicBezTo>
                    <a:pt x="18698" y="31715"/>
                    <a:pt x="20803" y="31297"/>
                    <a:pt x="22758" y="30462"/>
                  </a:cubicBezTo>
                  <a:cubicBezTo>
                    <a:pt x="30260" y="27287"/>
                    <a:pt x="34153" y="18949"/>
                    <a:pt x="31747" y="11180"/>
                  </a:cubicBezTo>
                  <a:cubicBezTo>
                    <a:pt x="29660" y="4428"/>
                    <a:pt x="23440" y="0"/>
                    <a:pt x="16616"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7476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9C9A7-EA79-4275-E612-79459A0EDAD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1A7FC91-ED28-5057-C047-542389A949BC}"/>
              </a:ext>
            </a:extLst>
          </p:cNvPr>
          <p:cNvSpPr/>
          <p:nvPr/>
        </p:nvSpPr>
        <p:spPr>
          <a:xfrm>
            <a:off x="0" y="0"/>
            <a:ext cx="12192000" cy="950112"/>
          </a:xfrm>
          <a:prstGeom prst="rect">
            <a:avLst/>
          </a:prstGeom>
          <a:solidFill>
            <a:srgbClr val="19B0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Google Shape;1556;p59">
            <a:extLst>
              <a:ext uri="{FF2B5EF4-FFF2-40B4-BE49-F238E27FC236}">
                <a16:creationId xmlns:a16="http://schemas.microsoft.com/office/drawing/2014/main" id="{739DD6C1-1545-75FF-1A8D-2B37A30598C6}"/>
              </a:ext>
            </a:extLst>
          </p:cNvPr>
          <p:cNvSpPr txBox="1">
            <a:spLocks noGrp="1"/>
          </p:cNvSpPr>
          <p:nvPr>
            <p:ph type="title"/>
          </p:nvPr>
        </p:nvSpPr>
        <p:spPr>
          <a:xfrm>
            <a:off x="2244000" y="207483"/>
            <a:ext cx="7704000" cy="74262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bg1"/>
                </a:solidFill>
                <a:latin typeface="Bodoni MT Condensed" panose="02070606080606020203" pitchFamily="18" charset="0"/>
              </a:rPr>
              <a:t>Key Findings</a:t>
            </a:r>
            <a:endParaRPr dirty="0">
              <a:solidFill>
                <a:schemeClr val="bg1"/>
              </a:solidFill>
              <a:latin typeface="Bodoni MT Condensed" panose="02070606080606020203" pitchFamily="18" charset="0"/>
            </a:endParaRPr>
          </a:p>
        </p:txBody>
      </p:sp>
      <p:pic>
        <p:nvPicPr>
          <p:cNvPr id="3" name="Picture 2">
            <a:extLst>
              <a:ext uri="{FF2B5EF4-FFF2-40B4-BE49-F238E27FC236}">
                <a16:creationId xmlns:a16="http://schemas.microsoft.com/office/drawing/2014/main" id="{D9A19FEF-357E-D1F7-A0DC-DD25FB48B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64" y="1157595"/>
            <a:ext cx="5777256" cy="5492922"/>
          </a:xfrm>
          <a:prstGeom prst="rect">
            <a:avLst/>
          </a:prstGeom>
        </p:spPr>
      </p:pic>
      <p:sp>
        <p:nvSpPr>
          <p:cNvPr id="6" name="TextBox 5">
            <a:extLst>
              <a:ext uri="{FF2B5EF4-FFF2-40B4-BE49-F238E27FC236}">
                <a16:creationId xmlns:a16="http://schemas.microsoft.com/office/drawing/2014/main" id="{0AD5ED1B-FB85-9595-EAB5-C9271E633682}"/>
              </a:ext>
            </a:extLst>
          </p:cNvPr>
          <p:cNvSpPr txBox="1"/>
          <p:nvPr/>
        </p:nvSpPr>
        <p:spPr>
          <a:xfrm>
            <a:off x="6096000" y="2165118"/>
            <a:ext cx="5777257" cy="3477875"/>
          </a:xfrm>
          <a:prstGeom prst="rect">
            <a:avLst/>
          </a:prstGeom>
          <a:noFill/>
        </p:spPr>
        <p:txBody>
          <a:bodyPr wrap="square" rtlCol="0">
            <a:spAutoFit/>
          </a:bodyPr>
          <a:lstStyle/>
          <a:p>
            <a:pPr marL="285750" indent="-285750">
              <a:buClr>
                <a:srgbClr val="1A5854"/>
              </a:buClr>
              <a:buFont typeface="Wingdings" panose="05000000000000000000" pitchFamily="2" charset="2"/>
              <a:buChar char="ü"/>
            </a:pPr>
            <a:r>
              <a:rPr lang="en-US" sz="2000" b="1" dirty="0"/>
              <a:t>Sokoto and Abia</a:t>
            </a:r>
            <a:r>
              <a:rPr lang="en-US" sz="2000" dirty="0"/>
              <a:t> show the highest combined incidence of Cholera, indicating higher cholera disease burden in these states.</a:t>
            </a:r>
          </a:p>
          <a:p>
            <a:pPr>
              <a:buClr>
                <a:srgbClr val="1A5854"/>
              </a:buClr>
            </a:pPr>
            <a:endParaRPr lang="en-US" sz="2000" dirty="0"/>
          </a:p>
          <a:p>
            <a:pPr marL="285750" indent="-285750">
              <a:buClr>
                <a:srgbClr val="1A5854"/>
              </a:buClr>
              <a:buFont typeface="Wingdings" panose="05000000000000000000" pitchFamily="2" charset="2"/>
              <a:buChar char="ü"/>
            </a:pPr>
            <a:r>
              <a:rPr lang="en-US" sz="2000" b="1" dirty="0"/>
              <a:t>Abia</a:t>
            </a:r>
            <a:r>
              <a:rPr lang="en-US" sz="2000" dirty="0"/>
              <a:t> has the lowest reported case for malaria, suggesting either better disease control or lower incidence.</a:t>
            </a:r>
          </a:p>
          <a:p>
            <a:pPr marL="285750" indent="-285750">
              <a:buClr>
                <a:srgbClr val="1A5854"/>
              </a:buClr>
              <a:buFont typeface="Wingdings" panose="05000000000000000000" pitchFamily="2" charset="2"/>
              <a:buChar char="ü"/>
            </a:pPr>
            <a:endParaRPr lang="en-US" sz="2000" dirty="0"/>
          </a:p>
          <a:p>
            <a:pPr marL="285750" indent="-285750">
              <a:buClr>
                <a:srgbClr val="1A5854"/>
              </a:buClr>
              <a:buFont typeface="Wingdings" panose="05000000000000000000" pitchFamily="2" charset="2"/>
              <a:buChar char="ü"/>
            </a:pPr>
            <a:r>
              <a:rPr lang="en-US" sz="2000" dirty="0"/>
              <a:t>In most states, </a:t>
            </a:r>
            <a:r>
              <a:rPr lang="en-US" sz="2000" b="1" dirty="0"/>
              <a:t>Cholera cases appear slightly higher than Malaria</a:t>
            </a:r>
            <a:r>
              <a:rPr lang="en-US" sz="2000" dirty="0"/>
              <a:t>, indicating cholera may require more targeted interventions in these areas.</a:t>
            </a:r>
          </a:p>
        </p:txBody>
      </p:sp>
    </p:spTree>
    <p:extLst>
      <p:ext uri="{BB962C8B-B14F-4D97-AF65-F5344CB8AC3E}">
        <p14:creationId xmlns:p14="http://schemas.microsoft.com/office/powerpoint/2010/main" val="2100934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DAC66-AE6E-8932-9899-1DDAE737D9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DB8150B-252F-5E15-E53D-65B2380A7CAD}"/>
              </a:ext>
            </a:extLst>
          </p:cNvPr>
          <p:cNvSpPr/>
          <p:nvPr/>
        </p:nvSpPr>
        <p:spPr>
          <a:xfrm>
            <a:off x="0" y="0"/>
            <a:ext cx="12192000" cy="950112"/>
          </a:xfrm>
          <a:prstGeom prst="rect">
            <a:avLst/>
          </a:prstGeom>
          <a:solidFill>
            <a:srgbClr val="19B0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Google Shape;1556;p59">
            <a:extLst>
              <a:ext uri="{FF2B5EF4-FFF2-40B4-BE49-F238E27FC236}">
                <a16:creationId xmlns:a16="http://schemas.microsoft.com/office/drawing/2014/main" id="{570A075B-F574-7EE1-95F4-FB81970F8A59}"/>
              </a:ext>
            </a:extLst>
          </p:cNvPr>
          <p:cNvSpPr txBox="1">
            <a:spLocks noGrp="1"/>
          </p:cNvSpPr>
          <p:nvPr>
            <p:ph type="title"/>
          </p:nvPr>
        </p:nvSpPr>
        <p:spPr>
          <a:xfrm>
            <a:off x="0" y="1"/>
            <a:ext cx="12192000" cy="95011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bg1"/>
                </a:solidFill>
                <a:latin typeface="Bodoni MT Condensed" panose="02070606080606020203" pitchFamily="18" charset="0"/>
              </a:rPr>
              <a:t>Key Findings</a:t>
            </a:r>
            <a:endParaRPr dirty="0">
              <a:solidFill>
                <a:schemeClr val="bg1"/>
              </a:solidFill>
              <a:latin typeface="Bodoni MT Condensed" panose="02070606080606020203" pitchFamily="18" charset="0"/>
            </a:endParaRPr>
          </a:p>
        </p:txBody>
      </p:sp>
      <p:pic>
        <p:nvPicPr>
          <p:cNvPr id="5" name="Picture 4">
            <a:extLst>
              <a:ext uri="{FF2B5EF4-FFF2-40B4-BE49-F238E27FC236}">
                <a16:creationId xmlns:a16="http://schemas.microsoft.com/office/drawing/2014/main" id="{0CC607F4-ACC1-E27F-6481-7D6388118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6642" y="1282726"/>
            <a:ext cx="6007396" cy="5346668"/>
          </a:xfrm>
          <a:prstGeom prst="rect">
            <a:avLst/>
          </a:prstGeom>
        </p:spPr>
      </p:pic>
      <p:sp>
        <p:nvSpPr>
          <p:cNvPr id="9" name="TextBox 8">
            <a:extLst>
              <a:ext uri="{FF2B5EF4-FFF2-40B4-BE49-F238E27FC236}">
                <a16:creationId xmlns:a16="http://schemas.microsoft.com/office/drawing/2014/main" id="{92EE31A7-DB1E-4E9C-6EE5-DFCC7ACA7B52}"/>
              </a:ext>
            </a:extLst>
          </p:cNvPr>
          <p:cNvSpPr txBox="1"/>
          <p:nvPr/>
        </p:nvSpPr>
        <p:spPr>
          <a:xfrm>
            <a:off x="357962" y="2217122"/>
            <a:ext cx="5302335" cy="3477875"/>
          </a:xfrm>
          <a:prstGeom prst="rect">
            <a:avLst/>
          </a:prstGeom>
          <a:noFill/>
        </p:spPr>
        <p:txBody>
          <a:bodyPr wrap="square" rtlCol="0">
            <a:spAutoFit/>
          </a:bodyPr>
          <a:lstStyle/>
          <a:p>
            <a:pPr marL="285750" indent="-285750">
              <a:buClr>
                <a:srgbClr val="1A5854"/>
              </a:buClr>
              <a:buFont typeface="Wingdings" panose="05000000000000000000" pitchFamily="2" charset="2"/>
              <a:buChar char="ü"/>
            </a:pPr>
            <a:r>
              <a:rPr lang="en-US" sz="2000" dirty="0"/>
              <a:t>Bayelsa and Cross River recorded the highest cholera mortality rate at 100%, indicating extremely severe outcomes for reported cases.</a:t>
            </a:r>
          </a:p>
          <a:p>
            <a:pPr>
              <a:buClr>
                <a:srgbClr val="1A5854"/>
              </a:buClr>
            </a:pPr>
            <a:endParaRPr lang="en-US" sz="2000" dirty="0"/>
          </a:p>
          <a:p>
            <a:pPr marL="285750" indent="-285750">
              <a:buClr>
                <a:srgbClr val="1A5854"/>
              </a:buClr>
              <a:buFont typeface="Wingdings" panose="05000000000000000000" pitchFamily="2" charset="2"/>
              <a:buChar char="ü"/>
            </a:pPr>
            <a:r>
              <a:rPr lang="en-US" sz="2000" dirty="0"/>
              <a:t>Enugu and Yobe follow with 80% mortality, which is also significantly high.</a:t>
            </a:r>
          </a:p>
          <a:p>
            <a:pPr>
              <a:buClr>
                <a:srgbClr val="1A5854"/>
              </a:buClr>
            </a:pPr>
            <a:endParaRPr lang="en-US" sz="2000" dirty="0"/>
          </a:p>
          <a:p>
            <a:pPr marL="285750" indent="-285750">
              <a:buClr>
                <a:srgbClr val="1A5854"/>
              </a:buClr>
              <a:buFont typeface="Wingdings" panose="05000000000000000000" pitchFamily="2" charset="2"/>
              <a:buChar char="ü"/>
            </a:pPr>
            <a:r>
              <a:rPr lang="en-US" sz="2000" dirty="0"/>
              <a:t>The high mortality rates across several states highlight possible gaps in access to timely treatment and healthcare resources.</a:t>
            </a:r>
          </a:p>
        </p:txBody>
      </p:sp>
    </p:spTree>
    <p:extLst>
      <p:ext uri="{BB962C8B-B14F-4D97-AF65-F5344CB8AC3E}">
        <p14:creationId xmlns:p14="http://schemas.microsoft.com/office/powerpoint/2010/main" val="1649980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A608-314F-BDBB-ECCE-2B7C2B938E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5081FD-076E-F2B2-960A-9E47BF2184A4}"/>
              </a:ext>
            </a:extLst>
          </p:cNvPr>
          <p:cNvSpPr/>
          <p:nvPr/>
        </p:nvSpPr>
        <p:spPr>
          <a:xfrm>
            <a:off x="0" y="0"/>
            <a:ext cx="12192000" cy="950112"/>
          </a:xfrm>
          <a:prstGeom prst="rect">
            <a:avLst/>
          </a:prstGeom>
          <a:solidFill>
            <a:srgbClr val="19B0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Google Shape;1556;p59">
            <a:extLst>
              <a:ext uri="{FF2B5EF4-FFF2-40B4-BE49-F238E27FC236}">
                <a16:creationId xmlns:a16="http://schemas.microsoft.com/office/drawing/2014/main" id="{474458C0-CB1A-DAC1-DDAF-EACF41149F1A}"/>
              </a:ext>
            </a:extLst>
          </p:cNvPr>
          <p:cNvSpPr txBox="1">
            <a:spLocks noGrp="1"/>
          </p:cNvSpPr>
          <p:nvPr>
            <p:ph type="title"/>
          </p:nvPr>
        </p:nvSpPr>
        <p:spPr>
          <a:xfrm>
            <a:off x="0" y="103741"/>
            <a:ext cx="12192000" cy="74262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bg1"/>
                </a:solidFill>
                <a:latin typeface="Bodoni MT Condensed" panose="02070606080606020203" pitchFamily="18" charset="0"/>
              </a:rPr>
              <a:t>Key Findings</a:t>
            </a:r>
            <a:endParaRPr dirty="0">
              <a:solidFill>
                <a:schemeClr val="bg1"/>
              </a:solidFill>
              <a:latin typeface="Bodoni MT Condensed" panose="02070606080606020203" pitchFamily="18" charset="0"/>
            </a:endParaRPr>
          </a:p>
        </p:txBody>
      </p:sp>
      <p:pic>
        <p:nvPicPr>
          <p:cNvPr id="3" name="Picture 2">
            <a:extLst>
              <a:ext uri="{FF2B5EF4-FFF2-40B4-BE49-F238E27FC236}">
                <a16:creationId xmlns:a16="http://schemas.microsoft.com/office/drawing/2014/main" id="{C1592005-02BC-3AA6-E40E-2444A9B82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684" y="1936538"/>
            <a:ext cx="6192533" cy="4216027"/>
          </a:xfrm>
          <a:prstGeom prst="rect">
            <a:avLst/>
          </a:prstGeom>
        </p:spPr>
      </p:pic>
      <p:sp>
        <p:nvSpPr>
          <p:cNvPr id="4" name="TextBox 3">
            <a:extLst>
              <a:ext uri="{FF2B5EF4-FFF2-40B4-BE49-F238E27FC236}">
                <a16:creationId xmlns:a16="http://schemas.microsoft.com/office/drawing/2014/main" id="{2FFB6362-FF4C-96D1-6255-BE702FF05AAF}"/>
              </a:ext>
            </a:extLst>
          </p:cNvPr>
          <p:cNvSpPr txBox="1"/>
          <p:nvPr/>
        </p:nvSpPr>
        <p:spPr>
          <a:xfrm>
            <a:off x="6836734" y="1843948"/>
            <a:ext cx="4564912" cy="4401205"/>
          </a:xfrm>
          <a:prstGeom prst="rect">
            <a:avLst/>
          </a:prstGeom>
          <a:noFill/>
        </p:spPr>
        <p:txBody>
          <a:bodyPr wrap="square" rtlCol="0">
            <a:spAutoFit/>
          </a:bodyPr>
          <a:lstStyle/>
          <a:p>
            <a:pPr marL="285750" indent="-285750">
              <a:buClr>
                <a:srgbClr val="1A5854"/>
              </a:buClr>
              <a:buFont typeface="Wingdings" panose="05000000000000000000" pitchFamily="2" charset="2"/>
              <a:buChar char="ü"/>
            </a:pPr>
            <a:r>
              <a:rPr lang="en-US" sz="2000" dirty="0"/>
              <a:t>Disease occurrence is almost evenly distributed between rural and urban areas.</a:t>
            </a:r>
          </a:p>
          <a:p>
            <a:pPr marL="285750" indent="-285750">
              <a:buClr>
                <a:srgbClr val="1A5854"/>
              </a:buClr>
              <a:buFont typeface="Wingdings" panose="05000000000000000000" pitchFamily="2" charset="2"/>
              <a:buChar char="ü"/>
            </a:pPr>
            <a:endParaRPr lang="en-US" sz="2000" dirty="0"/>
          </a:p>
          <a:p>
            <a:pPr marL="285750" indent="-285750">
              <a:buClr>
                <a:srgbClr val="1A5854"/>
              </a:buClr>
              <a:buFont typeface="Wingdings" panose="05000000000000000000" pitchFamily="2" charset="2"/>
              <a:buChar char="ü"/>
            </a:pPr>
            <a:r>
              <a:rPr lang="en-US" sz="2000" dirty="0"/>
              <a:t>Urban areas account for about 50.24% of cases, slightly higher than rural areas.</a:t>
            </a:r>
          </a:p>
          <a:p>
            <a:pPr marL="285750" indent="-285750">
              <a:buClr>
                <a:srgbClr val="1A5854"/>
              </a:buClr>
              <a:buFont typeface="Wingdings" panose="05000000000000000000" pitchFamily="2" charset="2"/>
              <a:buChar char="ü"/>
            </a:pPr>
            <a:endParaRPr lang="en-US" sz="2000" dirty="0"/>
          </a:p>
          <a:p>
            <a:pPr marL="285750" indent="-285750">
              <a:buClr>
                <a:srgbClr val="1A5854"/>
              </a:buClr>
              <a:buFont typeface="Wingdings" panose="05000000000000000000" pitchFamily="2" charset="2"/>
              <a:buChar char="ü"/>
            </a:pPr>
            <a:r>
              <a:rPr lang="en-US" sz="2000" dirty="0"/>
              <a:t>The small difference suggests that disease spread affects both locations similarly, emphasizing the need for nationwide public health interventions rather than location-specific focus alone.</a:t>
            </a:r>
          </a:p>
        </p:txBody>
      </p:sp>
    </p:spTree>
    <p:extLst>
      <p:ext uri="{BB962C8B-B14F-4D97-AF65-F5344CB8AC3E}">
        <p14:creationId xmlns:p14="http://schemas.microsoft.com/office/powerpoint/2010/main" val="37875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95505-18E9-1B45-EA89-1B713281BC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E6B13B-A4CE-DE1B-4405-6FE3CCAF2D01}"/>
              </a:ext>
            </a:extLst>
          </p:cNvPr>
          <p:cNvSpPr/>
          <p:nvPr/>
        </p:nvSpPr>
        <p:spPr>
          <a:xfrm>
            <a:off x="0" y="0"/>
            <a:ext cx="12192000" cy="999460"/>
          </a:xfrm>
          <a:prstGeom prst="rect">
            <a:avLst/>
          </a:prstGeom>
          <a:solidFill>
            <a:srgbClr val="19B0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Google Shape;1556;p59">
            <a:extLst>
              <a:ext uri="{FF2B5EF4-FFF2-40B4-BE49-F238E27FC236}">
                <a16:creationId xmlns:a16="http://schemas.microsoft.com/office/drawing/2014/main" id="{DEB4995B-04B6-C418-8957-2AADB2DCAB57}"/>
              </a:ext>
            </a:extLst>
          </p:cNvPr>
          <p:cNvSpPr txBox="1">
            <a:spLocks noGrp="1"/>
          </p:cNvSpPr>
          <p:nvPr>
            <p:ph type="title"/>
          </p:nvPr>
        </p:nvSpPr>
        <p:spPr>
          <a:xfrm>
            <a:off x="0" y="0"/>
            <a:ext cx="12192000" cy="9994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bg1"/>
                </a:solidFill>
                <a:latin typeface="Bodoni MT Condensed" panose="02070606080606020203" pitchFamily="18" charset="0"/>
              </a:rPr>
              <a:t>Key Findings</a:t>
            </a:r>
            <a:endParaRPr dirty="0">
              <a:solidFill>
                <a:schemeClr val="bg1"/>
              </a:solidFill>
              <a:latin typeface="Bodoni MT Condensed" panose="02070606080606020203" pitchFamily="18" charset="0"/>
            </a:endParaRPr>
          </a:p>
        </p:txBody>
      </p:sp>
      <p:pic>
        <p:nvPicPr>
          <p:cNvPr id="4" name="Picture 3">
            <a:extLst>
              <a:ext uri="{FF2B5EF4-FFF2-40B4-BE49-F238E27FC236}">
                <a16:creationId xmlns:a16="http://schemas.microsoft.com/office/drawing/2014/main" id="{F36C68BD-3AD7-9211-6F4A-8E334873C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3078" y="1148316"/>
            <a:ext cx="5589181" cy="5469178"/>
          </a:xfrm>
          <a:prstGeom prst="rect">
            <a:avLst/>
          </a:prstGeom>
        </p:spPr>
      </p:pic>
      <p:sp>
        <p:nvSpPr>
          <p:cNvPr id="9" name="TextBox 8">
            <a:extLst>
              <a:ext uri="{FF2B5EF4-FFF2-40B4-BE49-F238E27FC236}">
                <a16:creationId xmlns:a16="http://schemas.microsoft.com/office/drawing/2014/main" id="{7A496B6A-F4E1-6AF2-7022-C59581DB1ED8}"/>
              </a:ext>
            </a:extLst>
          </p:cNvPr>
          <p:cNvSpPr txBox="1"/>
          <p:nvPr/>
        </p:nvSpPr>
        <p:spPr>
          <a:xfrm>
            <a:off x="368595" y="1690062"/>
            <a:ext cx="5727405" cy="3477875"/>
          </a:xfrm>
          <a:prstGeom prst="rect">
            <a:avLst/>
          </a:prstGeom>
          <a:noFill/>
        </p:spPr>
        <p:txBody>
          <a:bodyPr wrap="square" rtlCol="0">
            <a:spAutoFit/>
          </a:bodyPr>
          <a:lstStyle/>
          <a:p>
            <a:pPr marL="285750" indent="-285750">
              <a:buClr>
                <a:srgbClr val="1A5854"/>
              </a:buClr>
              <a:buFont typeface="Wingdings" panose="05000000000000000000" pitchFamily="2" charset="2"/>
              <a:buChar char="ü"/>
            </a:pPr>
            <a:r>
              <a:rPr lang="en-US" sz="2000" dirty="0"/>
              <a:t>Measles experienced the largest increase in death rate, rising from 50% in 2010 to 67% in 2018.</a:t>
            </a:r>
          </a:p>
          <a:p>
            <a:pPr>
              <a:buClr>
                <a:srgbClr val="1A5854"/>
              </a:buClr>
            </a:pPr>
            <a:endParaRPr lang="en-US" sz="2000" dirty="0"/>
          </a:p>
          <a:p>
            <a:pPr marL="285750" indent="-285750">
              <a:buClr>
                <a:srgbClr val="1A5854"/>
              </a:buClr>
              <a:buFont typeface="Wingdings" panose="05000000000000000000" pitchFamily="2" charset="2"/>
              <a:buChar char="ü"/>
            </a:pPr>
            <a:r>
              <a:rPr lang="en-US" sz="2000" dirty="0"/>
              <a:t>Viral Hemorrhagic Fever also increased from 50% to 57%, indicating worsening outcomes.</a:t>
            </a:r>
          </a:p>
          <a:p>
            <a:pPr marL="285750" indent="-285750">
              <a:buClr>
                <a:srgbClr val="1A5854"/>
              </a:buClr>
              <a:buFont typeface="Wingdings" panose="05000000000000000000" pitchFamily="2" charset="2"/>
              <a:buChar char="ü"/>
            </a:pPr>
            <a:endParaRPr lang="en-US" sz="2000" dirty="0"/>
          </a:p>
          <a:p>
            <a:pPr marL="285750" indent="-285750">
              <a:buClr>
                <a:srgbClr val="1A5854"/>
              </a:buClr>
              <a:buFont typeface="Wingdings" panose="05000000000000000000" pitchFamily="2" charset="2"/>
              <a:buChar char="ü"/>
            </a:pPr>
            <a:r>
              <a:rPr lang="en-US" sz="2000" dirty="0"/>
              <a:t>Rubella showed a decline in death rate, suggesting improved treatment or vaccination coverage.</a:t>
            </a:r>
          </a:p>
          <a:p>
            <a:pPr marL="285750" indent="-285750">
              <a:buClr>
                <a:srgbClr val="1A5854"/>
              </a:buClr>
              <a:buFont typeface="Wingdings" panose="05000000000000000000" pitchFamily="2" charset="2"/>
              <a:buChar char="ü"/>
            </a:pPr>
            <a:endParaRPr lang="en-US" sz="2000" dirty="0"/>
          </a:p>
          <a:p>
            <a:pPr marL="285750" indent="-285750">
              <a:buClr>
                <a:srgbClr val="1A5854"/>
              </a:buClr>
              <a:buFont typeface="Wingdings" panose="05000000000000000000" pitchFamily="2" charset="2"/>
              <a:buChar char="ü"/>
            </a:pPr>
            <a:r>
              <a:rPr lang="en-US" sz="2000" dirty="0"/>
              <a:t>Ebola maintained a consistently high death rate (63%), highlighting its continued severity.</a:t>
            </a:r>
          </a:p>
        </p:txBody>
      </p:sp>
    </p:spTree>
    <p:extLst>
      <p:ext uri="{BB962C8B-B14F-4D97-AF65-F5344CB8AC3E}">
        <p14:creationId xmlns:p14="http://schemas.microsoft.com/office/powerpoint/2010/main" val="4229744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2D74E-45D4-D700-3836-C1EAF3920F9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5A51344-66FD-2521-FE70-98ECACF03522}"/>
              </a:ext>
            </a:extLst>
          </p:cNvPr>
          <p:cNvSpPr/>
          <p:nvPr/>
        </p:nvSpPr>
        <p:spPr>
          <a:xfrm>
            <a:off x="0" y="0"/>
            <a:ext cx="12192000" cy="742629"/>
          </a:xfrm>
          <a:prstGeom prst="rect">
            <a:avLst/>
          </a:prstGeom>
          <a:solidFill>
            <a:srgbClr val="19B0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Google Shape;1556;p59">
            <a:extLst>
              <a:ext uri="{FF2B5EF4-FFF2-40B4-BE49-F238E27FC236}">
                <a16:creationId xmlns:a16="http://schemas.microsoft.com/office/drawing/2014/main" id="{F49DD254-554D-C325-A7BC-E15FCF032604}"/>
              </a:ext>
            </a:extLst>
          </p:cNvPr>
          <p:cNvSpPr txBox="1">
            <a:spLocks noGrp="1"/>
          </p:cNvSpPr>
          <p:nvPr>
            <p:ph type="title"/>
          </p:nvPr>
        </p:nvSpPr>
        <p:spPr>
          <a:xfrm>
            <a:off x="1676931" y="0"/>
            <a:ext cx="7704000" cy="74262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bg1"/>
                </a:solidFill>
                <a:latin typeface="Bodoni MT Condensed" panose="02070606080606020203" pitchFamily="18" charset="0"/>
              </a:rPr>
              <a:t>Key Findings</a:t>
            </a:r>
            <a:endParaRPr dirty="0">
              <a:solidFill>
                <a:schemeClr val="bg1"/>
              </a:solidFill>
              <a:latin typeface="Bodoni MT Condensed" panose="02070606080606020203" pitchFamily="18" charset="0"/>
            </a:endParaRPr>
          </a:p>
        </p:txBody>
      </p:sp>
      <p:pic>
        <p:nvPicPr>
          <p:cNvPr id="7" name="Picture 6">
            <a:extLst>
              <a:ext uri="{FF2B5EF4-FFF2-40B4-BE49-F238E27FC236}">
                <a16:creationId xmlns:a16="http://schemas.microsoft.com/office/drawing/2014/main" id="{B3F34328-438B-E445-8749-8AE36D5E53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18" y="812441"/>
            <a:ext cx="6342739" cy="2711596"/>
          </a:xfrm>
          <a:prstGeom prst="rect">
            <a:avLst/>
          </a:prstGeom>
        </p:spPr>
      </p:pic>
      <p:sp>
        <p:nvSpPr>
          <p:cNvPr id="10" name="TextBox 9">
            <a:extLst>
              <a:ext uri="{FF2B5EF4-FFF2-40B4-BE49-F238E27FC236}">
                <a16:creationId xmlns:a16="http://schemas.microsoft.com/office/drawing/2014/main" id="{64B7D0EE-CD92-5C3E-BA5C-DF93F0BB6F6D}"/>
              </a:ext>
            </a:extLst>
          </p:cNvPr>
          <p:cNvSpPr txBox="1"/>
          <p:nvPr/>
        </p:nvSpPr>
        <p:spPr>
          <a:xfrm>
            <a:off x="6622814" y="843677"/>
            <a:ext cx="5456168" cy="2585323"/>
          </a:xfrm>
          <a:prstGeom prst="rect">
            <a:avLst/>
          </a:prstGeom>
          <a:noFill/>
        </p:spPr>
        <p:txBody>
          <a:bodyPr wrap="square">
            <a:spAutoFit/>
          </a:bodyPr>
          <a:lstStyle/>
          <a:p>
            <a:pPr marL="285750" indent="-285750">
              <a:buClr>
                <a:srgbClr val="1A5854"/>
              </a:buClr>
              <a:buFont typeface="Wingdings" panose="05000000000000000000" pitchFamily="2" charset="2"/>
              <a:buChar char="ü"/>
            </a:pPr>
            <a:r>
              <a:rPr lang="en-US" dirty="0"/>
              <a:t>The lowest incidence occurred in 2010, with 10 cases.</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The highest meningitis incidence occurred in 2015, with 28 reported cases, indicating a significant increase after 2010 low occurrence.</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After the peak in 2015, there was a steady decline in cases, suggesting improved disease control measures and interventions over time.</a:t>
            </a:r>
          </a:p>
        </p:txBody>
      </p:sp>
      <p:pic>
        <p:nvPicPr>
          <p:cNvPr id="2" name="Picture 1">
            <a:extLst>
              <a:ext uri="{FF2B5EF4-FFF2-40B4-BE49-F238E27FC236}">
                <a16:creationId xmlns:a16="http://schemas.microsoft.com/office/drawing/2014/main" id="{7550832E-E2E7-D9F0-9D13-63A9BB5B0D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0252" y="3739793"/>
            <a:ext cx="5698731" cy="2938194"/>
          </a:xfrm>
          <a:prstGeom prst="rect">
            <a:avLst/>
          </a:prstGeom>
        </p:spPr>
      </p:pic>
      <p:sp>
        <p:nvSpPr>
          <p:cNvPr id="5" name="TextBox 4">
            <a:extLst>
              <a:ext uri="{FF2B5EF4-FFF2-40B4-BE49-F238E27FC236}">
                <a16:creationId xmlns:a16="http://schemas.microsoft.com/office/drawing/2014/main" id="{85FA443B-FAFF-C952-86CD-E3995B2D3929}"/>
              </a:ext>
            </a:extLst>
          </p:cNvPr>
          <p:cNvSpPr txBox="1"/>
          <p:nvPr/>
        </p:nvSpPr>
        <p:spPr>
          <a:xfrm>
            <a:off x="113017" y="3839141"/>
            <a:ext cx="6342740" cy="2862322"/>
          </a:xfrm>
          <a:prstGeom prst="rect">
            <a:avLst/>
          </a:prstGeom>
          <a:noFill/>
        </p:spPr>
        <p:txBody>
          <a:bodyPr wrap="square">
            <a:spAutoFit/>
          </a:bodyPr>
          <a:lstStyle/>
          <a:p>
            <a:pPr marL="285750" indent="-285750">
              <a:buClr>
                <a:srgbClr val="1A5854"/>
              </a:buClr>
              <a:buFont typeface="Wingdings" panose="05000000000000000000" pitchFamily="2" charset="2"/>
              <a:buChar char="ü"/>
            </a:pPr>
            <a:r>
              <a:rPr lang="en-US" dirty="0"/>
              <a:t>Young adults recorded the highest diarrhea incidence (61 cases), making them the most affected group.</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Adults and teenagers also show relatively high incidence levels.</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The elderly group recorded the lowest incidence (11 cases).</a:t>
            </a:r>
          </a:p>
          <a:p>
            <a:pPr>
              <a:buClr>
                <a:srgbClr val="1A5854"/>
              </a:buClr>
            </a:pPr>
            <a:endParaRPr lang="en-US" dirty="0"/>
          </a:p>
          <a:p>
            <a:pPr>
              <a:buClr>
                <a:srgbClr val="1A5854"/>
              </a:buClr>
            </a:pPr>
            <a:r>
              <a:rPr lang="en-US" dirty="0"/>
              <a:t>This pattern suggests that working-age populations may have higher exposure to risk factors such as contaminated food or water sources.</a:t>
            </a:r>
          </a:p>
        </p:txBody>
      </p:sp>
    </p:spTree>
    <p:extLst>
      <p:ext uri="{BB962C8B-B14F-4D97-AF65-F5344CB8AC3E}">
        <p14:creationId xmlns:p14="http://schemas.microsoft.com/office/powerpoint/2010/main" val="1356565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E0BA6-51A1-0B71-D4F5-1915E4B606FB}"/>
            </a:ext>
          </a:extLst>
        </p:cNvPr>
        <p:cNvGrpSpPr/>
        <p:nvPr/>
      </p:nvGrpSpPr>
      <p:grpSpPr>
        <a:xfrm>
          <a:off x="0" y="0"/>
          <a:ext cx="0" cy="0"/>
          <a:chOff x="0" y="0"/>
          <a:chExt cx="0" cy="0"/>
        </a:xfrm>
      </p:grpSpPr>
      <p:grpSp>
        <p:nvGrpSpPr>
          <p:cNvPr id="4" name="Google Shape;1780;p63">
            <a:extLst>
              <a:ext uri="{FF2B5EF4-FFF2-40B4-BE49-F238E27FC236}">
                <a16:creationId xmlns:a16="http://schemas.microsoft.com/office/drawing/2014/main" id="{00336D20-D548-3180-ABD3-170629DFFB38}"/>
              </a:ext>
            </a:extLst>
          </p:cNvPr>
          <p:cNvGrpSpPr/>
          <p:nvPr/>
        </p:nvGrpSpPr>
        <p:grpSpPr>
          <a:xfrm>
            <a:off x="7841632" y="180457"/>
            <a:ext cx="644952" cy="863029"/>
            <a:chOff x="2772125" y="289957"/>
            <a:chExt cx="3712943" cy="4880663"/>
          </a:xfrm>
        </p:grpSpPr>
        <p:grpSp>
          <p:nvGrpSpPr>
            <p:cNvPr id="5" name="Google Shape;1781;p63">
              <a:extLst>
                <a:ext uri="{FF2B5EF4-FFF2-40B4-BE49-F238E27FC236}">
                  <a16:creationId xmlns:a16="http://schemas.microsoft.com/office/drawing/2014/main" id="{3EF3C409-418F-2D0A-9AEF-DBCD0CFA69B6}"/>
                </a:ext>
              </a:extLst>
            </p:cNvPr>
            <p:cNvGrpSpPr/>
            <p:nvPr/>
          </p:nvGrpSpPr>
          <p:grpSpPr>
            <a:xfrm>
              <a:off x="2772125" y="289957"/>
              <a:ext cx="3489773" cy="4321192"/>
              <a:chOff x="2772125" y="289957"/>
              <a:chExt cx="3489773" cy="4321192"/>
            </a:xfrm>
          </p:grpSpPr>
          <p:grpSp>
            <p:nvGrpSpPr>
              <p:cNvPr id="10" name="Google Shape;1782;p63">
                <a:extLst>
                  <a:ext uri="{FF2B5EF4-FFF2-40B4-BE49-F238E27FC236}">
                    <a16:creationId xmlns:a16="http://schemas.microsoft.com/office/drawing/2014/main" id="{7CACFB86-CEDB-5FF9-4F27-75379252A21B}"/>
                  </a:ext>
                </a:extLst>
              </p:cNvPr>
              <p:cNvGrpSpPr/>
              <p:nvPr/>
            </p:nvGrpSpPr>
            <p:grpSpPr>
              <a:xfrm>
                <a:off x="2772125" y="664600"/>
                <a:ext cx="3489773" cy="3946549"/>
                <a:chOff x="2772125" y="664600"/>
                <a:chExt cx="3489773" cy="3946549"/>
              </a:xfrm>
            </p:grpSpPr>
            <p:sp>
              <p:nvSpPr>
                <p:cNvPr id="12" name="Google Shape;1783;p63">
                  <a:extLst>
                    <a:ext uri="{FF2B5EF4-FFF2-40B4-BE49-F238E27FC236}">
                      <a16:creationId xmlns:a16="http://schemas.microsoft.com/office/drawing/2014/main" id="{8F8B8858-69D2-2D7E-2728-709BA2AF4917}"/>
                    </a:ext>
                  </a:extLst>
                </p:cNvPr>
                <p:cNvSpPr/>
                <p:nvPr/>
              </p:nvSpPr>
              <p:spPr>
                <a:xfrm>
                  <a:off x="2772125" y="664600"/>
                  <a:ext cx="3489773" cy="3946549"/>
                </a:xfrm>
                <a:custGeom>
                  <a:avLst/>
                  <a:gdLst/>
                  <a:ahLst/>
                  <a:cxnLst/>
                  <a:rect l="l" t="t" r="r" b="b"/>
                  <a:pathLst>
                    <a:path w="140816" h="180827" extrusionOk="0">
                      <a:moveTo>
                        <a:pt x="1790" y="0"/>
                      </a:moveTo>
                      <a:cubicBezTo>
                        <a:pt x="778" y="0"/>
                        <a:pt x="0" y="856"/>
                        <a:pt x="0" y="1868"/>
                      </a:cubicBezTo>
                      <a:lnTo>
                        <a:pt x="0" y="179036"/>
                      </a:lnTo>
                      <a:cubicBezTo>
                        <a:pt x="0" y="180048"/>
                        <a:pt x="778" y="180826"/>
                        <a:pt x="1790" y="180826"/>
                      </a:cubicBezTo>
                      <a:lnTo>
                        <a:pt x="139025" y="180826"/>
                      </a:lnTo>
                      <a:cubicBezTo>
                        <a:pt x="140037" y="180826"/>
                        <a:pt x="140816" y="180048"/>
                        <a:pt x="140816" y="179036"/>
                      </a:cubicBezTo>
                      <a:lnTo>
                        <a:pt x="140816" y="1868"/>
                      </a:lnTo>
                      <a:cubicBezTo>
                        <a:pt x="140816" y="856"/>
                        <a:pt x="140037" y="0"/>
                        <a:pt x="139025" y="0"/>
                      </a:cubicBez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84;p63">
                  <a:extLst>
                    <a:ext uri="{FF2B5EF4-FFF2-40B4-BE49-F238E27FC236}">
                      <a16:creationId xmlns:a16="http://schemas.microsoft.com/office/drawing/2014/main" id="{81BF6A55-D36C-0FA1-B8C3-103C9383F3FF}"/>
                    </a:ext>
                  </a:extLst>
                </p:cNvPr>
                <p:cNvSpPr/>
                <p:nvPr/>
              </p:nvSpPr>
              <p:spPr>
                <a:xfrm>
                  <a:off x="3042180" y="914319"/>
                  <a:ext cx="2949638" cy="3448787"/>
                </a:xfrm>
                <a:custGeom>
                  <a:avLst/>
                  <a:gdLst/>
                  <a:ahLst/>
                  <a:cxnLst/>
                  <a:rect l="l" t="t" r="r" b="b"/>
                  <a:pathLst>
                    <a:path w="119021" h="158020" extrusionOk="0">
                      <a:moveTo>
                        <a:pt x="1" y="1"/>
                      </a:moveTo>
                      <a:lnTo>
                        <a:pt x="1" y="158020"/>
                      </a:lnTo>
                      <a:lnTo>
                        <a:pt x="119021" y="158020"/>
                      </a:lnTo>
                      <a:lnTo>
                        <a:pt x="1190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1" name="Google Shape;1785;p63">
                <a:extLst>
                  <a:ext uri="{FF2B5EF4-FFF2-40B4-BE49-F238E27FC236}">
                    <a16:creationId xmlns:a16="http://schemas.microsoft.com/office/drawing/2014/main" id="{04F4BB9C-6D24-FB2E-AEF0-201A69393C94}"/>
                  </a:ext>
                </a:extLst>
              </p:cNvPr>
              <p:cNvSpPr/>
              <p:nvPr/>
            </p:nvSpPr>
            <p:spPr>
              <a:xfrm>
                <a:off x="3746327" y="289957"/>
                <a:ext cx="1541372" cy="488067"/>
              </a:xfrm>
              <a:custGeom>
                <a:avLst/>
                <a:gdLst/>
                <a:ahLst/>
                <a:cxnLst/>
                <a:rect l="l" t="t" r="r" b="b"/>
                <a:pathLst>
                  <a:path w="62196" h="19694" extrusionOk="0">
                    <a:moveTo>
                      <a:pt x="31115" y="3929"/>
                    </a:moveTo>
                    <a:cubicBezTo>
                      <a:pt x="33197" y="3929"/>
                      <a:pt x="35185" y="5547"/>
                      <a:pt x="35185" y="8018"/>
                    </a:cubicBezTo>
                    <a:cubicBezTo>
                      <a:pt x="35185" y="10275"/>
                      <a:pt x="33394" y="12143"/>
                      <a:pt x="31137" y="12143"/>
                    </a:cubicBezTo>
                    <a:cubicBezTo>
                      <a:pt x="27478" y="12143"/>
                      <a:pt x="25610" y="7706"/>
                      <a:pt x="28257" y="5138"/>
                    </a:cubicBezTo>
                    <a:cubicBezTo>
                      <a:pt x="29091" y="4303"/>
                      <a:pt x="30114" y="3929"/>
                      <a:pt x="31115" y="3929"/>
                    </a:cubicBezTo>
                    <a:close/>
                    <a:moveTo>
                      <a:pt x="31137" y="0"/>
                    </a:moveTo>
                    <a:cubicBezTo>
                      <a:pt x="26544" y="0"/>
                      <a:pt x="22808" y="3736"/>
                      <a:pt x="22808" y="8329"/>
                    </a:cubicBezTo>
                    <a:cubicBezTo>
                      <a:pt x="22808" y="8796"/>
                      <a:pt x="22808" y="9185"/>
                      <a:pt x="22886" y="9652"/>
                    </a:cubicBezTo>
                    <a:lnTo>
                      <a:pt x="1557" y="9652"/>
                    </a:lnTo>
                    <a:cubicBezTo>
                      <a:pt x="701" y="9652"/>
                      <a:pt x="0" y="10353"/>
                      <a:pt x="0" y="11209"/>
                    </a:cubicBezTo>
                    <a:lnTo>
                      <a:pt x="0" y="18059"/>
                    </a:lnTo>
                    <a:cubicBezTo>
                      <a:pt x="0" y="18916"/>
                      <a:pt x="701" y="19616"/>
                      <a:pt x="1557" y="19694"/>
                    </a:cubicBezTo>
                    <a:lnTo>
                      <a:pt x="60639" y="19694"/>
                    </a:lnTo>
                    <a:cubicBezTo>
                      <a:pt x="61495" y="19616"/>
                      <a:pt x="62196" y="18916"/>
                      <a:pt x="62196" y="18059"/>
                    </a:cubicBezTo>
                    <a:lnTo>
                      <a:pt x="62196" y="11209"/>
                    </a:lnTo>
                    <a:cubicBezTo>
                      <a:pt x="62196" y="10353"/>
                      <a:pt x="61495" y="9652"/>
                      <a:pt x="60639" y="9652"/>
                    </a:cubicBezTo>
                    <a:lnTo>
                      <a:pt x="39310" y="9652"/>
                    </a:lnTo>
                    <a:cubicBezTo>
                      <a:pt x="39388" y="9185"/>
                      <a:pt x="39388" y="8796"/>
                      <a:pt x="39466" y="8329"/>
                    </a:cubicBezTo>
                    <a:cubicBezTo>
                      <a:pt x="39466" y="3736"/>
                      <a:pt x="35729" y="0"/>
                      <a:pt x="31137"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1786;p63">
              <a:extLst>
                <a:ext uri="{FF2B5EF4-FFF2-40B4-BE49-F238E27FC236}">
                  <a16:creationId xmlns:a16="http://schemas.microsoft.com/office/drawing/2014/main" id="{4417F80A-05F8-C74C-D29F-627F9BEF7494}"/>
                </a:ext>
              </a:extLst>
            </p:cNvPr>
            <p:cNvGrpSpPr/>
            <p:nvPr/>
          </p:nvGrpSpPr>
          <p:grpSpPr>
            <a:xfrm>
              <a:off x="5034588" y="3186841"/>
              <a:ext cx="1450480" cy="1983779"/>
              <a:chOff x="5034588" y="3186841"/>
              <a:chExt cx="1450480" cy="1983779"/>
            </a:xfrm>
          </p:grpSpPr>
          <p:sp>
            <p:nvSpPr>
              <p:cNvPr id="8" name="Google Shape;1787;p63">
                <a:extLst>
                  <a:ext uri="{FF2B5EF4-FFF2-40B4-BE49-F238E27FC236}">
                    <a16:creationId xmlns:a16="http://schemas.microsoft.com/office/drawing/2014/main" id="{8707D793-ADAC-0141-07B5-2E6674CC4302}"/>
                  </a:ext>
                </a:extLst>
              </p:cNvPr>
              <p:cNvSpPr/>
              <p:nvPr/>
            </p:nvSpPr>
            <p:spPr>
              <a:xfrm rot="1751529">
                <a:off x="5034588" y="3186841"/>
                <a:ext cx="968457" cy="1983779"/>
              </a:xfrm>
              <a:custGeom>
                <a:avLst/>
                <a:gdLst/>
                <a:ahLst/>
                <a:cxnLst/>
                <a:rect l="l" t="t" r="r" b="b"/>
                <a:pathLst>
                  <a:path w="39078" h="80047" extrusionOk="0">
                    <a:moveTo>
                      <a:pt x="33799" y="1"/>
                    </a:moveTo>
                    <a:cubicBezTo>
                      <a:pt x="33120" y="1"/>
                      <a:pt x="32467" y="383"/>
                      <a:pt x="32227" y="1041"/>
                    </a:cubicBezTo>
                    <a:lnTo>
                      <a:pt x="312" y="76314"/>
                    </a:lnTo>
                    <a:cubicBezTo>
                      <a:pt x="1" y="77093"/>
                      <a:pt x="390" y="78105"/>
                      <a:pt x="1246" y="78494"/>
                    </a:cubicBezTo>
                    <a:lnTo>
                      <a:pt x="4671" y="79895"/>
                    </a:lnTo>
                    <a:cubicBezTo>
                      <a:pt x="4897" y="79998"/>
                      <a:pt x="5129" y="80046"/>
                      <a:pt x="5354" y="80046"/>
                    </a:cubicBezTo>
                    <a:cubicBezTo>
                      <a:pt x="5983" y="80046"/>
                      <a:pt x="6564" y="79669"/>
                      <a:pt x="6851" y="79039"/>
                    </a:cubicBezTo>
                    <a:lnTo>
                      <a:pt x="38688" y="3766"/>
                    </a:lnTo>
                    <a:cubicBezTo>
                      <a:pt x="39077" y="2910"/>
                      <a:pt x="38688" y="1976"/>
                      <a:pt x="37832" y="1586"/>
                    </a:cubicBezTo>
                    <a:lnTo>
                      <a:pt x="34407" y="107"/>
                    </a:lnTo>
                    <a:cubicBezTo>
                      <a:pt x="34209" y="35"/>
                      <a:pt x="34003" y="1"/>
                      <a:pt x="33799"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88;p63">
                <a:extLst>
                  <a:ext uri="{FF2B5EF4-FFF2-40B4-BE49-F238E27FC236}">
                    <a16:creationId xmlns:a16="http://schemas.microsoft.com/office/drawing/2014/main" id="{5BE896AA-BF5A-9E68-518B-B077AA35E49A}"/>
                  </a:ext>
                </a:extLst>
              </p:cNvPr>
              <p:cNvSpPr/>
              <p:nvPr/>
            </p:nvSpPr>
            <p:spPr>
              <a:xfrm rot="1751529">
                <a:off x="5995040" y="3308370"/>
                <a:ext cx="490028" cy="762637"/>
              </a:xfrm>
              <a:custGeom>
                <a:avLst/>
                <a:gdLst/>
                <a:ahLst/>
                <a:cxnLst/>
                <a:rect l="l" t="t" r="r" b="b"/>
                <a:pathLst>
                  <a:path w="19773" h="30773" extrusionOk="0">
                    <a:moveTo>
                      <a:pt x="12539" y="1"/>
                    </a:moveTo>
                    <a:cubicBezTo>
                      <a:pt x="11892" y="1"/>
                      <a:pt x="11284" y="378"/>
                      <a:pt x="11054" y="1008"/>
                    </a:cubicBezTo>
                    <a:lnTo>
                      <a:pt x="390" y="26229"/>
                    </a:lnTo>
                    <a:cubicBezTo>
                      <a:pt x="1" y="27085"/>
                      <a:pt x="390" y="28019"/>
                      <a:pt x="1246" y="28408"/>
                    </a:cubicBezTo>
                    <a:lnTo>
                      <a:pt x="6617" y="30666"/>
                    </a:lnTo>
                    <a:cubicBezTo>
                      <a:pt x="6797" y="30738"/>
                      <a:pt x="6990" y="30772"/>
                      <a:pt x="7183" y="30772"/>
                    </a:cubicBezTo>
                    <a:cubicBezTo>
                      <a:pt x="7826" y="30772"/>
                      <a:pt x="8480" y="30390"/>
                      <a:pt x="8719" y="29732"/>
                    </a:cubicBezTo>
                    <a:lnTo>
                      <a:pt x="19383" y="4589"/>
                    </a:lnTo>
                    <a:cubicBezTo>
                      <a:pt x="19773" y="3732"/>
                      <a:pt x="19383" y="2721"/>
                      <a:pt x="18527" y="2409"/>
                    </a:cubicBezTo>
                    <a:lnTo>
                      <a:pt x="13234" y="152"/>
                    </a:lnTo>
                    <a:cubicBezTo>
                      <a:pt x="13008" y="49"/>
                      <a:pt x="12771" y="1"/>
                      <a:pt x="12539"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789;p63">
              <a:extLst>
                <a:ext uri="{FF2B5EF4-FFF2-40B4-BE49-F238E27FC236}">
                  <a16:creationId xmlns:a16="http://schemas.microsoft.com/office/drawing/2014/main" id="{13190A1A-9B65-3346-AF5C-7A7A3796C0C3}"/>
                </a:ext>
              </a:extLst>
            </p:cNvPr>
            <p:cNvSpPr/>
            <p:nvPr/>
          </p:nvSpPr>
          <p:spPr>
            <a:xfrm>
              <a:off x="5050407" y="1130631"/>
              <a:ext cx="478426" cy="478426"/>
            </a:xfrm>
            <a:custGeom>
              <a:avLst/>
              <a:gdLst/>
              <a:ahLst/>
              <a:cxnLst/>
              <a:rect l="l" t="t" r="r" b="b"/>
              <a:pathLst>
                <a:path w="19305" h="19305" extrusionOk="0">
                  <a:moveTo>
                    <a:pt x="7551" y="0"/>
                  </a:moveTo>
                  <a:cubicBezTo>
                    <a:pt x="7084" y="0"/>
                    <a:pt x="6694" y="311"/>
                    <a:pt x="6694" y="778"/>
                  </a:cubicBezTo>
                  <a:lnTo>
                    <a:pt x="6694" y="6694"/>
                  </a:lnTo>
                  <a:lnTo>
                    <a:pt x="778" y="6694"/>
                  </a:lnTo>
                  <a:cubicBezTo>
                    <a:pt x="389" y="6694"/>
                    <a:pt x="0" y="7084"/>
                    <a:pt x="0" y="7551"/>
                  </a:cubicBezTo>
                  <a:lnTo>
                    <a:pt x="0" y="11754"/>
                  </a:lnTo>
                  <a:cubicBezTo>
                    <a:pt x="0" y="12221"/>
                    <a:pt x="389" y="12533"/>
                    <a:pt x="778" y="12533"/>
                  </a:cubicBezTo>
                  <a:lnTo>
                    <a:pt x="6694" y="12533"/>
                  </a:lnTo>
                  <a:lnTo>
                    <a:pt x="6694" y="18449"/>
                  </a:lnTo>
                  <a:cubicBezTo>
                    <a:pt x="6694" y="18916"/>
                    <a:pt x="7084" y="19305"/>
                    <a:pt x="7551" y="19305"/>
                  </a:cubicBezTo>
                  <a:lnTo>
                    <a:pt x="11754" y="19305"/>
                  </a:lnTo>
                  <a:cubicBezTo>
                    <a:pt x="12221" y="19305"/>
                    <a:pt x="12533" y="18916"/>
                    <a:pt x="12533" y="18449"/>
                  </a:cubicBezTo>
                  <a:lnTo>
                    <a:pt x="12533" y="12533"/>
                  </a:lnTo>
                  <a:lnTo>
                    <a:pt x="18449" y="12533"/>
                  </a:lnTo>
                  <a:cubicBezTo>
                    <a:pt x="18916" y="12533"/>
                    <a:pt x="19305" y="12221"/>
                    <a:pt x="19305" y="11754"/>
                  </a:cubicBezTo>
                  <a:lnTo>
                    <a:pt x="19305" y="7551"/>
                  </a:lnTo>
                  <a:cubicBezTo>
                    <a:pt x="19305" y="7084"/>
                    <a:pt x="18916" y="6694"/>
                    <a:pt x="18449" y="6694"/>
                  </a:cubicBezTo>
                  <a:lnTo>
                    <a:pt x="12610" y="6694"/>
                  </a:lnTo>
                  <a:lnTo>
                    <a:pt x="12610" y="778"/>
                  </a:lnTo>
                  <a:cubicBezTo>
                    <a:pt x="12533" y="389"/>
                    <a:pt x="12221" y="0"/>
                    <a:pt x="11754"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4A43B65F-E864-20B3-39CF-38F4A2EE11DC}"/>
              </a:ext>
            </a:extLst>
          </p:cNvPr>
          <p:cNvSpPr txBox="1"/>
          <p:nvPr/>
        </p:nvSpPr>
        <p:spPr>
          <a:xfrm>
            <a:off x="4366680" y="314532"/>
            <a:ext cx="3797428" cy="769441"/>
          </a:xfrm>
          <a:prstGeom prst="rect">
            <a:avLst/>
          </a:prstGeom>
          <a:noFill/>
        </p:spPr>
        <p:txBody>
          <a:bodyPr wrap="square">
            <a:spAutoFit/>
          </a:bodyPr>
          <a:lstStyle/>
          <a:p>
            <a:pPr algn="ctr"/>
            <a:r>
              <a:rPr lang="en-US" sz="4400" dirty="0">
                <a:solidFill>
                  <a:srgbClr val="20B2AA"/>
                </a:solidFill>
                <a:latin typeface="Bodoni MT Condensed" panose="02070606080606020203" pitchFamily="18" charset="0"/>
              </a:rPr>
              <a:t>Recommendation</a:t>
            </a:r>
            <a:endParaRPr lang="en-US" sz="4400" dirty="0"/>
          </a:p>
        </p:txBody>
      </p:sp>
      <p:grpSp>
        <p:nvGrpSpPr>
          <p:cNvPr id="41" name="Google Shape;2009;p67">
            <a:extLst>
              <a:ext uri="{FF2B5EF4-FFF2-40B4-BE49-F238E27FC236}">
                <a16:creationId xmlns:a16="http://schemas.microsoft.com/office/drawing/2014/main" id="{467D856D-B654-1D64-03FB-907E3ACBE3E2}"/>
              </a:ext>
            </a:extLst>
          </p:cNvPr>
          <p:cNvGrpSpPr/>
          <p:nvPr/>
        </p:nvGrpSpPr>
        <p:grpSpPr>
          <a:xfrm flipH="1">
            <a:off x="200217" y="2606244"/>
            <a:ext cx="1947082" cy="3739652"/>
            <a:chOff x="4944934" y="1570240"/>
            <a:chExt cx="1354714" cy="3057141"/>
          </a:xfrm>
        </p:grpSpPr>
        <p:sp>
          <p:nvSpPr>
            <p:cNvPr id="42" name="Google Shape;2010;p67">
              <a:extLst>
                <a:ext uri="{FF2B5EF4-FFF2-40B4-BE49-F238E27FC236}">
                  <a16:creationId xmlns:a16="http://schemas.microsoft.com/office/drawing/2014/main" id="{3EEE397C-238A-C2F6-547D-C8D98CAD1B13}"/>
                </a:ext>
              </a:extLst>
            </p:cNvPr>
            <p:cNvSpPr/>
            <p:nvPr/>
          </p:nvSpPr>
          <p:spPr>
            <a:xfrm>
              <a:off x="5645458" y="1570240"/>
              <a:ext cx="654190" cy="588264"/>
            </a:xfrm>
            <a:custGeom>
              <a:avLst/>
              <a:gdLst/>
              <a:ahLst/>
              <a:cxnLst/>
              <a:rect l="l" t="t" r="r" b="b"/>
              <a:pathLst>
                <a:path w="20402" h="18346" extrusionOk="0">
                  <a:moveTo>
                    <a:pt x="4511" y="0"/>
                  </a:moveTo>
                  <a:cubicBezTo>
                    <a:pt x="4010" y="0"/>
                    <a:pt x="3515" y="56"/>
                    <a:pt x="3041" y="203"/>
                  </a:cubicBezTo>
                  <a:cubicBezTo>
                    <a:pt x="2874" y="270"/>
                    <a:pt x="2724" y="320"/>
                    <a:pt x="2556" y="403"/>
                  </a:cubicBezTo>
                  <a:cubicBezTo>
                    <a:pt x="0" y="1640"/>
                    <a:pt x="1470" y="4614"/>
                    <a:pt x="1587" y="6719"/>
                  </a:cubicBezTo>
                  <a:cubicBezTo>
                    <a:pt x="1721" y="9376"/>
                    <a:pt x="1253" y="12199"/>
                    <a:pt x="2523" y="14656"/>
                  </a:cubicBezTo>
                  <a:cubicBezTo>
                    <a:pt x="3722" y="17022"/>
                    <a:pt x="6455" y="18345"/>
                    <a:pt x="9105" y="18345"/>
                  </a:cubicBezTo>
                  <a:cubicBezTo>
                    <a:pt x="9261" y="18345"/>
                    <a:pt x="9418" y="18341"/>
                    <a:pt x="9574" y="18332"/>
                  </a:cubicBezTo>
                  <a:cubicBezTo>
                    <a:pt x="13233" y="18114"/>
                    <a:pt x="20401" y="14221"/>
                    <a:pt x="15305" y="10395"/>
                  </a:cubicBezTo>
                  <a:cubicBezTo>
                    <a:pt x="14286" y="9626"/>
                    <a:pt x="13083" y="8975"/>
                    <a:pt x="12465" y="7855"/>
                  </a:cubicBezTo>
                  <a:cubicBezTo>
                    <a:pt x="11646" y="6368"/>
                    <a:pt x="12097" y="4430"/>
                    <a:pt x="11328" y="2910"/>
                  </a:cubicBezTo>
                  <a:cubicBezTo>
                    <a:pt x="10476" y="1239"/>
                    <a:pt x="8455" y="587"/>
                    <a:pt x="6617" y="236"/>
                  </a:cubicBezTo>
                  <a:cubicBezTo>
                    <a:pt x="5926" y="110"/>
                    <a:pt x="5212" y="0"/>
                    <a:pt x="4511" y="0"/>
                  </a:cubicBezTo>
                  <a:close/>
                </a:path>
              </a:pathLst>
            </a:custGeom>
            <a:solidFill>
              <a:srgbClr val="CE4E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011;p67">
              <a:extLst>
                <a:ext uri="{FF2B5EF4-FFF2-40B4-BE49-F238E27FC236}">
                  <a16:creationId xmlns:a16="http://schemas.microsoft.com/office/drawing/2014/main" id="{19BD84D6-51F6-6DF8-EAF3-440055A0E146}"/>
                </a:ext>
              </a:extLst>
            </p:cNvPr>
            <p:cNvSpPr/>
            <p:nvPr/>
          </p:nvSpPr>
          <p:spPr>
            <a:xfrm>
              <a:off x="5735977" y="1605127"/>
              <a:ext cx="341332" cy="472542"/>
            </a:xfrm>
            <a:custGeom>
              <a:avLst/>
              <a:gdLst/>
              <a:ahLst/>
              <a:cxnLst/>
              <a:rect l="l" t="t" r="r" b="b"/>
              <a:pathLst>
                <a:path w="10645" h="14737" extrusionOk="0">
                  <a:moveTo>
                    <a:pt x="1003" y="0"/>
                  </a:moveTo>
                  <a:cubicBezTo>
                    <a:pt x="669" y="17"/>
                    <a:pt x="352" y="117"/>
                    <a:pt x="68" y="268"/>
                  </a:cubicBezTo>
                  <a:cubicBezTo>
                    <a:pt x="1" y="869"/>
                    <a:pt x="535" y="1621"/>
                    <a:pt x="636" y="2172"/>
                  </a:cubicBezTo>
                  <a:cubicBezTo>
                    <a:pt x="1070" y="4445"/>
                    <a:pt x="1" y="6767"/>
                    <a:pt x="185" y="9073"/>
                  </a:cubicBezTo>
                  <a:cubicBezTo>
                    <a:pt x="352" y="10944"/>
                    <a:pt x="1338" y="12665"/>
                    <a:pt x="2875" y="13751"/>
                  </a:cubicBezTo>
                  <a:cubicBezTo>
                    <a:pt x="3947" y="14506"/>
                    <a:pt x="5169" y="14736"/>
                    <a:pt x="6441" y="14736"/>
                  </a:cubicBezTo>
                  <a:cubicBezTo>
                    <a:pt x="6973" y="14736"/>
                    <a:pt x="7513" y="14696"/>
                    <a:pt x="8054" y="14637"/>
                  </a:cubicBezTo>
                  <a:cubicBezTo>
                    <a:pt x="10410" y="14386"/>
                    <a:pt x="10644" y="11111"/>
                    <a:pt x="9742" y="9507"/>
                  </a:cubicBezTo>
                  <a:cubicBezTo>
                    <a:pt x="9625" y="9290"/>
                    <a:pt x="9491" y="9090"/>
                    <a:pt x="9341" y="8889"/>
                  </a:cubicBezTo>
                  <a:cubicBezTo>
                    <a:pt x="8923" y="8304"/>
                    <a:pt x="8422" y="7786"/>
                    <a:pt x="7954" y="7235"/>
                  </a:cubicBezTo>
                  <a:cubicBezTo>
                    <a:pt x="7319" y="6500"/>
                    <a:pt x="6751" y="5681"/>
                    <a:pt x="6567" y="4746"/>
                  </a:cubicBezTo>
                  <a:cubicBezTo>
                    <a:pt x="6417" y="3944"/>
                    <a:pt x="6551" y="3108"/>
                    <a:pt x="6300" y="2340"/>
                  </a:cubicBezTo>
                  <a:cubicBezTo>
                    <a:pt x="5982" y="1354"/>
                    <a:pt x="5064" y="669"/>
                    <a:pt x="4078" y="334"/>
                  </a:cubicBezTo>
                  <a:cubicBezTo>
                    <a:pt x="3092" y="17"/>
                    <a:pt x="2039" y="0"/>
                    <a:pt x="1003" y="0"/>
                  </a:cubicBezTo>
                  <a:close/>
                </a:path>
              </a:pathLst>
            </a:custGeom>
            <a:solidFill>
              <a:srgbClr val="AD42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012;p67">
              <a:extLst>
                <a:ext uri="{FF2B5EF4-FFF2-40B4-BE49-F238E27FC236}">
                  <a16:creationId xmlns:a16="http://schemas.microsoft.com/office/drawing/2014/main" id="{6BC33C2E-7BAC-87F0-6CB0-1EBF82D6A59E}"/>
                </a:ext>
              </a:extLst>
            </p:cNvPr>
            <p:cNvSpPr/>
            <p:nvPr/>
          </p:nvSpPr>
          <p:spPr>
            <a:xfrm>
              <a:off x="5718309" y="4197134"/>
              <a:ext cx="346142" cy="416300"/>
            </a:xfrm>
            <a:custGeom>
              <a:avLst/>
              <a:gdLst/>
              <a:ahLst/>
              <a:cxnLst/>
              <a:rect l="l" t="t" r="r" b="b"/>
              <a:pathLst>
                <a:path w="10795" h="12983" extrusionOk="0">
                  <a:moveTo>
                    <a:pt x="7737" y="0"/>
                  </a:moveTo>
                  <a:lnTo>
                    <a:pt x="4044" y="1955"/>
                  </a:lnTo>
                  <a:cubicBezTo>
                    <a:pt x="4044" y="1955"/>
                    <a:pt x="4946" y="4545"/>
                    <a:pt x="4278" y="6884"/>
                  </a:cubicBezTo>
                  <a:cubicBezTo>
                    <a:pt x="3609" y="9223"/>
                    <a:pt x="3108" y="10309"/>
                    <a:pt x="1805" y="11479"/>
                  </a:cubicBezTo>
                  <a:cubicBezTo>
                    <a:pt x="1237" y="12014"/>
                    <a:pt x="635" y="12515"/>
                    <a:pt x="0" y="12983"/>
                  </a:cubicBezTo>
                  <a:lnTo>
                    <a:pt x="7001" y="12966"/>
                  </a:lnTo>
                  <a:cubicBezTo>
                    <a:pt x="7001" y="12966"/>
                    <a:pt x="9675" y="7302"/>
                    <a:pt x="10794" y="4294"/>
                  </a:cubicBezTo>
                  <a:cubicBezTo>
                    <a:pt x="10677" y="3877"/>
                    <a:pt x="9558" y="2356"/>
                    <a:pt x="8706" y="1253"/>
                  </a:cubicBezTo>
                  <a:cubicBezTo>
                    <a:pt x="8171" y="552"/>
                    <a:pt x="7737" y="0"/>
                    <a:pt x="7737"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013;p67">
              <a:extLst>
                <a:ext uri="{FF2B5EF4-FFF2-40B4-BE49-F238E27FC236}">
                  <a16:creationId xmlns:a16="http://schemas.microsoft.com/office/drawing/2014/main" id="{E34A050C-EA48-2329-7881-EB31EAD4A372}"/>
                </a:ext>
              </a:extLst>
            </p:cNvPr>
            <p:cNvSpPr/>
            <p:nvPr/>
          </p:nvSpPr>
          <p:spPr>
            <a:xfrm>
              <a:off x="5718309" y="4237311"/>
              <a:ext cx="346142" cy="376122"/>
            </a:xfrm>
            <a:custGeom>
              <a:avLst/>
              <a:gdLst/>
              <a:ahLst/>
              <a:cxnLst/>
              <a:rect l="l" t="t" r="r" b="b"/>
              <a:pathLst>
                <a:path w="10795" h="11730" extrusionOk="0">
                  <a:moveTo>
                    <a:pt x="8706" y="0"/>
                  </a:moveTo>
                  <a:cubicBezTo>
                    <a:pt x="8054" y="1003"/>
                    <a:pt x="8539" y="2690"/>
                    <a:pt x="8505" y="3977"/>
                  </a:cubicBezTo>
                  <a:cubicBezTo>
                    <a:pt x="8455" y="5464"/>
                    <a:pt x="6901" y="9441"/>
                    <a:pt x="6901" y="9441"/>
                  </a:cubicBezTo>
                  <a:cubicBezTo>
                    <a:pt x="6901" y="9441"/>
                    <a:pt x="5030" y="9574"/>
                    <a:pt x="3793" y="9708"/>
                  </a:cubicBezTo>
                  <a:cubicBezTo>
                    <a:pt x="2574" y="9842"/>
                    <a:pt x="1855" y="10176"/>
                    <a:pt x="1805" y="10226"/>
                  </a:cubicBezTo>
                  <a:cubicBezTo>
                    <a:pt x="1237" y="10761"/>
                    <a:pt x="635" y="11262"/>
                    <a:pt x="0" y="11730"/>
                  </a:cubicBezTo>
                  <a:lnTo>
                    <a:pt x="7001" y="11713"/>
                  </a:lnTo>
                  <a:cubicBezTo>
                    <a:pt x="7001" y="11713"/>
                    <a:pt x="9675" y="6049"/>
                    <a:pt x="10794" y="3041"/>
                  </a:cubicBezTo>
                  <a:cubicBezTo>
                    <a:pt x="10677" y="2624"/>
                    <a:pt x="9558" y="1103"/>
                    <a:pt x="8706"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014;p67">
              <a:extLst>
                <a:ext uri="{FF2B5EF4-FFF2-40B4-BE49-F238E27FC236}">
                  <a16:creationId xmlns:a16="http://schemas.microsoft.com/office/drawing/2014/main" id="{ACE6D2D8-C277-0F6C-6019-622469B269DA}"/>
                </a:ext>
              </a:extLst>
            </p:cNvPr>
            <p:cNvSpPr/>
            <p:nvPr/>
          </p:nvSpPr>
          <p:spPr>
            <a:xfrm>
              <a:off x="5572029" y="2835750"/>
              <a:ext cx="487580" cy="1497500"/>
            </a:xfrm>
            <a:custGeom>
              <a:avLst/>
              <a:gdLst/>
              <a:ahLst/>
              <a:cxnLst/>
              <a:rect l="l" t="t" r="r" b="b"/>
              <a:pathLst>
                <a:path w="15206" h="46702" extrusionOk="0">
                  <a:moveTo>
                    <a:pt x="619" y="1"/>
                  </a:moveTo>
                  <a:cubicBezTo>
                    <a:pt x="619" y="1"/>
                    <a:pt x="552" y="1872"/>
                    <a:pt x="486" y="4646"/>
                  </a:cubicBezTo>
                  <a:cubicBezTo>
                    <a:pt x="285" y="11981"/>
                    <a:pt x="1" y="25632"/>
                    <a:pt x="619" y="28322"/>
                  </a:cubicBezTo>
                  <a:cubicBezTo>
                    <a:pt x="1471" y="32014"/>
                    <a:pt x="8656" y="46701"/>
                    <a:pt x="8656" y="46701"/>
                  </a:cubicBezTo>
                  <a:lnTo>
                    <a:pt x="15206" y="44161"/>
                  </a:lnTo>
                  <a:lnTo>
                    <a:pt x="9491" y="22190"/>
                  </a:lnTo>
                  <a:cubicBezTo>
                    <a:pt x="9491" y="22190"/>
                    <a:pt x="10327" y="11229"/>
                    <a:pt x="10427" y="4646"/>
                  </a:cubicBezTo>
                  <a:cubicBezTo>
                    <a:pt x="10461" y="2457"/>
                    <a:pt x="10427" y="753"/>
                    <a:pt x="10227" y="118"/>
                  </a:cubicBezTo>
                  <a:lnTo>
                    <a:pt x="619"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015;p67">
              <a:extLst>
                <a:ext uri="{FF2B5EF4-FFF2-40B4-BE49-F238E27FC236}">
                  <a16:creationId xmlns:a16="http://schemas.microsoft.com/office/drawing/2014/main" id="{422764AE-CDAB-AD35-CF85-90D2C9C5EDDA}"/>
                </a:ext>
              </a:extLst>
            </p:cNvPr>
            <p:cNvSpPr/>
            <p:nvPr/>
          </p:nvSpPr>
          <p:spPr>
            <a:xfrm>
              <a:off x="5696890" y="4444098"/>
              <a:ext cx="463981" cy="183284"/>
            </a:xfrm>
            <a:custGeom>
              <a:avLst/>
              <a:gdLst/>
              <a:ahLst/>
              <a:cxnLst/>
              <a:rect l="l" t="t" r="r" b="b"/>
              <a:pathLst>
                <a:path w="14470" h="5716" extrusionOk="0">
                  <a:moveTo>
                    <a:pt x="8003" y="1"/>
                  </a:moveTo>
                  <a:cubicBezTo>
                    <a:pt x="8004" y="1"/>
                    <a:pt x="8288" y="1505"/>
                    <a:pt x="5664" y="2925"/>
                  </a:cubicBezTo>
                  <a:cubicBezTo>
                    <a:pt x="4779" y="3376"/>
                    <a:pt x="3843" y="3743"/>
                    <a:pt x="2874" y="4011"/>
                  </a:cubicBezTo>
                  <a:cubicBezTo>
                    <a:pt x="602" y="4646"/>
                    <a:pt x="0" y="5715"/>
                    <a:pt x="0" y="5715"/>
                  </a:cubicBezTo>
                  <a:lnTo>
                    <a:pt x="14470" y="5665"/>
                  </a:lnTo>
                  <a:lnTo>
                    <a:pt x="14169" y="2975"/>
                  </a:lnTo>
                  <a:lnTo>
                    <a:pt x="13868" y="118"/>
                  </a:lnTo>
                  <a:lnTo>
                    <a:pt x="8003" y="1"/>
                  </a:ln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016;p67">
              <a:extLst>
                <a:ext uri="{FF2B5EF4-FFF2-40B4-BE49-F238E27FC236}">
                  <a16:creationId xmlns:a16="http://schemas.microsoft.com/office/drawing/2014/main" id="{0195EA21-295D-2D3C-53D8-9015D5260053}"/>
                </a:ext>
              </a:extLst>
            </p:cNvPr>
            <p:cNvSpPr/>
            <p:nvPr/>
          </p:nvSpPr>
          <p:spPr>
            <a:xfrm>
              <a:off x="5831339" y="2781656"/>
              <a:ext cx="375609" cy="1725706"/>
            </a:xfrm>
            <a:custGeom>
              <a:avLst/>
              <a:gdLst/>
              <a:ahLst/>
              <a:cxnLst/>
              <a:rect l="l" t="t" r="r" b="b"/>
              <a:pathLst>
                <a:path w="11714" h="53819" extrusionOk="0">
                  <a:moveTo>
                    <a:pt x="10928" y="0"/>
                  </a:moveTo>
                  <a:lnTo>
                    <a:pt x="1321" y="301"/>
                  </a:lnTo>
                  <a:cubicBezTo>
                    <a:pt x="1321" y="301"/>
                    <a:pt x="1154" y="2557"/>
                    <a:pt x="953" y="5781"/>
                  </a:cubicBezTo>
                  <a:cubicBezTo>
                    <a:pt x="920" y="6333"/>
                    <a:pt x="886" y="6884"/>
                    <a:pt x="836" y="7469"/>
                  </a:cubicBezTo>
                  <a:cubicBezTo>
                    <a:pt x="452" y="13835"/>
                    <a:pt x="1" y="22674"/>
                    <a:pt x="235" y="26216"/>
                  </a:cubicBezTo>
                  <a:cubicBezTo>
                    <a:pt x="619" y="32047"/>
                    <a:pt x="2975" y="51830"/>
                    <a:pt x="2975" y="51830"/>
                  </a:cubicBezTo>
                  <a:lnTo>
                    <a:pt x="11714" y="53818"/>
                  </a:lnTo>
                  <a:cubicBezTo>
                    <a:pt x="11714" y="53818"/>
                    <a:pt x="10644" y="32498"/>
                    <a:pt x="10193" y="27603"/>
                  </a:cubicBezTo>
                  <a:cubicBezTo>
                    <a:pt x="10260" y="24445"/>
                    <a:pt x="10561" y="14520"/>
                    <a:pt x="10761" y="7469"/>
                  </a:cubicBezTo>
                  <a:cubicBezTo>
                    <a:pt x="10778" y="6884"/>
                    <a:pt x="10795" y="6333"/>
                    <a:pt x="10811" y="5781"/>
                  </a:cubicBezTo>
                  <a:cubicBezTo>
                    <a:pt x="10912" y="2390"/>
                    <a:pt x="10995" y="0"/>
                    <a:pt x="10995" y="0"/>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017;p67">
              <a:extLst>
                <a:ext uri="{FF2B5EF4-FFF2-40B4-BE49-F238E27FC236}">
                  <a16:creationId xmlns:a16="http://schemas.microsoft.com/office/drawing/2014/main" id="{3AB8A2BE-3ED3-101B-111D-E2E01946C2D8}"/>
                </a:ext>
              </a:extLst>
            </p:cNvPr>
            <p:cNvSpPr/>
            <p:nvPr/>
          </p:nvSpPr>
          <p:spPr>
            <a:xfrm>
              <a:off x="5858145" y="2781656"/>
              <a:ext cx="325780" cy="239493"/>
            </a:xfrm>
            <a:custGeom>
              <a:avLst/>
              <a:gdLst/>
              <a:ahLst/>
              <a:cxnLst/>
              <a:rect l="l" t="t" r="r" b="b"/>
              <a:pathLst>
                <a:path w="10160" h="7469" extrusionOk="0">
                  <a:moveTo>
                    <a:pt x="10092" y="0"/>
                  </a:moveTo>
                  <a:lnTo>
                    <a:pt x="485" y="301"/>
                  </a:lnTo>
                  <a:cubicBezTo>
                    <a:pt x="485" y="301"/>
                    <a:pt x="318" y="2557"/>
                    <a:pt x="117" y="5781"/>
                  </a:cubicBezTo>
                  <a:cubicBezTo>
                    <a:pt x="84" y="6333"/>
                    <a:pt x="50" y="6884"/>
                    <a:pt x="0" y="7469"/>
                  </a:cubicBezTo>
                  <a:lnTo>
                    <a:pt x="9925" y="7469"/>
                  </a:lnTo>
                  <a:cubicBezTo>
                    <a:pt x="9942" y="6884"/>
                    <a:pt x="9959" y="6333"/>
                    <a:pt x="9975" y="5781"/>
                  </a:cubicBezTo>
                  <a:cubicBezTo>
                    <a:pt x="10076" y="2390"/>
                    <a:pt x="10159" y="0"/>
                    <a:pt x="10159"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018;p67">
              <a:extLst>
                <a:ext uri="{FF2B5EF4-FFF2-40B4-BE49-F238E27FC236}">
                  <a16:creationId xmlns:a16="http://schemas.microsoft.com/office/drawing/2014/main" id="{84F2E974-C42D-7750-8B96-4E082B52F860}"/>
                </a:ext>
              </a:extLst>
            </p:cNvPr>
            <p:cNvSpPr/>
            <p:nvPr/>
          </p:nvSpPr>
          <p:spPr>
            <a:xfrm>
              <a:off x="5696890" y="4537856"/>
              <a:ext cx="463981" cy="89525"/>
            </a:xfrm>
            <a:custGeom>
              <a:avLst/>
              <a:gdLst/>
              <a:ahLst/>
              <a:cxnLst/>
              <a:rect l="l" t="t" r="r" b="b"/>
              <a:pathLst>
                <a:path w="14470" h="2792" extrusionOk="0">
                  <a:moveTo>
                    <a:pt x="5664" y="1"/>
                  </a:moveTo>
                  <a:cubicBezTo>
                    <a:pt x="4779" y="452"/>
                    <a:pt x="3843" y="819"/>
                    <a:pt x="2874" y="1087"/>
                  </a:cubicBezTo>
                  <a:cubicBezTo>
                    <a:pt x="602" y="1722"/>
                    <a:pt x="0" y="2791"/>
                    <a:pt x="0" y="2791"/>
                  </a:cubicBezTo>
                  <a:lnTo>
                    <a:pt x="14470" y="2741"/>
                  </a:lnTo>
                  <a:lnTo>
                    <a:pt x="14169" y="51"/>
                  </a:lnTo>
                  <a:cubicBezTo>
                    <a:pt x="12899" y="519"/>
                    <a:pt x="11011" y="1521"/>
                    <a:pt x="7619" y="2022"/>
                  </a:cubicBezTo>
                  <a:cubicBezTo>
                    <a:pt x="7151" y="1287"/>
                    <a:pt x="6383" y="569"/>
                    <a:pt x="5664"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019;p67">
              <a:extLst>
                <a:ext uri="{FF2B5EF4-FFF2-40B4-BE49-F238E27FC236}">
                  <a16:creationId xmlns:a16="http://schemas.microsoft.com/office/drawing/2014/main" id="{E8C1752F-DB65-05D9-1994-79955EBCCA54}"/>
                </a:ext>
              </a:extLst>
            </p:cNvPr>
            <p:cNvSpPr/>
            <p:nvPr/>
          </p:nvSpPr>
          <p:spPr>
            <a:xfrm>
              <a:off x="5049145" y="2010974"/>
              <a:ext cx="105334" cy="71986"/>
            </a:xfrm>
            <a:custGeom>
              <a:avLst/>
              <a:gdLst/>
              <a:ahLst/>
              <a:cxnLst/>
              <a:rect l="l" t="t" r="r" b="b"/>
              <a:pathLst>
                <a:path w="3285" h="2245" extrusionOk="0">
                  <a:moveTo>
                    <a:pt x="464" y="1"/>
                  </a:moveTo>
                  <a:cubicBezTo>
                    <a:pt x="407" y="1"/>
                    <a:pt x="363" y="14"/>
                    <a:pt x="335" y="42"/>
                  </a:cubicBezTo>
                  <a:cubicBezTo>
                    <a:pt x="0" y="376"/>
                    <a:pt x="168" y="543"/>
                    <a:pt x="552" y="994"/>
                  </a:cubicBezTo>
                  <a:cubicBezTo>
                    <a:pt x="953" y="1445"/>
                    <a:pt x="2373" y="2130"/>
                    <a:pt x="2373" y="2130"/>
                  </a:cubicBezTo>
                  <a:cubicBezTo>
                    <a:pt x="2373" y="2130"/>
                    <a:pt x="2585" y="2244"/>
                    <a:pt x="2802" y="2244"/>
                  </a:cubicBezTo>
                  <a:cubicBezTo>
                    <a:pt x="3041" y="2244"/>
                    <a:pt x="3285" y="2106"/>
                    <a:pt x="3259" y="1529"/>
                  </a:cubicBezTo>
                  <a:cubicBezTo>
                    <a:pt x="3259" y="1529"/>
                    <a:pt x="1086" y="1"/>
                    <a:pt x="464"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020;p67">
              <a:extLst>
                <a:ext uri="{FF2B5EF4-FFF2-40B4-BE49-F238E27FC236}">
                  <a16:creationId xmlns:a16="http://schemas.microsoft.com/office/drawing/2014/main" id="{F578B370-722B-2AEB-57ED-D21038D47B30}"/>
                </a:ext>
              </a:extLst>
            </p:cNvPr>
            <p:cNvSpPr/>
            <p:nvPr/>
          </p:nvSpPr>
          <p:spPr>
            <a:xfrm>
              <a:off x="4986458" y="1966179"/>
              <a:ext cx="51047" cy="114280"/>
            </a:xfrm>
            <a:custGeom>
              <a:avLst/>
              <a:gdLst/>
              <a:ahLst/>
              <a:cxnLst/>
              <a:rect l="l" t="t" r="r" b="b"/>
              <a:pathLst>
                <a:path w="1592" h="3564" extrusionOk="0">
                  <a:moveTo>
                    <a:pt x="384" y="1"/>
                  </a:moveTo>
                  <a:cubicBezTo>
                    <a:pt x="325" y="1"/>
                    <a:pt x="277" y="16"/>
                    <a:pt x="251" y="52"/>
                  </a:cubicBezTo>
                  <a:cubicBezTo>
                    <a:pt x="84" y="603"/>
                    <a:pt x="1" y="1171"/>
                    <a:pt x="17" y="1740"/>
                  </a:cubicBezTo>
                  <a:cubicBezTo>
                    <a:pt x="67" y="2274"/>
                    <a:pt x="285" y="3293"/>
                    <a:pt x="786" y="3461"/>
                  </a:cubicBezTo>
                  <a:cubicBezTo>
                    <a:pt x="991" y="3520"/>
                    <a:pt x="1162" y="3564"/>
                    <a:pt x="1292" y="3564"/>
                  </a:cubicBezTo>
                  <a:cubicBezTo>
                    <a:pt x="1490" y="3564"/>
                    <a:pt x="1591" y="3462"/>
                    <a:pt x="1571" y="3160"/>
                  </a:cubicBezTo>
                  <a:cubicBezTo>
                    <a:pt x="1538" y="2659"/>
                    <a:pt x="936" y="1856"/>
                    <a:pt x="869" y="1656"/>
                  </a:cubicBezTo>
                  <a:cubicBezTo>
                    <a:pt x="970" y="954"/>
                    <a:pt x="903" y="353"/>
                    <a:pt x="786" y="186"/>
                  </a:cubicBezTo>
                  <a:cubicBezTo>
                    <a:pt x="705" y="81"/>
                    <a:pt x="518" y="1"/>
                    <a:pt x="384"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021;p67">
              <a:extLst>
                <a:ext uri="{FF2B5EF4-FFF2-40B4-BE49-F238E27FC236}">
                  <a16:creationId xmlns:a16="http://schemas.microsoft.com/office/drawing/2014/main" id="{78AE91D8-23FF-7DC6-0288-7DDEBDE8B8BF}"/>
                </a:ext>
              </a:extLst>
            </p:cNvPr>
            <p:cNvSpPr/>
            <p:nvPr/>
          </p:nvSpPr>
          <p:spPr>
            <a:xfrm>
              <a:off x="4944934" y="1983270"/>
              <a:ext cx="307824" cy="220864"/>
            </a:xfrm>
            <a:custGeom>
              <a:avLst/>
              <a:gdLst/>
              <a:ahLst/>
              <a:cxnLst/>
              <a:rect l="l" t="t" r="r" b="b"/>
              <a:pathLst>
                <a:path w="9600" h="6888" extrusionOk="0">
                  <a:moveTo>
                    <a:pt x="518" y="1"/>
                  </a:moveTo>
                  <a:cubicBezTo>
                    <a:pt x="219" y="1"/>
                    <a:pt x="0" y="174"/>
                    <a:pt x="42" y="371"/>
                  </a:cubicBezTo>
                  <a:cubicBezTo>
                    <a:pt x="109" y="605"/>
                    <a:pt x="1463" y="4030"/>
                    <a:pt x="2164" y="4247"/>
                  </a:cubicBezTo>
                  <a:cubicBezTo>
                    <a:pt x="2515" y="4348"/>
                    <a:pt x="3196" y="4373"/>
                    <a:pt x="3789" y="4373"/>
                  </a:cubicBezTo>
                  <a:cubicBezTo>
                    <a:pt x="4382" y="4373"/>
                    <a:pt x="4888" y="4348"/>
                    <a:pt x="4888" y="4348"/>
                  </a:cubicBezTo>
                  <a:lnTo>
                    <a:pt x="7277" y="6887"/>
                  </a:lnTo>
                  <a:lnTo>
                    <a:pt x="9600" y="4966"/>
                  </a:lnTo>
                  <a:cubicBezTo>
                    <a:pt x="9600" y="4966"/>
                    <a:pt x="7210" y="2577"/>
                    <a:pt x="6509" y="2393"/>
                  </a:cubicBezTo>
                  <a:cubicBezTo>
                    <a:pt x="6280" y="2337"/>
                    <a:pt x="5703" y="2319"/>
                    <a:pt x="5035" y="2319"/>
                  </a:cubicBezTo>
                  <a:cubicBezTo>
                    <a:pt x="3698" y="2319"/>
                    <a:pt x="1997" y="2393"/>
                    <a:pt x="1997" y="2393"/>
                  </a:cubicBezTo>
                  <a:cubicBezTo>
                    <a:pt x="1997" y="2393"/>
                    <a:pt x="1062" y="120"/>
                    <a:pt x="694" y="20"/>
                  </a:cubicBezTo>
                  <a:cubicBezTo>
                    <a:pt x="633" y="7"/>
                    <a:pt x="574" y="1"/>
                    <a:pt x="518"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022;p67">
              <a:extLst>
                <a:ext uri="{FF2B5EF4-FFF2-40B4-BE49-F238E27FC236}">
                  <a16:creationId xmlns:a16="http://schemas.microsoft.com/office/drawing/2014/main" id="{9B9462F0-76D7-77C6-2AA8-1446FB5AE3DC}"/>
                </a:ext>
              </a:extLst>
            </p:cNvPr>
            <p:cNvSpPr/>
            <p:nvPr/>
          </p:nvSpPr>
          <p:spPr>
            <a:xfrm>
              <a:off x="5119848" y="1986316"/>
              <a:ext cx="655248" cy="507653"/>
            </a:xfrm>
            <a:custGeom>
              <a:avLst/>
              <a:gdLst/>
              <a:ahLst/>
              <a:cxnLst/>
              <a:rect l="l" t="t" r="r" b="b"/>
              <a:pathLst>
                <a:path w="20435" h="15832" extrusionOk="0">
                  <a:moveTo>
                    <a:pt x="16991" y="0"/>
                  </a:moveTo>
                  <a:cubicBezTo>
                    <a:pt x="16811" y="0"/>
                    <a:pt x="16632" y="24"/>
                    <a:pt x="16459" y="76"/>
                  </a:cubicBezTo>
                  <a:cubicBezTo>
                    <a:pt x="14705" y="577"/>
                    <a:pt x="8305" y="8497"/>
                    <a:pt x="8305" y="8497"/>
                  </a:cubicBezTo>
                  <a:lnTo>
                    <a:pt x="3326" y="3133"/>
                  </a:lnTo>
                  <a:lnTo>
                    <a:pt x="1" y="6525"/>
                  </a:lnTo>
                  <a:cubicBezTo>
                    <a:pt x="1" y="6525"/>
                    <a:pt x="5431" y="15113"/>
                    <a:pt x="8138" y="15798"/>
                  </a:cubicBezTo>
                  <a:cubicBezTo>
                    <a:pt x="8226" y="15820"/>
                    <a:pt x="8320" y="15831"/>
                    <a:pt x="8419" y="15831"/>
                  </a:cubicBezTo>
                  <a:cubicBezTo>
                    <a:pt x="11396" y="15831"/>
                    <a:pt x="19305" y="6161"/>
                    <a:pt x="19968" y="3751"/>
                  </a:cubicBezTo>
                  <a:cubicBezTo>
                    <a:pt x="20434" y="2005"/>
                    <a:pt x="18635" y="0"/>
                    <a:pt x="16991"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023;p67">
              <a:extLst>
                <a:ext uri="{FF2B5EF4-FFF2-40B4-BE49-F238E27FC236}">
                  <a16:creationId xmlns:a16="http://schemas.microsoft.com/office/drawing/2014/main" id="{4BA1B7BA-A1CB-882C-DC59-1F4DD25703CD}"/>
                </a:ext>
              </a:extLst>
            </p:cNvPr>
            <p:cNvSpPr/>
            <p:nvPr/>
          </p:nvSpPr>
          <p:spPr>
            <a:xfrm>
              <a:off x="5518993" y="1949601"/>
              <a:ext cx="722777" cy="959064"/>
            </a:xfrm>
            <a:custGeom>
              <a:avLst/>
              <a:gdLst/>
              <a:ahLst/>
              <a:cxnLst/>
              <a:rect l="l" t="t" r="r" b="b"/>
              <a:pathLst>
                <a:path w="22541" h="29910" extrusionOk="0">
                  <a:moveTo>
                    <a:pt x="14922" y="1"/>
                  </a:moveTo>
                  <a:cubicBezTo>
                    <a:pt x="12785" y="1"/>
                    <a:pt x="8538" y="103"/>
                    <a:pt x="7859" y="103"/>
                  </a:cubicBezTo>
                  <a:cubicBezTo>
                    <a:pt x="7811" y="103"/>
                    <a:pt x="7780" y="102"/>
                    <a:pt x="7770" y="101"/>
                  </a:cubicBezTo>
                  <a:cubicBezTo>
                    <a:pt x="7770" y="101"/>
                    <a:pt x="7369" y="151"/>
                    <a:pt x="6818" y="268"/>
                  </a:cubicBezTo>
                  <a:cubicBezTo>
                    <a:pt x="5983" y="435"/>
                    <a:pt x="4796" y="769"/>
                    <a:pt x="4295" y="1354"/>
                  </a:cubicBezTo>
                  <a:cubicBezTo>
                    <a:pt x="3476" y="2323"/>
                    <a:pt x="4078" y="16342"/>
                    <a:pt x="4078" y="16342"/>
                  </a:cubicBezTo>
                  <a:cubicBezTo>
                    <a:pt x="4061" y="16425"/>
                    <a:pt x="987" y="25364"/>
                    <a:pt x="1" y="29909"/>
                  </a:cubicBezTo>
                  <a:lnTo>
                    <a:pt x="22039" y="29909"/>
                  </a:lnTo>
                  <a:cubicBezTo>
                    <a:pt x="22039" y="29909"/>
                    <a:pt x="21354" y="25348"/>
                    <a:pt x="20653" y="21856"/>
                  </a:cubicBezTo>
                  <a:cubicBezTo>
                    <a:pt x="20151" y="19349"/>
                    <a:pt x="20151" y="16776"/>
                    <a:pt x="20686" y="14270"/>
                  </a:cubicBezTo>
                  <a:cubicBezTo>
                    <a:pt x="21622" y="9809"/>
                    <a:pt x="22541" y="4529"/>
                    <a:pt x="21471" y="2708"/>
                  </a:cubicBezTo>
                  <a:cubicBezTo>
                    <a:pt x="20218" y="586"/>
                    <a:pt x="17879" y="519"/>
                    <a:pt x="15790" y="168"/>
                  </a:cubicBezTo>
                  <a:cubicBezTo>
                    <a:pt x="15490" y="118"/>
                    <a:pt x="15206" y="68"/>
                    <a:pt x="14922" y="1"/>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024;p67">
              <a:extLst>
                <a:ext uri="{FF2B5EF4-FFF2-40B4-BE49-F238E27FC236}">
                  <a16:creationId xmlns:a16="http://schemas.microsoft.com/office/drawing/2014/main" id="{264CC79A-8069-9C46-46E9-C88382A17FFA}"/>
                </a:ext>
              </a:extLst>
            </p:cNvPr>
            <p:cNvSpPr/>
            <p:nvPr/>
          </p:nvSpPr>
          <p:spPr>
            <a:xfrm>
              <a:off x="5957803" y="2654134"/>
              <a:ext cx="137719" cy="157888"/>
            </a:xfrm>
            <a:custGeom>
              <a:avLst/>
              <a:gdLst/>
              <a:ahLst/>
              <a:cxnLst/>
              <a:rect l="l" t="t" r="r" b="b"/>
              <a:pathLst>
                <a:path w="4295" h="4924" extrusionOk="0">
                  <a:moveTo>
                    <a:pt x="0" y="1"/>
                  </a:moveTo>
                  <a:lnTo>
                    <a:pt x="0" y="3426"/>
                  </a:lnTo>
                  <a:cubicBezTo>
                    <a:pt x="0" y="3426"/>
                    <a:pt x="84" y="4428"/>
                    <a:pt x="1420" y="4813"/>
                  </a:cubicBezTo>
                  <a:cubicBezTo>
                    <a:pt x="1688" y="4890"/>
                    <a:pt x="1953" y="4924"/>
                    <a:pt x="2206" y="4924"/>
                  </a:cubicBezTo>
                  <a:cubicBezTo>
                    <a:pt x="3214" y="4924"/>
                    <a:pt x="4037" y="4381"/>
                    <a:pt x="4144" y="3860"/>
                  </a:cubicBezTo>
                  <a:cubicBezTo>
                    <a:pt x="4294" y="3142"/>
                    <a:pt x="4211" y="151"/>
                    <a:pt x="4194" y="84"/>
                  </a:cubicBezTo>
                  <a:lnTo>
                    <a:pt x="0" y="1"/>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025;p67">
              <a:extLst>
                <a:ext uri="{FF2B5EF4-FFF2-40B4-BE49-F238E27FC236}">
                  <a16:creationId xmlns:a16="http://schemas.microsoft.com/office/drawing/2014/main" id="{6ABB285D-9C80-66A1-D891-34F9CB21AEA6}"/>
                </a:ext>
              </a:extLst>
            </p:cNvPr>
            <p:cNvSpPr/>
            <p:nvPr/>
          </p:nvSpPr>
          <p:spPr>
            <a:xfrm>
              <a:off x="5639013" y="2654134"/>
              <a:ext cx="137719" cy="157888"/>
            </a:xfrm>
            <a:custGeom>
              <a:avLst/>
              <a:gdLst/>
              <a:ahLst/>
              <a:cxnLst/>
              <a:rect l="l" t="t" r="r" b="b"/>
              <a:pathLst>
                <a:path w="4295" h="4924" extrusionOk="0">
                  <a:moveTo>
                    <a:pt x="1" y="1"/>
                  </a:moveTo>
                  <a:lnTo>
                    <a:pt x="1" y="3426"/>
                  </a:lnTo>
                  <a:cubicBezTo>
                    <a:pt x="1" y="3426"/>
                    <a:pt x="84" y="4428"/>
                    <a:pt x="1421" y="4813"/>
                  </a:cubicBezTo>
                  <a:cubicBezTo>
                    <a:pt x="1689" y="4890"/>
                    <a:pt x="1953" y="4924"/>
                    <a:pt x="2206" y="4924"/>
                  </a:cubicBezTo>
                  <a:cubicBezTo>
                    <a:pt x="3215" y="4924"/>
                    <a:pt x="4037" y="4381"/>
                    <a:pt x="4144" y="3860"/>
                  </a:cubicBezTo>
                  <a:cubicBezTo>
                    <a:pt x="4295" y="3142"/>
                    <a:pt x="4211" y="151"/>
                    <a:pt x="4194" y="84"/>
                  </a:cubicBezTo>
                  <a:lnTo>
                    <a:pt x="1" y="1"/>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026;p67">
              <a:extLst>
                <a:ext uri="{FF2B5EF4-FFF2-40B4-BE49-F238E27FC236}">
                  <a16:creationId xmlns:a16="http://schemas.microsoft.com/office/drawing/2014/main" id="{798B55B4-1B34-4957-DC10-A5B13913B5A0}"/>
                </a:ext>
              </a:extLst>
            </p:cNvPr>
            <p:cNvSpPr/>
            <p:nvPr/>
          </p:nvSpPr>
          <p:spPr>
            <a:xfrm>
              <a:off x="5737580" y="1949601"/>
              <a:ext cx="287751" cy="204158"/>
            </a:xfrm>
            <a:custGeom>
              <a:avLst/>
              <a:gdLst/>
              <a:ahLst/>
              <a:cxnLst/>
              <a:rect l="l" t="t" r="r" b="b"/>
              <a:pathLst>
                <a:path w="8974" h="6367" extrusionOk="0">
                  <a:moveTo>
                    <a:pt x="8105" y="1"/>
                  </a:moveTo>
                  <a:cubicBezTo>
                    <a:pt x="5968" y="1"/>
                    <a:pt x="1721" y="103"/>
                    <a:pt x="1042" y="103"/>
                  </a:cubicBezTo>
                  <a:cubicBezTo>
                    <a:pt x="994" y="103"/>
                    <a:pt x="963" y="102"/>
                    <a:pt x="953" y="101"/>
                  </a:cubicBezTo>
                  <a:cubicBezTo>
                    <a:pt x="953" y="101"/>
                    <a:pt x="552" y="151"/>
                    <a:pt x="1" y="268"/>
                  </a:cubicBezTo>
                  <a:cubicBezTo>
                    <a:pt x="502" y="2156"/>
                    <a:pt x="1622" y="5882"/>
                    <a:pt x="2741" y="6367"/>
                  </a:cubicBezTo>
                  <a:cubicBezTo>
                    <a:pt x="4546" y="6166"/>
                    <a:pt x="7770" y="2641"/>
                    <a:pt x="8973" y="168"/>
                  </a:cubicBezTo>
                  <a:cubicBezTo>
                    <a:pt x="8673" y="118"/>
                    <a:pt x="8389" y="68"/>
                    <a:pt x="8105" y="1"/>
                  </a:cubicBez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027;p67">
              <a:extLst>
                <a:ext uri="{FF2B5EF4-FFF2-40B4-BE49-F238E27FC236}">
                  <a16:creationId xmlns:a16="http://schemas.microsoft.com/office/drawing/2014/main" id="{73E0FF1E-506F-59AE-2892-54AA33D78B92}"/>
                </a:ext>
              </a:extLst>
            </p:cNvPr>
            <p:cNvSpPr/>
            <p:nvPr/>
          </p:nvSpPr>
          <p:spPr>
            <a:xfrm>
              <a:off x="5453100" y="1990741"/>
              <a:ext cx="51015" cy="114023"/>
            </a:xfrm>
            <a:custGeom>
              <a:avLst/>
              <a:gdLst/>
              <a:ahLst/>
              <a:cxnLst/>
              <a:rect l="l" t="t" r="r" b="b"/>
              <a:pathLst>
                <a:path w="1591" h="3556" extrusionOk="0">
                  <a:moveTo>
                    <a:pt x="387" y="0"/>
                  </a:moveTo>
                  <a:cubicBezTo>
                    <a:pt x="324" y="0"/>
                    <a:pt x="273" y="17"/>
                    <a:pt x="251" y="55"/>
                  </a:cubicBezTo>
                  <a:cubicBezTo>
                    <a:pt x="68" y="589"/>
                    <a:pt x="1" y="1157"/>
                    <a:pt x="17" y="1742"/>
                  </a:cubicBezTo>
                  <a:cubicBezTo>
                    <a:pt x="68" y="2260"/>
                    <a:pt x="285" y="3296"/>
                    <a:pt x="786" y="3446"/>
                  </a:cubicBezTo>
                  <a:cubicBezTo>
                    <a:pt x="999" y="3508"/>
                    <a:pt x="1175" y="3556"/>
                    <a:pt x="1306" y="3556"/>
                  </a:cubicBezTo>
                  <a:cubicBezTo>
                    <a:pt x="1495" y="3556"/>
                    <a:pt x="1591" y="3458"/>
                    <a:pt x="1571" y="3162"/>
                  </a:cubicBezTo>
                  <a:cubicBezTo>
                    <a:pt x="1538" y="2644"/>
                    <a:pt x="920" y="1859"/>
                    <a:pt x="870" y="1642"/>
                  </a:cubicBezTo>
                  <a:cubicBezTo>
                    <a:pt x="970" y="940"/>
                    <a:pt x="903" y="339"/>
                    <a:pt x="786" y="188"/>
                  </a:cubicBezTo>
                  <a:cubicBezTo>
                    <a:pt x="707" y="75"/>
                    <a:pt x="520" y="0"/>
                    <a:pt x="387"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028;p67">
              <a:extLst>
                <a:ext uri="{FF2B5EF4-FFF2-40B4-BE49-F238E27FC236}">
                  <a16:creationId xmlns:a16="http://schemas.microsoft.com/office/drawing/2014/main" id="{07FFEC45-48B3-A741-9A7C-B9C380B90CF4}"/>
                </a:ext>
              </a:extLst>
            </p:cNvPr>
            <p:cNvSpPr/>
            <p:nvPr/>
          </p:nvSpPr>
          <p:spPr>
            <a:xfrm>
              <a:off x="5411576" y="2007928"/>
              <a:ext cx="307824" cy="220319"/>
            </a:xfrm>
            <a:custGeom>
              <a:avLst/>
              <a:gdLst/>
              <a:ahLst/>
              <a:cxnLst/>
              <a:rect l="l" t="t" r="r" b="b"/>
              <a:pathLst>
                <a:path w="9600" h="6871" extrusionOk="0">
                  <a:moveTo>
                    <a:pt x="518" y="1"/>
                  </a:moveTo>
                  <a:cubicBezTo>
                    <a:pt x="219" y="1"/>
                    <a:pt x="0" y="174"/>
                    <a:pt x="43" y="371"/>
                  </a:cubicBezTo>
                  <a:cubicBezTo>
                    <a:pt x="109" y="605"/>
                    <a:pt x="1463" y="4030"/>
                    <a:pt x="2165" y="4230"/>
                  </a:cubicBezTo>
                  <a:cubicBezTo>
                    <a:pt x="2515" y="4331"/>
                    <a:pt x="3196" y="4356"/>
                    <a:pt x="3789" y="4356"/>
                  </a:cubicBezTo>
                  <a:cubicBezTo>
                    <a:pt x="4383" y="4356"/>
                    <a:pt x="4888" y="4331"/>
                    <a:pt x="4888" y="4331"/>
                  </a:cubicBezTo>
                  <a:lnTo>
                    <a:pt x="7277" y="6870"/>
                  </a:lnTo>
                  <a:lnTo>
                    <a:pt x="9600" y="4949"/>
                  </a:lnTo>
                  <a:cubicBezTo>
                    <a:pt x="8647" y="3996"/>
                    <a:pt x="7628" y="3144"/>
                    <a:pt x="6525" y="2376"/>
                  </a:cubicBezTo>
                  <a:cubicBezTo>
                    <a:pt x="6074" y="2058"/>
                    <a:pt x="5607" y="1774"/>
                    <a:pt x="5139" y="1490"/>
                  </a:cubicBezTo>
                  <a:cubicBezTo>
                    <a:pt x="4940" y="1377"/>
                    <a:pt x="4153" y="831"/>
                    <a:pt x="3755" y="831"/>
                  </a:cubicBezTo>
                  <a:cubicBezTo>
                    <a:pt x="3684" y="831"/>
                    <a:pt x="3625" y="848"/>
                    <a:pt x="3585" y="889"/>
                  </a:cubicBezTo>
                  <a:cubicBezTo>
                    <a:pt x="3234" y="1240"/>
                    <a:pt x="3418" y="1407"/>
                    <a:pt x="3802" y="1858"/>
                  </a:cubicBezTo>
                  <a:cubicBezTo>
                    <a:pt x="3986" y="2025"/>
                    <a:pt x="4186" y="2192"/>
                    <a:pt x="4387" y="2309"/>
                  </a:cubicBezTo>
                  <a:cubicBezTo>
                    <a:pt x="3200" y="2326"/>
                    <a:pt x="1997" y="2392"/>
                    <a:pt x="1997" y="2392"/>
                  </a:cubicBezTo>
                  <a:cubicBezTo>
                    <a:pt x="1997" y="2392"/>
                    <a:pt x="1062" y="103"/>
                    <a:pt x="694" y="20"/>
                  </a:cubicBezTo>
                  <a:cubicBezTo>
                    <a:pt x="633" y="7"/>
                    <a:pt x="574" y="1"/>
                    <a:pt x="518"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029;p67">
              <a:extLst>
                <a:ext uri="{FF2B5EF4-FFF2-40B4-BE49-F238E27FC236}">
                  <a16:creationId xmlns:a16="http://schemas.microsoft.com/office/drawing/2014/main" id="{FCFE8D9E-4FD7-A256-592A-589CF4198AA7}"/>
                </a:ext>
              </a:extLst>
            </p:cNvPr>
            <p:cNvSpPr/>
            <p:nvPr/>
          </p:nvSpPr>
          <p:spPr>
            <a:xfrm>
              <a:off x="5585977" y="2010557"/>
              <a:ext cx="655761" cy="507525"/>
            </a:xfrm>
            <a:custGeom>
              <a:avLst/>
              <a:gdLst/>
              <a:ahLst/>
              <a:cxnLst/>
              <a:rect l="l" t="t" r="r" b="b"/>
              <a:pathLst>
                <a:path w="20451" h="15828" extrusionOk="0">
                  <a:moveTo>
                    <a:pt x="16988" y="1"/>
                  </a:moveTo>
                  <a:cubicBezTo>
                    <a:pt x="16814" y="1"/>
                    <a:pt x="16642" y="23"/>
                    <a:pt x="16475" y="71"/>
                  </a:cubicBezTo>
                  <a:cubicBezTo>
                    <a:pt x="14721" y="589"/>
                    <a:pt x="8321" y="8509"/>
                    <a:pt x="8321" y="8509"/>
                  </a:cubicBezTo>
                  <a:lnTo>
                    <a:pt x="3342" y="3129"/>
                  </a:lnTo>
                  <a:lnTo>
                    <a:pt x="0" y="6521"/>
                  </a:lnTo>
                  <a:cubicBezTo>
                    <a:pt x="0" y="6521"/>
                    <a:pt x="5431" y="15126"/>
                    <a:pt x="8154" y="15794"/>
                  </a:cubicBezTo>
                  <a:cubicBezTo>
                    <a:pt x="8241" y="15816"/>
                    <a:pt x="8335" y="15827"/>
                    <a:pt x="8433" y="15827"/>
                  </a:cubicBezTo>
                  <a:cubicBezTo>
                    <a:pt x="11397" y="15827"/>
                    <a:pt x="19320" y="6157"/>
                    <a:pt x="19967" y="3747"/>
                  </a:cubicBezTo>
                  <a:cubicBezTo>
                    <a:pt x="20450" y="2011"/>
                    <a:pt x="18627" y="1"/>
                    <a:pt x="16988"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030;p67">
              <a:extLst>
                <a:ext uri="{FF2B5EF4-FFF2-40B4-BE49-F238E27FC236}">
                  <a16:creationId xmlns:a16="http://schemas.microsoft.com/office/drawing/2014/main" id="{D6B53AA6-419F-8561-2073-580F7F33EE37}"/>
                </a:ext>
              </a:extLst>
            </p:cNvPr>
            <p:cNvSpPr/>
            <p:nvPr/>
          </p:nvSpPr>
          <p:spPr>
            <a:xfrm>
              <a:off x="5700642" y="1613689"/>
              <a:ext cx="303784" cy="506851"/>
            </a:xfrm>
            <a:custGeom>
              <a:avLst/>
              <a:gdLst/>
              <a:ahLst/>
              <a:cxnLst/>
              <a:rect l="l" t="t" r="r" b="b"/>
              <a:pathLst>
                <a:path w="9474" h="15807" extrusionOk="0">
                  <a:moveTo>
                    <a:pt x="1170" y="1"/>
                  </a:moveTo>
                  <a:cubicBezTo>
                    <a:pt x="869" y="335"/>
                    <a:pt x="668" y="903"/>
                    <a:pt x="652" y="2039"/>
                  </a:cubicBezTo>
                  <a:cubicBezTo>
                    <a:pt x="735" y="4061"/>
                    <a:pt x="0" y="3610"/>
                    <a:pt x="17" y="4094"/>
                  </a:cubicBezTo>
                  <a:cubicBezTo>
                    <a:pt x="17" y="4295"/>
                    <a:pt x="585" y="4345"/>
                    <a:pt x="602" y="4963"/>
                  </a:cubicBezTo>
                  <a:cubicBezTo>
                    <a:pt x="602" y="5598"/>
                    <a:pt x="719" y="6567"/>
                    <a:pt x="936" y="6751"/>
                  </a:cubicBezTo>
                  <a:cubicBezTo>
                    <a:pt x="1151" y="6944"/>
                    <a:pt x="1524" y="7041"/>
                    <a:pt x="2003" y="7041"/>
                  </a:cubicBezTo>
                  <a:cubicBezTo>
                    <a:pt x="2270" y="7041"/>
                    <a:pt x="2568" y="7011"/>
                    <a:pt x="2891" y="6951"/>
                  </a:cubicBezTo>
                  <a:cubicBezTo>
                    <a:pt x="2991" y="6935"/>
                    <a:pt x="3074" y="6918"/>
                    <a:pt x="3158" y="6918"/>
                  </a:cubicBezTo>
                  <a:cubicBezTo>
                    <a:pt x="3172" y="6916"/>
                    <a:pt x="3187" y="6916"/>
                    <a:pt x="3200" y="6916"/>
                  </a:cubicBezTo>
                  <a:cubicBezTo>
                    <a:pt x="3813" y="6916"/>
                    <a:pt x="3877" y="8327"/>
                    <a:pt x="3893" y="8555"/>
                  </a:cubicBezTo>
                  <a:cubicBezTo>
                    <a:pt x="3927" y="9107"/>
                    <a:pt x="3759" y="9641"/>
                    <a:pt x="3392" y="10059"/>
                  </a:cubicBezTo>
                  <a:cubicBezTo>
                    <a:pt x="3058" y="10427"/>
                    <a:pt x="2105" y="10577"/>
                    <a:pt x="2105" y="10577"/>
                  </a:cubicBezTo>
                  <a:cubicBezTo>
                    <a:pt x="2105" y="10577"/>
                    <a:pt x="3175" y="15573"/>
                    <a:pt x="4177" y="15807"/>
                  </a:cubicBezTo>
                  <a:cubicBezTo>
                    <a:pt x="5547" y="15256"/>
                    <a:pt x="8572" y="12215"/>
                    <a:pt x="9474" y="10544"/>
                  </a:cubicBezTo>
                  <a:lnTo>
                    <a:pt x="9474" y="10527"/>
                  </a:lnTo>
                  <a:cubicBezTo>
                    <a:pt x="8455" y="10193"/>
                    <a:pt x="7452" y="9658"/>
                    <a:pt x="7118" y="8672"/>
                  </a:cubicBezTo>
                  <a:cubicBezTo>
                    <a:pt x="6784" y="7703"/>
                    <a:pt x="7068" y="4094"/>
                    <a:pt x="7068" y="4094"/>
                  </a:cubicBezTo>
                  <a:lnTo>
                    <a:pt x="7068" y="4094"/>
                  </a:lnTo>
                  <a:cubicBezTo>
                    <a:pt x="7068" y="4094"/>
                    <a:pt x="7144" y="4132"/>
                    <a:pt x="7283" y="4132"/>
                  </a:cubicBezTo>
                  <a:cubicBezTo>
                    <a:pt x="7405" y="4132"/>
                    <a:pt x="7576" y="4103"/>
                    <a:pt x="7786" y="3994"/>
                  </a:cubicBezTo>
                  <a:cubicBezTo>
                    <a:pt x="8237" y="3760"/>
                    <a:pt x="8622" y="1621"/>
                    <a:pt x="7870" y="1438"/>
                  </a:cubicBezTo>
                  <a:cubicBezTo>
                    <a:pt x="7784" y="1417"/>
                    <a:pt x="7703" y="1407"/>
                    <a:pt x="7625" y="1407"/>
                  </a:cubicBezTo>
                  <a:cubicBezTo>
                    <a:pt x="7076" y="1407"/>
                    <a:pt x="6704" y="1909"/>
                    <a:pt x="6500" y="2758"/>
                  </a:cubicBezTo>
                  <a:cubicBezTo>
                    <a:pt x="5798" y="2156"/>
                    <a:pt x="5597" y="1939"/>
                    <a:pt x="4678" y="1621"/>
                  </a:cubicBezTo>
                  <a:cubicBezTo>
                    <a:pt x="3927" y="1371"/>
                    <a:pt x="2673" y="1304"/>
                    <a:pt x="1871" y="803"/>
                  </a:cubicBezTo>
                  <a:cubicBezTo>
                    <a:pt x="1571" y="602"/>
                    <a:pt x="1320" y="335"/>
                    <a:pt x="1170"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031;p67">
              <a:extLst>
                <a:ext uri="{FF2B5EF4-FFF2-40B4-BE49-F238E27FC236}">
                  <a16:creationId xmlns:a16="http://schemas.microsoft.com/office/drawing/2014/main" id="{BFF9F5BD-37FA-6A0B-E0F8-F25D42D3ABE2}"/>
                </a:ext>
              </a:extLst>
            </p:cNvPr>
            <p:cNvSpPr/>
            <p:nvPr/>
          </p:nvSpPr>
          <p:spPr>
            <a:xfrm>
              <a:off x="5768138" y="1724601"/>
              <a:ext cx="236287" cy="395939"/>
            </a:xfrm>
            <a:custGeom>
              <a:avLst/>
              <a:gdLst/>
              <a:ahLst/>
              <a:cxnLst/>
              <a:rect l="l" t="t" r="r" b="b"/>
              <a:pathLst>
                <a:path w="7369" h="12348" extrusionOk="0">
                  <a:moveTo>
                    <a:pt x="4512" y="0"/>
                  </a:moveTo>
                  <a:cubicBezTo>
                    <a:pt x="4445" y="301"/>
                    <a:pt x="4378" y="502"/>
                    <a:pt x="4361" y="669"/>
                  </a:cubicBezTo>
                  <a:cubicBezTo>
                    <a:pt x="3676" y="2791"/>
                    <a:pt x="1755" y="3325"/>
                    <a:pt x="1053" y="3459"/>
                  </a:cubicBezTo>
                  <a:cubicBezTo>
                    <a:pt x="1067" y="3457"/>
                    <a:pt x="1082" y="3457"/>
                    <a:pt x="1095" y="3457"/>
                  </a:cubicBezTo>
                  <a:cubicBezTo>
                    <a:pt x="1708" y="3457"/>
                    <a:pt x="1772" y="4868"/>
                    <a:pt x="1788" y="5096"/>
                  </a:cubicBezTo>
                  <a:cubicBezTo>
                    <a:pt x="1822" y="5648"/>
                    <a:pt x="1654" y="6182"/>
                    <a:pt x="1287" y="6600"/>
                  </a:cubicBezTo>
                  <a:cubicBezTo>
                    <a:pt x="953" y="6968"/>
                    <a:pt x="0" y="7118"/>
                    <a:pt x="0" y="7118"/>
                  </a:cubicBezTo>
                  <a:cubicBezTo>
                    <a:pt x="0" y="7118"/>
                    <a:pt x="1070" y="12114"/>
                    <a:pt x="2072" y="12348"/>
                  </a:cubicBezTo>
                  <a:cubicBezTo>
                    <a:pt x="3442" y="11797"/>
                    <a:pt x="6467" y="8756"/>
                    <a:pt x="7369" y="7085"/>
                  </a:cubicBezTo>
                  <a:lnTo>
                    <a:pt x="7369" y="7068"/>
                  </a:lnTo>
                  <a:cubicBezTo>
                    <a:pt x="6350" y="6734"/>
                    <a:pt x="5347" y="6199"/>
                    <a:pt x="5013" y="5213"/>
                  </a:cubicBezTo>
                  <a:cubicBezTo>
                    <a:pt x="4679" y="4244"/>
                    <a:pt x="4963" y="619"/>
                    <a:pt x="4963" y="619"/>
                  </a:cubicBezTo>
                  <a:cubicBezTo>
                    <a:pt x="4963" y="619"/>
                    <a:pt x="4612" y="535"/>
                    <a:pt x="4512"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032;p67">
              <a:extLst>
                <a:ext uri="{FF2B5EF4-FFF2-40B4-BE49-F238E27FC236}">
                  <a16:creationId xmlns:a16="http://schemas.microsoft.com/office/drawing/2014/main" id="{1ADDF99E-6471-3E6F-9CCE-0D50753C7837}"/>
                </a:ext>
              </a:extLst>
            </p:cNvPr>
            <p:cNvSpPr/>
            <p:nvPr/>
          </p:nvSpPr>
          <p:spPr>
            <a:xfrm>
              <a:off x="5920287" y="1673971"/>
              <a:ext cx="32706" cy="53869"/>
            </a:xfrm>
            <a:custGeom>
              <a:avLst/>
              <a:gdLst/>
              <a:ahLst/>
              <a:cxnLst/>
              <a:rect l="l" t="t" r="r" b="b"/>
              <a:pathLst>
                <a:path w="1020" h="1680" extrusionOk="0">
                  <a:moveTo>
                    <a:pt x="1020" y="76"/>
                  </a:moveTo>
                  <a:cubicBezTo>
                    <a:pt x="1014" y="76"/>
                    <a:pt x="1009" y="76"/>
                    <a:pt x="1003" y="76"/>
                  </a:cubicBezTo>
                  <a:lnTo>
                    <a:pt x="1003" y="76"/>
                  </a:lnTo>
                  <a:cubicBezTo>
                    <a:pt x="1014" y="86"/>
                    <a:pt x="1020" y="92"/>
                    <a:pt x="1020" y="92"/>
                  </a:cubicBezTo>
                  <a:lnTo>
                    <a:pt x="1020" y="76"/>
                  </a:lnTo>
                  <a:close/>
                  <a:moveTo>
                    <a:pt x="796" y="0"/>
                  </a:moveTo>
                  <a:cubicBezTo>
                    <a:pt x="717" y="0"/>
                    <a:pt x="619" y="27"/>
                    <a:pt x="502" y="109"/>
                  </a:cubicBezTo>
                  <a:cubicBezTo>
                    <a:pt x="51" y="443"/>
                    <a:pt x="1" y="1680"/>
                    <a:pt x="452" y="1680"/>
                  </a:cubicBezTo>
                  <a:cubicBezTo>
                    <a:pt x="920" y="1680"/>
                    <a:pt x="936" y="911"/>
                    <a:pt x="619" y="827"/>
                  </a:cubicBezTo>
                  <a:cubicBezTo>
                    <a:pt x="552" y="811"/>
                    <a:pt x="485" y="794"/>
                    <a:pt x="418" y="794"/>
                  </a:cubicBezTo>
                  <a:cubicBezTo>
                    <a:pt x="418" y="794"/>
                    <a:pt x="484" y="91"/>
                    <a:pt x="1003" y="76"/>
                  </a:cubicBezTo>
                  <a:lnTo>
                    <a:pt x="1003" y="76"/>
                  </a:lnTo>
                  <a:cubicBezTo>
                    <a:pt x="973" y="49"/>
                    <a:pt x="903" y="0"/>
                    <a:pt x="796"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033;p67">
              <a:extLst>
                <a:ext uri="{FF2B5EF4-FFF2-40B4-BE49-F238E27FC236}">
                  <a16:creationId xmlns:a16="http://schemas.microsoft.com/office/drawing/2014/main" id="{FF4A2D6A-2064-0EC6-9F46-C9FF1AC7E5B8}"/>
                </a:ext>
              </a:extLst>
            </p:cNvPr>
            <p:cNvSpPr/>
            <p:nvPr/>
          </p:nvSpPr>
          <p:spPr>
            <a:xfrm>
              <a:off x="5742967" y="1659766"/>
              <a:ext cx="40723" cy="20393"/>
            </a:xfrm>
            <a:custGeom>
              <a:avLst/>
              <a:gdLst/>
              <a:ahLst/>
              <a:cxnLst/>
              <a:rect l="l" t="t" r="r" b="b"/>
              <a:pathLst>
                <a:path w="1270" h="636" extrusionOk="0">
                  <a:moveTo>
                    <a:pt x="641" y="1"/>
                  </a:moveTo>
                  <a:cubicBezTo>
                    <a:pt x="372" y="1"/>
                    <a:pt x="100" y="176"/>
                    <a:pt x="0" y="418"/>
                  </a:cubicBezTo>
                  <a:cubicBezTo>
                    <a:pt x="119" y="395"/>
                    <a:pt x="239" y="384"/>
                    <a:pt x="359" y="384"/>
                  </a:cubicBezTo>
                  <a:cubicBezTo>
                    <a:pt x="676" y="384"/>
                    <a:pt x="991" y="466"/>
                    <a:pt x="1270" y="636"/>
                  </a:cubicBezTo>
                  <a:cubicBezTo>
                    <a:pt x="1178" y="176"/>
                    <a:pt x="911" y="1"/>
                    <a:pt x="641" y="1"/>
                  </a:cubicBezTo>
                  <a:close/>
                </a:path>
              </a:pathLst>
            </a:custGeom>
            <a:solidFill>
              <a:srgbClr val="ED30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034;p67">
              <a:extLst>
                <a:ext uri="{FF2B5EF4-FFF2-40B4-BE49-F238E27FC236}">
                  <a16:creationId xmlns:a16="http://schemas.microsoft.com/office/drawing/2014/main" id="{C140FDC8-1F73-770C-27C7-67FED5959BDC}"/>
                </a:ext>
              </a:extLst>
            </p:cNvPr>
            <p:cNvSpPr/>
            <p:nvPr/>
          </p:nvSpPr>
          <p:spPr>
            <a:xfrm>
              <a:off x="5749380" y="1692985"/>
              <a:ext cx="23600" cy="23600"/>
            </a:xfrm>
            <a:custGeom>
              <a:avLst/>
              <a:gdLst/>
              <a:ahLst/>
              <a:cxnLst/>
              <a:rect l="l" t="t" r="r" b="b"/>
              <a:pathLst>
                <a:path w="736" h="736" extrusionOk="0">
                  <a:moveTo>
                    <a:pt x="368" y="1"/>
                  </a:moveTo>
                  <a:cubicBezTo>
                    <a:pt x="168" y="1"/>
                    <a:pt x="1" y="168"/>
                    <a:pt x="1" y="368"/>
                  </a:cubicBezTo>
                  <a:cubicBezTo>
                    <a:pt x="1" y="402"/>
                    <a:pt x="17" y="435"/>
                    <a:pt x="17" y="468"/>
                  </a:cubicBezTo>
                  <a:cubicBezTo>
                    <a:pt x="34" y="535"/>
                    <a:pt x="67" y="585"/>
                    <a:pt x="117" y="635"/>
                  </a:cubicBezTo>
                  <a:lnTo>
                    <a:pt x="201" y="686"/>
                  </a:lnTo>
                  <a:cubicBezTo>
                    <a:pt x="251" y="719"/>
                    <a:pt x="318" y="736"/>
                    <a:pt x="385" y="736"/>
                  </a:cubicBezTo>
                  <a:cubicBezTo>
                    <a:pt x="435" y="736"/>
                    <a:pt x="468" y="736"/>
                    <a:pt x="518" y="702"/>
                  </a:cubicBezTo>
                  <a:cubicBezTo>
                    <a:pt x="652" y="635"/>
                    <a:pt x="736" y="502"/>
                    <a:pt x="736" y="351"/>
                  </a:cubicBezTo>
                  <a:cubicBezTo>
                    <a:pt x="736" y="335"/>
                    <a:pt x="736" y="301"/>
                    <a:pt x="736" y="268"/>
                  </a:cubicBezTo>
                  <a:cubicBezTo>
                    <a:pt x="702" y="201"/>
                    <a:pt x="669" y="151"/>
                    <a:pt x="635" y="101"/>
                  </a:cubicBezTo>
                  <a:lnTo>
                    <a:pt x="552" y="34"/>
                  </a:lnTo>
                  <a:cubicBezTo>
                    <a:pt x="485" y="17"/>
                    <a:pt x="435" y="1"/>
                    <a:pt x="368"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035;p67">
              <a:extLst>
                <a:ext uri="{FF2B5EF4-FFF2-40B4-BE49-F238E27FC236}">
                  <a16:creationId xmlns:a16="http://schemas.microsoft.com/office/drawing/2014/main" id="{A8BEA3B3-421A-67C7-2EDD-1B8789945FD3}"/>
                </a:ext>
              </a:extLst>
            </p:cNvPr>
            <p:cNvSpPr/>
            <p:nvPr/>
          </p:nvSpPr>
          <p:spPr>
            <a:xfrm>
              <a:off x="5728474" y="1770134"/>
              <a:ext cx="48803" cy="23792"/>
            </a:xfrm>
            <a:custGeom>
              <a:avLst/>
              <a:gdLst/>
              <a:ahLst/>
              <a:cxnLst/>
              <a:rect l="l" t="t" r="r" b="b"/>
              <a:pathLst>
                <a:path w="1522" h="742" extrusionOk="0">
                  <a:moveTo>
                    <a:pt x="1521" y="1"/>
                  </a:moveTo>
                  <a:cubicBezTo>
                    <a:pt x="1287" y="101"/>
                    <a:pt x="1037" y="168"/>
                    <a:pt x="786" y="201"/>
                  </a:cubicBezTo>
                  <a:cubicBezTo>
                    <a:pt x="352" y="251"/>
                    <a:pt x="1" y="268"/>
                    <a:pt x="1" y="268"/>
                  </a:cubicBezTo>
                  <a:cubicBezTo>
                    <a:pt x="1" y="268"/>
                    <a:pt x="312" y="741"/>
                    <a:pt x="752" y="741"/>
                  </a:cubicBezTo>
                  <a:cubicBezTo>
                    <a:pt x="780" y="741"/>
                    <a:pt x="808" y="740"/>
                    <a:pt x="836" y="736"/>
                  </a:cubicBezTo>
                  <a:cubicBezTo>
                    <a:pt x="1204" y="669"/>
                    <a:pt x="1488" y="385"/>
                    <a:pt x="15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a:extLst>
              <a:ext uri="{FF2B5EF4-FFF2-40B4-BE49-F238E27FC236}">
                <a16:creationId xmlns:a16="http://schemas.microsoft.com/office/drawing/2014/main" id="{ED7D0E5A-6C6A-4F41-D38D-E8E516F75B23}"/>
              </a:ext>
            </a:extLst>
          </p:cNvPr>
          <p:cNvSpPr txBox="1"/>
          <p:nvPr/>
        </p:nvSpPr>
        <p:spPr>
          <a:xfrm>
            <a:off x="2018433" y="1267583"/>
            <a:ext cx="9773891" cy="5078313"/>
          </a:xfrm>
          <a:prstGeom prst="rect">
            <a:avLst/>
          </a:prstGeom>
          <a:noFill/>
        </p:spPr>
        <p:txBody>
          <a:bodyPr wrap="square">
            <a:spAutoFit/>
          </a:bodyPr>
          <a:lstStyle/>
          <a:p>
            <a:pPr marL="285750" indent="-285750">
              <a:buClr>
                <a:srgbClr val="1A5854"/>
              </a:buClr>
              <a:buFont typeface="Wingdings" panose="05000000000000000000" pitchFamily="2" charset="2"/>
              <a:buChar char="ü"/>
            </a:pPr>
            <a:r>
              <a:rPr lang="en-US" dirty="0"/>
              <a:t>High-incidence states such as Sokoto, Kebbi, and Niger should receive targeted public health interventions, including mosquito net distribution, sanitation programs, and improved access to clean water.</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States with extremely high cholera mortality rates should strengthen emergency healthcare response by improving early diagnosis, treatment availability, and rapid medical intervention.</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Healthcare infrastructure should be expanded in both urban and rural areas since disease occurrence is almost evenly distributed across the two settlement types.</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Vaccination and disease control programs should be intensified to reduce the rising death rates observed in diseases such as measles and viral hemorrhagic fever.</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Public health education campaigns should focus on young adults and adults, as they show the highest incidence of some disease e.g., diarrhea.</a:t>
            </a:r>
          </a:p>
          <a:p>
            <a:pPr marL="285750" indent="-285750">
              <a:buClr>
                <a:srgbClr val="1A5854"/>
              </a:buClr>
              <a:buFont typeface="Wingdings" panose="05000000000000000000" pitchFamily="2" charset="2"/>
              <a:buChar char="ü"/>
            </a:pPr>
            <a:endParaRPr lang="en-US" dirty="0"/>
          </a:p>
          <a:p>
            <a:pPr marL="285750" indent="-285750">
              <a:buClr>
                <a:srgbClr val="1A5854"/>
              </a:buClr>
              <a:buFont typeface="Wingdings" panose="05000000000000000000" pitchFamily="2" charset="2"/>
              <a:buChar char="ü"/>
            </a:pPr>
            <a:r>
              <a:rPr lang="en-US" dirty="0"/>
              <a:t>Health authorities should implement stronger disease surveillance and early warning systems to detect and respond quickly to outbreaks such as the spike in meningitis cases.</a:t>
            </a:r>
          </a:p>
        </p:txBody>
      </p:sp>
    </p:spTree>
    <p:extLst>
      <p:ext uri="{BB962C8B-B14F-4D97-AF65-F5344CB8AC3E}">
        <p14:creationId xmlns:p14="http://schemas.microsoft.com/office/powerpoint/2010/main" val="2634168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FC1C7-0562-EA3E-9F60-BB6A5D9EAB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35DB21-5252-D4FC-60E4-8426FE8D3C15}"/>
              </a:ext>
            </a:extLst>
          </p:cNvPr>
          <p:cNvSpPr txBox="1"/>
          <p:nvPr/>
        </p:nvSpPr>
        <p:spPr>
          <a:xfrm>
            <a:off x="2980232" y="1245071"/>
            <a:ext cx="1980314" cy="769441"/>
          </a:xfrm>
          <a:prstGeom prst="rect">
            <a:avLst/>
          </a:prstGeom>
          <a:noFill/>
        </p:spPr>
        <p:txBody>
          <a:bodyPr wrap="square">
            <a:spAutoFit/>
          </a:bodyPr>
          <a:lstStyle/>
          <a:p>
            <a:pPr algn="ctr"/>
            <a:r>
              <a:rPr lang="en-US" sz="4400" dirty="0">
                <a:solidFill>
                  <a:srgbClr val="20B2AA"/>
                </a:solidFill>
                <a:latin typeface="Bodoni MT Condensed" panose="02070606080606020203" pitchFamily="18" charset="0"/>
              </a:rPr>
              <a:t>Conclusion</a:t>
            </a:r>
            <a:endParaRPr lang="en-US" sz="4400" dirty="0"/>
          </a:p>
        </p:txBody>
      </p:sp>
      <p:grpSp>
        <p:nvGrpSpPr>
          <p:cNvPr id="14" name="Google Shape;1798;p64">
            <a:extLst>
              <a:ext uri="{FF2B5EF4-FFF2-40B4-BE49-F238E27FC236}">
                <a16:creationId xmlns:a16="http://schemas.microsoft.com/office/drawing/2014/main" id="{30595BB9-7BC6-BE9B-E9F2-756AE67DCC03}"/>
              </a:ext>
            </a:extLst>
          </p:cNvPr>
          <p:cNvGrpSpPr/>
          <p:nvPr/>
        </p:nvGrpSpPr>
        <p:grpSpPr>
          <a:xfrm>
            <a:off x="9136067" y="1363230"/>
            <a:ext cx="2588100" cy="5238775"/>
            <a:chOff x="2507125" y="238100"/>
            <a:chExt cx="2588100" cy="5238775"/>
          </a:xfrm>
        </p:grpSpPr>
        <p:sp>
          <p:nvSpPr>
            <p:cNvPr id="15" name="Google Shape;1799;p64">
              <a:extLst>
                <a:ext uri="{FF2B5EF4-FFF2-40B4-BE49-F238E27FC236}">
                  <a16:creationId xmlns:a16="http://schemas.microsoft.com/office/drawing/2014/main" id="{3619073F-193F-4ECA-D45F-2DD1B4744FEF}"/>
                </a:ext>
              </a:extLst>
            </p:cNvPr>
            <p:cNvSpPr/>
            <p:nvPr/>
          </p:nvSpPr>
          <p:spPr>
            <a:xfrm>
              <a:off x="3798025" y="260400"/>
              <a:ext cx="689850" cy="1216925"/>
            </a:xfrm>
            <a:custGeom>
              <a:avLst/>
              <a:gdLst/>
              <a:ahLst/>
              <a:cxnLst/>
              <a:rect l="l" t="t" r="r" b="b"/>
              <a:pathLst>
                <a:path w="27594" h="48677" extrusionOk="0">
                  <a:moveTo>
                    <a:pt x="12485" y="1"/>
                  </a:moveTo>
                  <a:cubicBezTo>
                    <a:pt x="8453" y="1"/>
                    <a:pt x="4728" y="2644"/>
                    <a:pt x="3322" y="6638"/>
                  </a:cubicBezTo>
                  <a:cubicBezTo>
                    <a:pt x="2799" y="8185"/>
                    <a:pt x="2458" y="9800"/>
                    <a:pt x="2321" y="11461"/>
                  </a:cubicBezTo>
                  <a:cubicBezTo>
                    <a:pt x="2162" y="13258"/>
                    <a:pt x="1843" y="15010"/>
                    <a:pt x="547" y="16420"/>
                  </a:cubicBezTo>
                  <a:cubicBezTo>
                    <a:pt x="342" y="16647"/>
                    <a:pt x="183" y="16898"/>
                    <a:pt x="69" y="17171"/>
                  </a:cubicBezTo>
                  <a:cubicBezTo>
                    <a:pt x="1" y="17421"/>
                    <a:pt x="183" y="17694"/>
                    <a:pt x="456" y="17694"/>
                  </a:cubicBezTo>
                  <a:cubicBezTo>
                    <a:pt x="797" y="17648"/>
                    <a:pt x="1138" y="17580"/>
                    <a:pt x="1479" y="17512"/>
                  </a:cubicBezTo>
                  <a:cubicBezTo>
                    <a:pt x="1810" y="17441"/>
                    <a:pt x="2038" y="17393"/>
                    <a:pt x="2203" y="17393"/>
                  </a:cubicBezTo>
                  <a:cubicBezTo>
                    <a:pt x="2570" y="17393"/>
                    <a:pt x="2619" y="17636"/>
                    <a:pt x="2776" y="18422"/>
                  </a:cubicBezTo>
                  <a:cubicBezTo>
                    <a:pt x="2981" y="19445"/>
                    <a:pt x="3208" y="20469"/>
                    <a:pt x="3413" y="21493"/>
                  </a:cubicBezTo>
                  <a:cubicBezTo>
                    <a:pt x="3686" y="22766"/>
                    <a:pt x="4050" y="23381"/>
                    <a:pt x="5074" y="24154"/>
                  </a:cubicBezTo>
                  <a:cubicBezTo>
                    <a:pt x="5910" y="24790"/>
                    <a:pt x="6673" y="24823"/>
                    <a:pt x="7580" y="24823"/>
                  </a:cubicBezTo>
                  <a:cubicBezTo>
                    <a:pt x="7683" y="24823"/>
                    <a:pt x="7789" y="24822"/>
                    <a:pt x="7896" y="24822"/>
                  </a:cubicBezTo>
                  <a:cubicBezTo>
                    <a:pt x="8127" y="24822"/>
                    <a:pt x="8368" y="24824"/>
                    <a:pt x="8622" y="24836"/>
                  </a:cubicBezTo>
                  <a:cubicBezTo>
                    <a:pt x="8736" y="24859"/>
                    <a:pt x="8827" y="24859"/>
                    <a:pt x="8918" y="24859"/>
                  </a:cubicBezTo>
                  <a:cubicBezTo>
                    <a:pt x="9737" y="24950"/>
                    <a:pt x="9759" y="24927"/>
                    <a:pt x="9850" y="25701"/>
                  </a:cubicBezTo>
                  <a:cubicBezTo>
                    <a:pt x="9964" y="26633"/>
                    <a:pt x="9987" y="29295"/>
                    <a:pt x="10123" y="30228"/>
                  </a:cubicBezTo>
                  <a:cubicBezTo>
                    <a:pt x="10237" y="30978"/>
                    <a:pt x="10078" y="31501"/>
                    <a:pt x="9373" y="31820"/>
                  </a:cubicBezTo>
                  <a:cubicBezTo>
                    <a:pt x="8986" y="32002"/>
                    <a:pt x="8941" y="32343"/>
                    <a:pt x="9077" y="32730"/>
                  </a:cubicBezTo>
                  <a:cubicBezTo>
                    <a:pt x="9145" y="32957"/>
                    <a:pt x="9214" y="33208"/>
                    <a:pt x="9282" y="33435"/>
                  </a:cubicBezTo>
                  <a:cubicBezTo>
                    <a:pt x="10123" y="36142"/>
                    <a:pt x="10942" y="38872"/>
                    <a:pt x="11830" y="41579"/>
                  </a:cubicBezTo>
                  <a:cubicBezTo>
                    <a:pt x="12489" y="43671"/>
                    <a:pt x="13217" y="45741"/>
                    <a:pt x="13945" y="47811"/>
                  </a:cubicBezTo>
                  <a:cubicBezTo>
                    <a:pt x="14059" y="48153"/>
                    <a:pt x="14104" y="48676"/>
                    <a:pt x="14605" y="48676"/>
                  </a:cubicBezTo>
                  <a:cubicBezTo>
                    <a:pt x="14615" y="48676"/>
                    <a:pt x="14625" y="48677"/>
                    <a:pt x="14635" y="48677"/>
                  </a:cubicBezTo>
                  <a:cubicBezTo>
                    <a:pt x="15020" y="48677"/>
                    <a:pt x="15133" y="48259"/>
                    <a:pt x="15310" y="47993"/>
                  </a:cubicBezTo>
                  <a:cubicBezTo>
                    <a:pt x="17198" y="45036"/>
                    <a:pt x="19313" y="42261"/>
                    <a:pt x="21611" y="39622"/>
                  </a:cubicBezTo>
                  <a:cubicBezTo>
                    <a:pt x="22111" y="39076"/>
                    <a:pt x="22589" y="38508"/>
                    <a:pt x="23067" y="37916"/>
                  </a:cubicBezTo>
                  <a:cubicBezTo>
                    <a:pt x="24318" y="36301"/>
                    <a:pt x="25546" y="34663"/>
                    <a:pt x="26797" y="33048"/>
                  </a:cubicBezTo>
                  <a:cubicBezTo>
                    <a:pt x="27025" y="32753"/>
                    <a:pt x="27594" y="31729"/>
                    <a:pt x="27252" y="31547"/>
                  </a:cubicBezTo>
                  <a:cubicBezTo>
                    <a:pt x="26934" y="31388"/>
                    <a:pt x="26160" y="30819"/>
                    <a:pt x="25842" y="30705"/>
                  </a:cubicBezTo>
                  <a:cubicBezTo>
                    <a:pt x="24773" y="30273"/>
                    <a:pt x="23271" y="30910"/>
                    <a:pt x="22999" y="29841"/>
                  </a:cubicBezTo>
                  <a:cubicBezTo>
                    <a:pt x="22862" y="29363"/>
                    <a:pt x="22453" y="28635"/>
                    <a:pt x="22430" y="28135"/>
                  </a:cubicBezTo>
                  <a:cubicBezTo>
                    <a:pt x="22225" y="25291"/>
                    <a:pt x="22020" y="22721"/>
                    <a:pt x="21861" y="19900"/>
                  </a:cubicBezTo>
                  <a:cubicBezTo>
                    <a:pt x="21702" y="17512"/>
                    <a:pt x="22635" y="14828"/>
                    <a:pt x="22544" y="12416"/>
                  </a:cubicBezTo>
                  <a:cubicBezTo>
                    <a:pt x="22475" y="10233"/>
                    <a:pt x="22043" y="8049"/>
                    <a:pt x="21224" y="6001"/>
                  </a:cubicBezTo>
                  <a:cubicBezTo>
                    <a:pt x="19905" y="2703"/>
                    <a:pt x="17471" y="656"/>
                    <a:pt x="13900" y="110"/>
                  </a:cubicBezTo>
                  <a:cubicBezTo>
                    <a:pt x="13426" y="36"/>
                    <a:pt x="12953" y="1"/>
                    <a:pt x="12485"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800;p64">
              <a:extLst>
                <a:ext uri="{FF2B5EF4-FFF2-40B4-BE49-F238E27FC236}">
                  <a16:creationId xmlns:a16="http://schemas.microsoft.com/office/drawing/2014/main" id="{263AB73A-B07E-FEA9-1977-E70F897A9CE3}"/>
                </a:ext>
              </a:extLst>
            </p:cNvPr>
            <p:cNvSpPr/>
            <p:nvPr/>
          </p:nvSpPr>
          <p:spPr>
            <a:xfrm>
              <a:off x="3780975" y="238100"/>
              <a:ext cx="660825" cy="533125"/>
            </a:xfrm>
            <a:custGeom>
              <a:avLst/>
              <a:gdLst/>
              <a:ahLst/>
              <a:cxnLst/>
              <a:rect l="l" t="t" r="r" b="b"/>
              <a:pathLst>
                <a:path w="26433" h="21325" extrusionOk="0">
                  <a:moveTo>
                    <a:pt x="16077" y="1"/>
                  </a:moveTo>
                  <a:cubicBezTo>
                    <a:pt x="16049" y="1"/>
                    <a:pt x="16020" y="1"/>
                    <a:pt x="15992" y="1"/>
                  </a:cubicBezTo>
                  <a:cubicBezTo>
                    <a:pt x="12966" y="24"/>
                    <a:pt x="9918" y="69"/>
                    <a:pt x="6893" y="92"/>
                  </a:cubicBezTo>
                  <a:cubicBezTo>
                    <a:pt x="6837" y="91"/>
                    <a:pt x="6781" y="91"/>
                    <a:pt x="6725" y="91"/>
                  </a:cubicBezTo>
                  <a:cubicBezTo>
                    <a:pt x="5327" y="91"/>
                    <a:pt x="3952" y="364"/>
                    <a:pt x="2662" y="911"/>
                  </a:cubicBezTo>
                  <a:cubicBezTo>
                    <a:pt x="1001" y="1639"/>
                    <a:pt x="114" y="2913"/>
                    <a:pt x="46" y="4732"/>
                  </a:cubicBezTo>
                  <a:cubicBezTo>
                    <a:pt x="0" y="5961"/>
                    <a:pt x="410" y="7144"/>
                    <a:pt x="1183" y="8054"/>
                  </a:cubicBezTo>
                  <a:cubicBezTo>
                    <a:pt x="2457" y="9623"/>
                    <a:pt x="4186" y="10328"/>
                    <a:pt x="6165" y="10397"/>
                  </a:cubicBezTo>
                  <a:cubicBezTo>
                    <a:pt x="6240" y="10398"/>
                    <a:pt x="6315" y="10399"/>
                    <a:pt x="6389" y="10399"/>
                  </a:cubicBezTo>
                  <a:cubicBezTo>
                    <a:pt x="7657" y="10399"/>
                    <a:pt x="8921" y="10217"/>
                    <a:pt x="10146" y="9873"/>
                  </a:cubicBezTo>
                  <a:cubicBezTo>
                    <a:pt x="10350" y="9822"/>
                    <a:pt x="10568" y="9720"/>
                    <a:pt x="10798" y="9720"/>
                  </a:cubicBezTo>
                  <a:cubicBezTo>
                    <a:pt x="10875" y="9720"/>
                    <a:pt x="10953" y="9731"/>
                    <a:pt x="11033" y="9760"/>
                  </a:cubicBezTo>
                  <a:cubicBezTo>
                    <a:pt x="11306" y="10192"/>
                    <a:pt x="11283" y="10715"/>
                    <a:pt x="11351" y="11193"/>
                  </a:cubicBezTo>
                  <a:cubicBezTo>
                    <a:pt x="11488" y="12080"/>
                    <a:pt x="11579" y="12967"/>
                    <a:pt x="11693" y="13854"/>
                  </a:cubicBezTo>
                  <a:cubicBezTo>
                    <a:pt x="11715" y="14104"/>
                    <a:pt x="11761" y="14355"/>
                    <a:pt x="11829" y="14582"/>
                  </a:cubicBezTo>
                  <a:cubicBezTo>
                    <a:pt x="11870" y="14906"/>
                    <a:pt x="12162" y="15139"/>
                    <a:pt x="12482" y="15139"/>
                  </a:cubicBezTo>
                  <a:cubicBezTo>
                    <a:pt x="12522" y="15139"/>
                    <a:pt x="12562" y="15136"/>
                    <a:pt x="12602" y="15128"/>
                  </a:cubicBezTo>
                  <a:cubicBezTo>
                    <a:pt x="12739" y="15105"/>
                    <a:pt x="12898" y="15083"/>
                    <a:pt x="13035" y="15060"/>
                  </a:cubicBezTo>
                  <a:cubicBezTo>
                    <a:pt x="14331" y="14832"/>
                    <a:pt x="14582" y="14855"/>
                    <a:pt x="14718" y="13445"/>
                  </a:cubicBezTo>
                  <a:cubicBezTo>
                    <a:pt x="14741" y="13149"/>
                    <a:pt x="14786" y="12853"/>
                    <a:pt x="14900" y="12580"/>
                  </a:cubicBezTo>
                  <a:cubicBezTo>
                    <a:pt x="14991" y="12239"/>
                    <a:pt x="15150" y="11921"/>
                    <a:pt x="15378" y="11648"/>
                  </a:cubicBezTo>
                  <a:cubicBezTo>
                    <a:pt x="15669" y="11303"/>
                    <a:pt x="16011" y="11132"/>
                    <a:pt x="16346" y="11132"/>
                  </a:cubicBezTo>
                  <a:cubicBezTo>
                    <a:pt x="16718" y="11132"/>
                    <a:pt x="17081" y="11343"/>
                    <a:pt x="17357" y="11761"/>
                  </a:cubicBezTo>
                  <a:cubicBezTo>
                    <a:pt x="17630" y="12125"/>
                    <a:pt x="17789" y="12535"/>
                    <a:pt x="17880" y="12990"/>
                  </a:cubicBezTo>
                  <a:cubicBezTo>
                    <a:pt x="17994" y="13627"/>
                    <a:pt x="18130" y="14264"/>
                    <a:pt x="18221" y="14901"/>
                  </a:cubicBezTo>
                  <a:cubicBezTo>
                    <a:pt x="18358" y="15742"/>
                    <a:pt x="18426" y="16584"/>
                    <a:pt x="18585" y="17403"/>
                  </a:cubicBezTo>
                  <a:cubicBezTo>
                    <a:pt x="18835" y="18540"/>
                    <a:pt x="19222" y="19609"/>
                    <a:pt x="20064" y="20474"/>
                  </a:cubicBezTo>
                  <a:cubicBezTo>
                    <a:pt x="20581" y="21030"/>
                    <a:pt x="21291" y="21325"/>
                    <a:pt x="22005" y="21325"/>
                  </a:cubicBezTo>
                  <a:cubicBezTo>
                    <a:pt x="22516" y="21325"/>
                    <a:pt x="23030" y="21174"/>
                    <a:pt x="23476" y="20860"/>
                  </a:cubicBezTo>
                  <a:cubicBezTo>
                    <a:pt x="23863" y="20610"/>
                    <a:pt x="24181" y="20315"/>
                    <a:pt x="24454" y="19951"/>
                  </a:cubicBezTo>
                  <a:cubicBezTo>
                    <a:pt x="25159" y="19086"/>
                    <a:pt x="25614" y="18085"/>
                    <a:pt x="25819" y="16993"/>
                  </a:cubicBezTo>
                  <a:cubicBezTo>
                    <a:pt x="26001" y="15924"/>
                    <a:pt x="26137" y="14832"/>
                    <a:pt x="26205" y="13740"/>
                  </a:cubicBezTo>
                  <a:cubicBezTo>
                    <a:pt x="26433" y="10055"/>
                    <a:pt x="25318" y="6439"/>
                    <a:pt x="23089" y="3504"/>
                  </a:cubicBezTo>
                  <a:cubicBezTo>
                    <a:pt x="21354" y="1161"/>
                    <a:pt x="18995" y="1"/>
                    <a:pt x="16077"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01;p64">
              <a:extLst>
                <a:ext uri="{FF2B5EF4-FFF2-40B4-BE49-F238E27FC236}">
                  <a16:creationId xmlns:a16="http://schemas.microsoft.com/office/drawing/2014/main" id="{71033D21-ECAB-7FFA-EAA1-B2098E137067}"/>
                </a:ext>
              </a:extLst>
            </p:cNvPr>
            <p:cNvSpPr/>
            <p:nvPr/>
          </p:nvSpPr>
          <p:spPr>
            <a:xfrm>
              <a:off x="3907225" y="603625"/>
              <a:ext cx="39825" cy="39975"/>
            </a:xfrm>
            <a:custGeom>
              <a:avLst/>
              <a:gdLst/>
              <a:ahLst/>
              <a:cxnLst/>
              <a:rect l="l" t="t" r="r" b="b"/>
              <a:pathLst>
                <a:path w="1593" h="1599" extrusionOk="0">
                  <a:moveTo>
                    <a:pt x="848" y="1"/>
                  </a:moveTo>
                  <a:cubicBezTo>
                    <a:pt x="823" y="1"/>
                    <a:pt x="798" y="3"/>
                    <a:pt x="774" y="7"/>
                  </a:cubicBezTo>
                  <a:cubicBezTo>
                    <a:pt x="569" y="7"/>
                    <a:pt x="364" y="98"/>
                    <a:pt x="228" y="234"/>
                  </a:cubicBezTo>
                  <a:cubicBezTo>
                    <a:pt x="137" y="325"/>
                    <a:pt x="91" y="416"/>
                    <a:pt x="69" y="507"/>
                  </a:cubicBezTo>
                  <a:cubicBezTo>
                    <a:pt x="23" y="598"/>
                    <a:pt x="0" y="712"/>
                    <a:pt x="0" y="826"/>
                  </a:cubicBezTo>
                  <a:lnTo>
                    <a:pt x="23" y="1008"/>
                  </a:lnTo>
                  <a:cubicBezTo>
                    <a:pt x="69" y="1144"/>
                    <a:pt x="137" y="1281"/>
                    <a:pt x="251" y="1371"/>
                  </a:cubicBezTo>
                  <a:lnTo>
                    <a:pt x="433" y="1508"/>
                  </a:lnTo>
                  <a:cubicBezTo>
                    <a:pt x="546" y="1576"/>
                    <a:pt x="683" y="1599"/>
                    <a:pt x="819" y="1599"/>
                  </a:cubicBezTo>
                  <a:cubicBezTo>
                    <a:pt x="933" y="1599"/>
                    <a:pt x="1024" y="1576"/>
                    <a:pt x="1115" y="1531"/>
                  </a:cubicBezTo>
                  <a:cubicBezTo>
                    <a:pt x="1229" y="1485"/>
                    <a:pt x="1320" y="1440"/>
                    <a:pt x="1388" y="1349"/>
                  </a:cubicBezTo>
                  <a:cubicBezTo>
                    <a:pt x="1524" y="1190"/>
                    <a:pt x="1593" y="985"/>
                    <a:pt x="1593" y="780"/>
                  </a:cubicBezTo>
                  <a:lnTo>
                    <a:pt x="1570" y="575"/>
                  </a:lnTo>
                  <a:cubicBezTo>
                    <a:pt x="1524" y="439"/>
                    <a:pt x="1456" y="325"/>
                    <a:pt x="1342" y="211"/>
                  </a:cubicBezTo>
                  <a:lnTo>
                    <a:pt x="1183" y="98"/>
                  </a:lnTo>
                  <a:cubicBezTo>
                    <a:pt x="1090" y="41"/>
                    <a:pt x="965" y="1"/>
                    <a:pt x="848"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02;p64">
              <a:extLst>
                <a:ext uri="{FF2B5EF4-FFF2-40B4-BE49-F238E27FC236}">
                  <a16:creationId xmlns:a16="http://schemas.microsoft.com/office/drawing/2014/main" id="{D8F6477A-18CE-4DC3-EA21-BBE5B2AA6D3A}"/>
                </a:ext>
              </a:extLst>
            </p:cNvPr>
            <p:cNvSpPr/>
            <p:nvPr/>
          </p:nvSpPr>
          <p:spPr>
            <a:xfrm>
              <a:off x="3906075" y="736275"/>
              <a:ext cx="81925" cy="39075"/>
            </a:xfrm>
            <a:custGeom>
              <a:avLst/>
              <a:gdLst/>
              <a:ahLst/>
              <a:cxnLst/>
              <a:rect l="l" t="t" r="r" b="b"/>
              <a:pathLst>
                <a:path w="3277" h="1563" extrusionOk="0">
                  <a:moveTo>
                    <a:pt x="3276" y="1"/>
                  </a:moveTo>
                  <a:lnTo>
                    <a:pt x="3276" y="1"/>
                  </a:lnTo>
                  <a:cubicBezTo>
                    <a:pt x="2776" y="206"/>
                    <a:pt x="2230" y="365"/>
                    <a:pt x="1707" y="410"/>
                  </a:cubicBezTo>
                  <a:cubicBezTo>
                    <a:pt x="729" y="547"/>
                    <a:pt x="1" y="570"/>
                    <a:pt x="1" y="570"/>
                  </a:cubicBezTo>
                  <a:cubicBezTo>
                    <a:pt x="1" y="570"/>
                    <a:pt x="676" y="1563"/>
                    <a:pt x="1600" y="1563"/>
                  </a:cubicBezTo>
                  <a:cubicBezTo>
                    <a:pt x="1665" y="1563"/>
                    <a:pt x="1731" y="1558"/>
                    <a:pt x="1798" y="1548"/>
                  </a:cubicBezTo>
                  <a:cubicBezTo>
                    <a:pt x="3163" y="1366"/>
                    <a:pt x="3276" y="1"/>
                    <a:pt x="32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03;p64">
              <a:extLst>
                <a:ext uri="{FF2B5EF4-FFF2-40B4-BE49-F238E27FC236}">
                  <a16:creationId xmlns:a16="http://schemas.microsoft.com/office/drawing/2014/main" id="{8C93F1F2-A099-5A40-DDC9-BA8E7A3656FC}"/>
                </a:ext>
              </a:extLst>
            </p:cNvPr>
            <p:cNvSpPr/>
            <p:nvPr/>
          </p:nvSpPr>
          <p:spPr>
            <a:xfrm>
              <a:off x="3903250" y="563400"/>
              <a:ext cx="63700" cy="31300"/>
            </a:xfrm>
            <a:custGeom>
              <a:avLst/>
              <a:gdLst/>
              <a:ahLst/>
              <a:cxnLst/>
              <a:rect l="l" t="t" r="r" b="b"/>
              <a:pathLst>
                <a:path w="2548" h="1252" extrusionOk="0">
                  <a:moveTo>
                    <a:pt x="1274" y="1"/>
                  </a:moveTo>
                  <a:cubicBezTo>
                    <a:pt x="569" y="1"/>
                    <a:pt x="0" y="842"/>
                    <a:pt x="0" y="842"/>
                  </a:cubicBezTo>
                  <a:cubicBezTo>
                    <a:pt x="283" y="748"/>
                    <a:pt x="576" y="697"/>
                    <a:pt x="873" y="697"/>
                  </a:cubicBezTo>
                  <a:cubicBezTo>
                    <a:pt x="1006" y="697"/>
                    <a:pt x="1140" y="707"/>
                    <a:pt x="1274" y="728"/>
                  </a:cubicBezTo>
                  <a:cubicBezTo>
                    <a:pt x="1729" y="842"/>
                    <a:pt x="2161" y="1024"/>
                    <a:pt x="2548" y="1252"/>
                  </a:cubicBezTo>
                  <a:cubicBezTo>
                    <a:pt x="2548" y="1252"/>
                    <a:pt x="2161" y="23"/>
                    <a:pt x="1274"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804;p64">
              <a:extLst>
                <a:ext uri="{FF2B5EF4-FFF2-40B4-BE49-F238E27FC236}">
                  <a16:creationId xmlns:a16="http://schemas.microsoft.com/office/drawing/2014/main" id="{3A458CCD-47E4-EBAD-F8C0-BE90C3B97421}"/>
                </a:ext>
              </a:extLst>
            </p:cNvPr>
            <p:cNvSpPr/>
            <p:nvPr/>
          </p:nvSpPr>
          <p:spPr>
            <a:xfrm>
              <a:off x="3893000" y="4814350"/>
              <a:ext cx="604550" cy="662525"/>
            </a:xfrm>
            <a:custGeom>
              <a:avLst/>
              <a:gdLst/>
              <a:ahLst/>
              <a:cxnLst/>
              <a:rect l="l" t="t" r="r" b="b"/>
              <a:pathLst>
                <a:path w="24182" h="26501" extrusionOk="0">
                  <a:moveTo>
                    <a:pt x="18881" y="0"/>
                  </a:moveTo>
                  <a:lnTo>
                    <a:pt x="10828" y="3185"/>
                  </a:lnTo>
                  <a:cubicBezTo>
                    <a:pt x="10828" y="3185"/>
                    <a:pt x="12080" y="8690"/>
                    <a:pt x="10192" y="13353"/>
                  </a:cubicBezTo>
                  <a:cubicBezTo>
                    <a:pt x="8281" y="18016"/>
                    <a:pt x="7007" y="20132"/>
                    <a:pt x="4050" y="22247"/>
                  </a:cubicBezTo>
                  <a:lnTo>
                    <a:pt x="4027" y="22247"/>
                  </a:lnTo>
                  <a:cubicBezTo>
                    <a:pt x="1070" y="24363"/>
                    <a:pt x="1" y="26501"/>
                    <a:pt x="1" y="26501"/>
                  </a:cubicBezTo>
                  <a:lnTo>
                    <a:pt x="14423" y="26501"/>
                  </a:lnTo>
                  <a:cubicBezTo>
                    <a:pt x="14423" y="26501"/>
                    <a:pt x="21201" y="15468"/>
                    <a:pt x="24181" y="9531"/>
                  </a:cubicBezTo>
                  <a:cubicBezTo>
                    <a:pt x="24045" y="8621"/>
                    <a:pt x="22088" y="5255"/>
                    <a:pt x="20587" y="2775"/>
                  </a:cubicBezTo>
                  <a:cubicBezTo>
                    <a:pt x="19632" y="1206"/>
                    <a:pt x="18881" y="0"/>
                    <a:pt x="18881"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05;p64">
              <a:extLst>
                <a:ext uri="{FF2B5EF4-FFF2-40B4-BE49-F238E27FC236}">
                  <a16:creationId xmlns:a16="http://schemas.microsoft.com/office/drawing/2014/main" id="{7DEBA197-8C4A-7212-2FDC-72E9B25FA3FD}"/>
                </a:ext>
              </a:extLst>
            </p:cNvPr>
            <p:cNvSpPr/>
            <p:nvPr/>
          </p:nvSpPr>
          <p:spPr>
            <a:xfrm>
              <a:off x="3893000" y="4883725"/>
              <a:ext cx="604550" cy="593150"/>
            </a:xfrm>
            <a:custGeom>
              <a:avLst/>
              <a:gdLst/>
              <a:ahLst/>
              <a:cxnLst/>
              <a:rect l="l" t="t" r="r" b="b"/>
              <a:pathLst>
                <a:path w="24182" h="23726" extrusionOk="0">
                  <a:moveTo>
                    <a:pt x="20587" y="0"/>
                  </a:moveTo>
                  <a:cubicBezTo>
                    <a:pt x="19018" y="1934"/>
                    <a:pt x="19632" y="5505"/>
                    <a:pt x="19245" y="8144"/>
                  </a:cubicBezTo>
                  <a:cubicBezTo>
                    <a:pt x="18813" y="11215"/>
                    <a:pt x="14718" y="19017"/>
                    <a:pt x="14718" y="19017"/>
                  </a:cubicBezTo>
                  <a:cubicBezTo>
                    <a:pt x="14718" y="19017"/>
                    <a:pt x="10851" y="18858"/>
                    <a:pt x="8235" y="18858"/>
                  </a:cubicBezTo>
                  <a:cubicBezTo>
                    <a:pt x="5710" y="18858"/>
                    <a:pt x="4163" y="19381"/>
                    <a:pt x="4050" y="19472"/>
                  </a:cubicBezTo>
                  <a:lnTo>
                    <a:pt x="4027" y="19472"/>
                  </a:lnTo>
                  <a:cubicBezTo>
                    <a:pt x="1070" y="21588"/>
                    <a:pt x="1" y="23726"/>
                    <a:pt x="1" y="23726"/>
                  </a:cubicBezTo>
                  <a:lnTo>
                    <a:pt x="14423" y="23726"/>
                  </a:lnTo>
                  <a:cubicBezTo>
                    <a:pt x="14423" y="23726"/>
                    <a:pt x="21201" y="12693"/>
                    <a:pt x="24181" y="6756"/>
                  </a:cubicBezTo>
                  <a:cubicBezTo>
                    <a:pt x="24045" y="5846"/>
                    <a:pt x="22088" y="2480"/>
                    <a:pt x="20587"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806;p64">
              <a:extLst>
                <a:ext uri="{FF2B5EF4-FFF2-40B4-BE49-F238E27FC236}">
                  <a16:creationId xmlns:a16="http://schemas.microsoft.com/office/drawing/2014/main" id="{D89DFCC9-4059-AEDA-D9C3-13ED8A24F973}"/>
                </a:ext>
              </a:extLst>
            </p:cNvPr>
            <p:cNvSpPr/>
            <p:nvPr/>
          </p:nvSpPr>
          <p:spPr>
            <a:xfrm>
              <a:off x="3691125" y="2599875"/>
              <a:ext cx="786525" cy="2416950"/>
            </a:xfrm>
            <a:custGeom>
              <a:avLst/>
              <a:gdLst/>
              <a:ahLst/>
              <a:cxnLst/>
              <a:rect l="l" t="t" r="r" b="b"/>
              <a:pathLst>
                <a:path w="31461" h="96678" extrusionOk="0">
                  <a:moveTo>
                    <a:pt x="1274" y="0"/>
                  </a:moveTo>
                  <a:cubicBezTo>
                    <a:pt x="1274" y="0"/>
                    <a:pt x="1138" y="3867"/>
                    <a:pt x="978" y="9623"/>
                  </a:cubicBezTo>
                  <a:cubicBezTo>
                    <a:pt x="569" y="24795"/>
                    <a:pt x="0" y="53070"/>
                    <a:pt x="1274" y="58621"/>
                  </a:cubicBezTo>
                  <a:cubicBezTo>
                    <a:pt x="3026" y="66264"/>
                    <a:pt x="17903" y="96677"/>
                    <a:pt x="17903" y="96677"/>
                  </a:cubicBezTo>
                  <a:lnTo>
                    <a:pt x="31460" y="91423"/>
                  </a:lnTo>
                  <a:lnTo>
                    <a:pt x="19654" y="45928"/>
                  </a:lnTo>
                  <a:cubicBezTo>
                    <a:pt x="19654" y="45928"/>
                    <a:pt x="21360" y="23226"/>
                    <a:pt x="21588" y="9623"/>
                  </a:cubicBezTo>
                  <a:cubicBezTo>
                    <a:pt x="21656" y="5073"/>
                    <a:pt x="21565" y="1547"/>
                    <a:pt x="21178" y="228"/>
                  </a:cubicBezTo>
                  <a:lnTo>
                    <a:pt x="1274" y="0"/>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807;p64">
              <a:extLst>
                <a:ext uri="{FF2B5EF4-FFF2-40B4-BE49-F238E27FC236}">
                  <a16:creationId xmlns:a16="http://schemas.microsoft.com/office/drawing/2014/main" id="{DF24A380-FEC9-342B-F376-319ADB7E12A8}"/>
                </a:ext>
              </a:extLst>
            </p:cNvPr>
            <p:cNvSpPr/>
            <p:nvPr/>
          </p:nvSpPr>
          <p:spPr>
            <a:xfrm>
              <a:off x="3896975" y="5165225"/>
              <a:ext cx="747850" cy="311650"/>
            </a:xfrm>
            <a:custGeom>
              <a:avLst/>
              <a:gdLst/>
              <a:ahLst/>
              <a:cxnLst/>
              <a:rect l="l" t="t" r="r" b="b"/>
              <a:pathLst>
                <a:path w="29914" h="12466" extrusionOk="0">
                  <a:moveTo>
                    <a:pt x="17198" y="0"/>
                  </a:moveTo>
                  <a:lnTo>
                    <a:pt x="17198" y="0"/>
                  </a:lnTo>
                  <a:cubicBezTo>
                    <a:pt x="17198" y="0"/>
                    <a:pt x="17630" y="3140"/>
                    <a:pt x="12057" y="5755"/>
                  </a:cubicBezTo>
                  <a:cubicBezTo>
                    <a:pt x="10169" y="6620"/>
                    <a:pt x="8190" y="7257"/>
                    <a:pt x="6165" y="7689"/>
                  </a:cubicBezTo>
                  <a:cubicBezTo>
                    <a:pt x="1388" y="8758"/>
                    <a:pt x="1" y="12466"/>
                    <a:pt x="1" y="12466"/>
                  </a:cubicBezTo>
                  <a:lnTo>
                    <a:pt x="29914" y="12466"/>
                  </a:lnTo>
                  <a:lnTo>
                    <a:pt x="29618" y="6847"/>
                  </a:lnTo>
                  <a:lnTo>
                    <a:pt x="29322" y="910"/>
                  </a:lnTo>
                  <a:lnTo>
                    <a:pt x="17198" y="0"/>
                  </a:ln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08;p64">
              <a:extLst>
                <a:ext uri="{FF2B5EF4-FFF2-40B4-BE49-F238E27FC236}">
                  <a16:creationId xmlns:a16="http://schemas.microsoft.com/office/drawing/2014/main" id="{5D8D3270-EE4C-90FC-BB3D-E6A3FC4BB5EC}"/>
                </a:ext>
              </a:extLst>
            </p:cNvPr>
            <p:cNvSpPr/>
            <p:nvPr/>
          </p:nvSpPr>
          <p:spPr>
            <a:xfrm>
              <a:off x="4108525" y="2488975"/>
              <a:ext cx="606825" cy="2785450"/>
            </a:xfrm>
            <a:custGeom>
              <a:avLst/>
              <a:gdLst/>
              <a:ahLst/>
              <a:cxnLst/>
              <a:rect l="l" t="t" r="r" b="b"/>
              <a:pathLst>
                <a:path w="24273" h="111418" extrusionOk="0">
                  <a:moveTo>
                    <a:pt x="22680" y="1"/>
                  </a:moveTo>
                  <a:lnTo>
                    <a:pt x="2776" y="638"/>
                  </a:lnTo>
                  <a:cubicBezTo>
                    <a:pt x="2776" y="638"/>
                    <a:pt x="2435" y="5324"/>
                    <a:pt x="2003" y="11989"/>
                  </a:cubicBezTo>
                  <a:cubicBezTo>
                    <a:pt x="1161" y="25228"/>
                    <a:pt x="1" y="46269"/>
                    <a:pt x="524" y="54276"/>
                  </a:cubicBezTo>
                  <a:cubicBezTo>
                    <a:pt x="1320" y="66355"/>
                    <a:pt x="6188" y="107301"/>
                    <a:pt x="6188" y="107301"/>
                  </a:cubicBezTo>
                  <a:lnTo>
                    <a:pt x="24273" y="111418"/>
                  </a:lnTo>
                  <a:cubicBezTo>
                    <a:pt x="24273" y="111418"/>
                    <a:pt x="22066" y="67288"/>
                    <a:pt x="21156" y="57142"/>
                  </a:cubicBezTo>
                  <a:cubicBezTo>
                    <a:pt x="21315" y="50068"/>
                    <a:pt x="21998" y="26570"/>
                    <a:pt x="22430" y="11989"/>
                  </a:cubicBezTo>
                  <a:cubicBezTo>
                    <a:pt x="22635" y="4960"/>
                    <a:pt x="22794" y="1"/>
                    <a:pt x="22794" y="1"/>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809;p64">
              <a:extLst>
                <a:ext uri="{FF2B5EF4-FFF2-40B4-BE49-F238E27FC236}">
                  <a16:creationId xmlns:a16="http://schemas.microsoft.com/office/drawing/2014/main" id="{F8292BE8-4FD3-7620-7A45-AFA726A812EC}"/>
                </a:ext>
              </a:extLst>
            </p:cNvPr>
            <p:cNvSpPr/>
            <p:nvPr/>
          </p:nvSpPr>
          <p:spPr>
            <a:xfrm>
              <a:off x="3896975" y="5309100"/>
              <a:ext cx="747850" cy="167775"/>
            </a:xfrm>
            <a:custGeom>
              <a:avLst/>
              <a:gdLst/>
              <a:ahLst/>
              <a:cxnLst/>
              <a:rect l="l" t="t" r="r" b="b"/>
              <a:pathLst>
                <a:path w="29914" h="6711" extrusionOk="0">
                  <a:moveTo>
                    <a:pt x="12057" y="0"/>
                  </a:moveTo>
                  <a:cubicBezTo>
                    <a:pt x="10169" y="865"/>
                    <a:pt x="8190" y="1502"/>
                    <a:pt x="6165" y="1934"/>
                  </a:cubicBezTo>
                  <a:cubicBezTo>
                    <a:pt x="1388" y="3003"/>
                    <a:pt x="1" y="6711"/>
                    <a:pt x="1" y="6711"/>
                  </a:cubicBezTo>
                  <a:lnTo>
                    <a:pt x="29914" y="6711"/>
                  </a:lnTo>
                  <a:lnTo>
                    <a:pt x="29618" y="1092"/>
                  </a:lnTo>
                  <a:cubicBezTo>
                    <a:pt x="26957" y="1911"/>
                    <a:pt x="22930" y="3777"/>
                    <a:pt x="15856" y="4414"/>
                  </a:cubicBezTo>
                  <a:cubicBezTo>
                    <a:pt x="14991" y="2844"/>
                    <a:pt x="13490" y="1274"/>
                    <a:pt x="12057"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810;p64">
              <a:extLst>
                <a:ext uri="{FF2B5EF4-FFF2-40B4-BE49-F238E27FC236}">
                  <a16:creationId xmlns:a16="http://schemas.microsoft.com/office/drawing/2014/main" id="{6A74F531-99EA-3542-0D0F-633DA4FD25A5}"/>
                </a:ext>
              </a:extLst>
            </p:cNvPr>
            <p:cNvSpPr/>
            <p:nvPr/>
          </p:nvSpPr>
          <p:spPr>
            <a:xfrm>
              <a:off x="4734650" y="1938700"/>
              <a:ext cx="360575" cy="1374225"/>
            </a:xfrm>
            <a:custGeom>
              <a:avLst/>
              <a:gdLst/>
              <a:ahLst/>
              <a:cxnLst/>
              <a:rect l="l" t="t" r="r" b="b"/>
              <a:pathLst>
                <a:path w="14423" h="54969" extrusionOk="0">
                  <a:moveTo>
                    <a:pt x="8862" y="1"/>
                  </a:moveTo>
                  <a:cubicBezTo>
                    <a:pt x="8776" y="1"/>
                    <a:pt x="8681" y="6"/>
                    <a:pt x="8577" y="15"/>
                  </a:cubicBezTo>
                  <a:cubicBezTo>
                    <a:pt x="7917" y="83"/>
                    <a:pt x="7280" y="151"/>
                    <a:pt x="6643" y="242"/>
                  </a:cubicBezTo>
                  <a:cubicBezTo>
                    <a:pt x="4664" y="538"/>
                    <a:pt x="2708" y="834"/>
                    <a:pt x="729" y="1152"/>
                  </a:cubicBezTo>
                  <a:cubicBezTo>
                    <a:pt x="115" y="1243"/>
                    <a:pt x="1" y="1425"/>
                    <a:pt x="92" y="2085"/>
                  </a:cubicBezTo>
                  <a:cubicBezTo>
                    <a:pt x="228" y="3063"/>
                    <a:pt x="342" y="4064"/>
                    <a:pt x="547" y="5042"/>
                  </a:cubicBezTo>
                  <a:cubicBezTo>
                    <a:pt x="1138" y="8022"/>
                    <a:pt x="1843" y="10979"/>
                    <a:pt x="2367" y="13982"/>
                  </a:cubicBezTo>
                  <a:cubicBezTo>
                    <a:pt x="2822" y="16529"/>
                    <a:pt x="3095" y="19100"/>
                    <a:pt x="3436" y="21670"/>
                  </a:cubicBezTo>
                  <a:cubicBezTo>
                    <a:pt x="3913" y="25333"/>
                    <a:pt x="4027" y="29018"/>
                    <a:pt x="3459" y="32703"/>
                  </a:cubicBezTo>
                  <a:cubicBezTo>
                    <a:pt x="2958" y="35546"/>
                    <a:pt x="2753" y="38435"/>
                    <a:pt x="2799" y="41324"/>
                  </a:cubicBezTo>
                  <a:cubicBezTo>
                    <a:pt x="2822" y="42371"/>
                    <a:pt x="2822" y="43417"/>
                    <a:pt x="2844" y="44463"/>
                  </a:cubicBezTo>
                  <a:cubicBezTo>
                    <a:pt x="2913" y="45806"/>
                    <a:pt x="2981" y="47148"/>
                    <a:pt x="3049" y="48490"/>
                  </a:cubicBezTo>
                  <a:cubicBezTo>
                    <a:pt x="3026" y="48899"/>
                    <a:pt x="3117" y="49286"/>
                    <a:pt x="3299" y="49650"/>
                  </a:cubicBezTo>
                  <a:cubicBezTo>
                    <a:pt x="3394" y="49893"/>
                    <a:pt x="3616" y="50023"/>
                    <a:pt x="3843" y="50023"/>
                  </a:cubicBezTo>
                  <a:cubicBezTo>
                    <a:pt x="3999" y="50023"/>
                    <a:pt x="4157" y="49962"/>
                    <a:pt x="4277" y="49832"/>
                  </a:cubicBezTo>
                  <a:cubicBezTo>
                    <a:pt x="4596" y="49491"/>
                    <a:pt x="4801" y="49081"/>
                    <a:pt x="4869" y="48626"/>
                  </a:cubicBezTo>
                  <a:cubicBezTo>
                    <a:pt x="5074" y="47512"/>
                    <a:pt x="5256" y="46374"/>
                    <a:pt x="5506" y="45260"/>
                  </a:cubicBezTo>
                  <a:cubicBezTo>
                    <a:pt x="5597" y="44850"/>
                    <a:pt x="5551" y="44190"/>
                    <a:pt x="5961" y="44099"/>
                  </a:cubicBezTo>
                  <a:cubicBezTo>
                    <a:pt x="6006" y="44088"/>
                    <a:pt x="6048" y="44082"/>
                    <a:pt x="6086" y="44082"/>
                  </a:cubicBezTo>
                  <a:cubicBezTo>
                    <a:pt x="6493" y="44082"/>
                    <a:pt x="6549" y="44698"/>
                    <a:pt x="6757" y="45009"/>
                  </a:cubicBezTo>
                  <a:cubicBezTo>
                    <a:pt x="6871" y="45169"/>
                    <a:pt x="6984" y="45351"/>
                    <a:pt x="7053" y="45533"/>
                  </a:cubicBezTo>
                  <a:cubicBezTo>
                    <a:pt x="7712" y="47034"/>
                    <a:pt x="8281" y="48581"/>
                    <a:pt x="8167" y="50287"/>
                  </a:cubicBezTo>
                  <a:cubicBezTo>
                    <a:pt x="8099" y="51265"/>
                    <a:pt x="8145" y="52266"/>
                    <a:pt x="8145" y="53267"/>
                  </a:cubicBezTo>
                  <a:cubicBezTo>
                    <a:pt x="8122" y="53767"/>
                    <a:pt x="8236" y="54268"/>
                    <a:pt x="8440" y="54723"/>
                  </a:cubicBezTo>
                  <a:cubicBezTo>
                    <a:pt x="8532" y="54879"/>
                    <a:pt x="8721" y="54969"/>
                    <a:pt x="8896" y="54969"/>
                  </a:cubicBezTo>
                  <a:cubicBezTo>
                    <a:pt x="9025" y="54969"/>
                    <a:pt x="9146" y="54920"/>
                    <a:pt x="9214" y="54814"/>
                  </a:cubicBezTo>
                  <a:cubicBezTo>
                    <a:pt x="9418" y="54495"/>
                    <a:pt x="9600" y="54131"/>
                    <a:pt x="9782" y="53767"/>
                  </a:cubicBezTo>
                  <a:cubicBezTo>
                    <a:pt x="9828" y="53767"/>
                    <a:pt x="9873" y="53767"/>
                    <a:pt x="9919" y="53790"/>
                  </a:cubicBezTo>
                  <a:cubicBezTo>
                    <a:pt x="10242" y="53915"/>
                    <a:pt x="10462" y="53988"/>
                    <a:pt x="10624" y="53988"/>
                  </a:cubicBezTo>
                  <a:cubicBezTo>
                    <a:pt x="10874" y="53988"/>
                    <a:pt x="10987" y="53817"/>
                    <a:pt x="11124" y="53403"/>
                  </a:cubicBezTo>
                  <a:cubicBezTo>
                    <a:pt x="11284" y="52948"/>
                    <a:pt x="11420" y="52471"/>
                    <a:pt x="11534" y="51993"/>
                  </a:cubicBezTo>
                  <a:cubicBezTo>
                    <a:pt x="11966" y="52152"/>
                    <a:pt x="11852" y="52516"/>
                    <a:pt x="12012" y="52766"/>
                  </a:cubicBezTo>
                  <a:cubicBezTo>
                    <a:pt x="12197" y="53056"/>
                    <a:pt x="12454" y="53204"/>
                    <a:pt x="12703" y="53204"/>
                  </a:cubicBezTo>
                  <a:cubicBezTo>
                    <a:pt x="12942" y="53204"/>
                    <a:pt x="13175" y="53068"/>
                    <a:pt x="13331" y="52789"/>
                  </a:cubicBezTo>
                  <a:cubicBezTo>
                    <a:pt x="13604" y="52334"/>
                    <a:pt x="13786" y="51811"/>
                    <a:pt x="13877" y="51265"/>
                  </a:cubicBezTo>
                  <a:cubicBezTo>
                    <a:pt x="14423" y="48103"/>
                    <a:pt x="14377" y="44873"/>
                    <a:pt x="13740" y="41756"/>
                  </a:cubicBezTo>
                  <a:cubicBezTo>
                    <a:pt x="13513" y="40687"/>
                    <a:pt x="13217" y="39618"/>
                    <a:pt x="12967" y="38549"/>
                  </a:cubicBezTo>
                  <a:cubicBezTo>
                    <a:pt x="12831" y="37980"/>
                    <a:pt x="12694" y="37389"/>
                    <a:pt x="12580" y="36797"/>
                  </a:cubicBezTo>
                  <a:cubicBezTo>
                    <a:pt x="11989" y="33545"/>
                    <a:pt x="11898" y="30269"/>
                    <a:pt x="11852" y="26971"/>
                  </a:cubicBezTo>
                  <a:cubicBezTo>
                    <a:pt x="11807" y="24241"/>
                    <a:pt x="11943" y="21488"/>
                    <a:pt x="12012" y="18759"/>
                  </a:cubicBezTo>
                  <a:cubicBezTo>
                    <a:pt x="12080" y="16325"/>
                    <a:pt x="11943" y="13868"/>
                    <a:pt x="11579" y="11457"/>
                  </a:cubicBezTo>
                  <a:cubicBezTo>
                    <a:pt x="11193" y="8932"/>
                    <a:pt x="10647" y="6452"/>
                    <a:pt x="10146" y="3973"/>
                  </a:cubicBezTo>
                  <a:cubicBezTo>
                    <a:pt x="9896" y="2949"/>
                    <a:pt x="9737" y="1903"/>
                    <a:pt x="9646" y="879"/>
                  </a:cubicBezTo>
                  <a:cubicBezTo>
                    <a:pt x="9626" y="210"/>
                    <a:pt x="9419" y="1"/>
                    <a:pt x="8862"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811;p64">
              <a:extLst>
                <a:ext uri="{FF2B5EF4-FFF2-40B4-BE49-F238E27FC236}">
                  <a16:creationId xmlns:a16="http://schemas.microsoft.com/office/drawing/2014/main" id="{76FA4F37-765B-E170-CE87-D6722C0EB4E8}"/>
                </a:ext>
              </a:extLst>
            </p:cNvPr>
            <p:cNvSpPr/>
            <p:nvPr/>
          </p:nvSpPr>
          <p:spPr>
            <a:xfrm>
              <a:off x="3151425" y="1827975"/>
              <a:ext cx="409500" cy="448500"/>
            </a:xfrm>
            <a:custGeom>
              <a:avLst/>
              <a:gdLst/>
              <a:ahLst/>
              <a:cxnLst/>
              <a:rect l="l" t="t" r="r" b="b"/>
              <a:pathLst>
                <a:path w="16380" h="17940" extrusionOk="0">
                  <a:moveTo>
                    <a:pt x="7552" y="1"/>
                  </a:moveTo>
                  <a:cubicBezTo>
                    <a:pt x="7245" y="1"/>
                    <a:pt x="7028" y="368"/>
                    <a:pt x="6507" y="1168"/>
                  </a:cubicBezTo>
                  <a:cubicBezTo>
                    <a:pt x="5574" y="2647"/>
                    <a:pt x="4687" y="4148"/>
                    <a:pt x="3572" y="5513"/>
                  </a:cubicBezTo>
                  <a:cubicBezTo>
                    <a:pt x="2526" y="6764"/>
                    <a:pt x="1502" y="8061"/>
                    <a:pt x="479" y="9357"/>
                  </a:cubicBezTo>
                  <a:cubicBezTo>
                    <a:pt x="1" y="9926"/>
                    <a:pt x="1" y="10108"/>
                    <a:pt x="433" y="10654"/>
                  </a:cubicBezTo>
                  <a:cubicBezTo>
                    <a:pt x="865" y="11200"/>
                    <a:pt x="1343" y="11723"/>
                    <a:pt x="1821" y="12223"/>
                  </a:cubicBezTo>
                  <a:cubicBezTo>
                    <a:pt x="3299" y="13725"/>
                    <a:pt x="4710" y="15249"/>
                    <a:pt x="6052" y="16864"/>
                  </a:cubicBezTo>
                  <a:cubicBezTo>
                    <a:pt x="6653" y="17593"/>
                    <a:pt x="6919" y="17939"/>
                    <a:pt x="7203" y="17939"/>
                  </a:cubicBezTo>
                  <a:cubicBezTo>
                    <a:pt x="7478" y="17939"/>
                    <a:pt x="7769" y="17615"/>
                    <a:pt x="8395" y="17000"/>
                  </a:cubicBezTo>
                  <a:cubicBezTo>
                    <a:pt x="11329" y="14111"/>
                    <a:pt x="13649" y="10745"/>
                    <a:pt x="16197" y="7537"/>
                  </a:cubicBezTo>
                  <a:cubicBezTo>
                    <a:pt x="16265" y="7401"/>
                    <a:pt x="16334" y="7264"/>
                    <a:pt x="16379" y="7128"/>
                  </a:cubicBezTo>
                  <a:cubicBezTo>
                    <a:pt x="16334" y="6992"/>
                    <a:pt x="16265" y="6855"/>
                    <a:pt x="16174" y="6741"/>
                  </a:cubicBezTo>
                  <a:cubicBezTo>
                    <a:pt x="15879" y="6446"/>
                    <a:pt x="15583" y="6195"/>
                    <a:pt x="15287" y="5945"/>
                  </a:cubicBezTo>
                  <a:cubicBezTo>
                    <a:pt x="13126" y="4216"/>
                    <a:pt x="10988" y="2510"/>
                    <a:pt x="8827" y="804"/>
                  </a:cubicBezTo>
                  <a:cubicBezTo>
                    <a:pt x="8157" y="283"/>
                    <a:pt x="7821" y="1"/>
                    <a:pt x="7552"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812;p64">
              <a:extLst>
                <a:ext uri="{FF2B5EF4-FFF2-40B4-BE49-F238E27FC236}">
                  <a16:creationId xmlns:a16="http://schemas.microsoft.com/office/drawing/2014/main" id="{27B61644-3247-BFDD-0FEC-E17D72CB9181}"/>
                </a:ext>
              </a:extLst>
            </p:cNvPr>
            <p:cNvSpPr/>
            <p:nvPr/>
          </p:nvSpPr>
          <p:spPr>
            <a:xfrm>
              <a:off x="3309525" y="1024650"/>
              <a:ext cx="1699825" cy="1956950"/>
            </a:xfrm>
            <a:custGeom>
              <a:avLst/>
              <a:gdLst/>
              <a:ahLst/>
              <a:cxnLst/>
              <a:rect l="l" t="t" r="r" b="b"/>
              <a:pathLst>
                <a:path w="67993" h="78278" extrusionOk="0">
                  <a:moveTo>
                    <a:pt x="44406" y="1"/>
                  </a:moveTo>
                  <a:cubicBezTo>
                    <a:pt x="43930" y="1"/>
                    <a:pt x="43695" y="324"/>
                    <a:pt x="43107" y="1500"/>
                  </a:cubicBezTo>
                  <a:cubicBezTo>
                    <a:pt x="40923" y="5936"/>
                    <a:pt x="39035" y="8370"/>
                    <a:pt x="36670" y="12715"/>
                  </a:cubicBezTo>
                  <a:cubicBezTo>
                    <a:pt x="36465" y="13101"/>
                    <a:pt x="36237" y="13488"/>
                    <a:pt x="36010" y="13875"/>
                  </a:cubicBezTo>
                  <a:cubicBezTo>
                    <a:pt x="35975" y="13944"/>
                    <a:pt x="35897" y="13974"/>
                    <a:pt x="35808" y="13974"/>
                  </a:cubicBezTo>
                  <a:cubicBezTo>
                    <a:pt x="35663" y="13974"/>
                    <a:pt x="35489" y="13896"/>
                    <a:pt x="35419" y="13784"/>
                  </a:cubicBezTo>
                  <a:cubicBezTo>
                    <a:pt x="35146" y="13215"/>
                    <a:pt x="34804" y="12783"/>
                    <a:pt x="34577" y="12351"/>
                  </a:cubicBezTo>
                  <a:cubicBezTo>
                    <a:pt x="32803" y="9098"/>
                    <a:pt x="32006" y="7801"/>
                    <a:pt x="30414" y="4890"/>
                  </a:cubicBezTo>
                  <a:cubicBezTo>
                    <a:pt x="29936" y="4025"/>
                    <a:pt x="29595" y="3070"/>
                    <a:pt x="29140" y="2183"/>
                  </a:cubicBezTo>
                  <a:cubicBezTo>
                    <a:pt x="28933" y="1782"/>
                    <a:pt x="28764" y="1604"/>
                    <a:pt x="28489" y="1604"/>
                  </a:cubicBezTo>
                  <a:cubicBezTo>
                    <a:pt x="28342" y="1604"/>
                    <a:pt x="28164" y="1655"/>
                    <a:pt x="27935" y="1750"/>
                  </a:cubicBezTo>
                  <a:cubicBezTo>
                    <a:pt x="26001" y="2569"/>
                    <a:pt x="24068" y="3388"/>
                    <a:pt x="22157" y="4230"/>
                  </a:cubicBezTo>
                  <a:cubicBezTo>
                    <a:pt x="21884" y="4344"/>
                    <a:pt x="21611" y="4503"/>
                    <a:pt x="21361" y="4639"/>
                  </a:cubicBezTo>
                  <a:cubicBezTo>
                    <a:pt x="18381" y="6186"/>
                    <a:pt x="16015" y="8461"/>
                    <a:pt x="14081" y="11168"/>
                  </a:cubicBezTo>
                  <a:cubicBezTo>
                    <a:pt x="12171" y="13807"/>
                    <a:pt x="10328" y="16468"/>
                    <a:pt x="8508" y="19152"/>
                  </a:cubicBezTo>
                  <a:cubicBezTo>
                    <a:pt x="5915" y="22997"/>
                    <a:pt x="3367" y="26864"/>
                    <a:pt x="820" y="30731"/>
                  </a:cubicBezTo>
                  <a:cubicBezTo>
                    <a:pt x="615" y="31026"/>
                    <a:pt x="433" y="31322"/>
                    <a:pt x="251" y="31618"/>
                  </a:cubicBezTo>
                  <a:cubicBezTo>
                    <a:pt x="1" y="32141"/>
                    <a:pt x="46" y="32459"/>
                    <a:pt x="433" y="32846"/>
                  </a:cubicBezTo>
                  <a:cubicBezTo>
                    <a:pt x="638" y="33051"/>
                    <a:pt x="865" y="33256"/>
                    <a:pt x="1093" y="33438"/>
                  </a:cubicBezTo>
                  <a:cubicBezTo>
                    <a:pt x="3618" y="35394"/>
                    <a:pt x="6029" y="37487"/>
                    <a:pt x="8645" y="39306"/>
                  </a:cubicBezTo>
                  <a:cubicBezTo>
                    <a:pt x="9327" y="39786"/>
                    <a:pt x="9714" y="40041"/>
                    <a:pt x="10048" y="40041"/>
                  </a:cubicBezTo>
                  <a:cubicBezTo>
                    <a:pt x="10427" y="40041"/>
                    <a:pt x="10736" y="39712"/>
                    <a:pt x="11329" y="39011"/>
                  </a:cubicBezTo>
                  <a:cubicBezTo>
                    <a:pt x="12717" y="37373"/>
                    <a:pt x="14059" y="35690"/>
                    <a:pt x="15424" y="34052"/>
                  </a:cubicBezTo>
                  <a:cubicBezTo>
                    <a:pt x="15674" y="33733"/>
                    <a:pt x="15947" y="33438"/>
                    <a:pt x="16220" y="33142"/>
                  </a:cubicBezTo>
                  <a:cubicBezTo>
                    <a:pt x="16258" y="33095"/>
                    <a:pt x="16315" y="33071"/>
                    <a:pt x="16373" y="33071"/>
                  </a:cubicBezTo>
                  <a:cubicBezTo>
                    <a:pt x="16454" y="33071"/>
                    <a:pt x="16534" y="33117"/>
                    <a:pt x="16561" y="33210"/>
                  </a:cubicBezTo>
                  <a:cubicBezTo>
                    <a:pt x="16606" y="33347"/>
                    <a:pt x="16629" y="33506"/>
                    <a:pt x="16606" y="33665"/>
                  </a:cubicBezTo>
                  <a:cubicBezTo>
                    <a:pt x="16584" y="37441"/>
                    <a:pt x="16788" y="41240"/>
                    <a:pt x="16379" y="45016"/>
                  </a:cubicBezTo>
                  <a:cubicBezTo>
                    <a:pt x="16038" y="48292"/>
                    <a:pt x="15515" y="51545"/>
                    <a:pt x="14764" y="54752"/>
                  </a:cubicBezTo>
                  <a:cubicBezTo>
                    <a:pt x="13877" y="58323"/>
                    <a:pt x="12808" y="61872"/>
                    <a:pt x="11534" y="65330"/>
                  </a:cubicBezTo>
                  <a:cubicBezTo>
                    <a:pt x="10533" y="67991"/>
                    <a:pt x="9623" y="70675"/>
                    <a:pt x="8690" y="73359"/>
                  </a:cubicBezTo>
                  <a:cubicBezTo>
                    <a:pt x="8440" y="74133"/>
                    <a:pt x="8508" y="74315"/>
                    <a:pt x="9304" y="74520"/>
                  </a:cubicBezTo>
                  <a:cubicBezTo>
                    <a:pt x="9987" y="74724"/>
                    <a:pt x="10669" y="74861"/>
                    <a:pt x="11352" y="75020"/>
                  </a:cubicBezTo>
                  <a:cubicBezTo>
                    <a:pt x="15992" y="76157"/>
                    <a:pt x="20724" y="76976"/>
                    <a:pt x="25478" y="77477"/>
                  </a:cubicBezTo>
                  <a:cubicBezTo>
                    <a:pt x="30610" y="78005"/>
                    <a:pt x="35741" y="78278"/>
                    <a:pt x="40891" y="78278"/>
                  </a:cubicBezTo>
                  <a:cubicBezTo>
                    <a:pt x="41289" y="78278"/>
                    <a:pt x="41686" y="78276"/>
                    <a:pt x="42084" y="78273"/>
                  </a:cubicBezTo>
                  <a:cubicBezTo>
                    <a:pt x="44063" y="78250"/>
                    <a:pt x="47861" y="78182"/>
                    <a:pt x="51615" y="77773"/>
                  </a:cubicBezTo>
                  <a:cubicBezTo>
                    <a:pt x="52775" y="77659"/>
                    <a:pt x="53890" y="77477"/>
                    <a:pt x="55027" y="77295"/>
                  </a:cubicBezTo>
                  <a:cubicBezTo>
                    <a:pt x="55709" y="77181"/>
                    <a:pt x="55800" y="77090"/>
                    <a:pt x="55846" y="76430"/>
                  </a:cubicBezTo>
                  <a:cubicBezTo>
                    <a:pt x="55960" y="75134"/>
                    <a:pt x="56051" y="73837"/>
                    <a:pt x="56142" y="72563"/>
                  </a:cubicBezTo>
                  <a:cubicBezTo>
                    <a:pt x="56187" y="71403"/>
                    <a:pt x="56187" y="70266"/>
                    <a:pt x="56278" y="69106"/>
                  </a:cubicBezTo>
                  <a:cubicBezTo>
                    <a:pt x="56505" y="66080"/>
                    <a:pt x="56574" y="63032"/>
                    <a:pt x="56665" y="60007"/>
                  </a:cubicBezTo>
                  <a:cubicBezTo>
                    <a:pt x="56801" y="54707"/>
                    <a:pt x="56483" y="49429"/>
                    <a:pt x="56437" y="44129"/>
                  </a:cubicBezTo>
                  <a:cubicBezTo>
                    <a:pt x="56437" y="42696"/>
                    <a:pt x="56392" y="41240"/>
                    <a:pt x="56369" y="39807"/>
                  </a:cubicBezTo>
                  <a:cubicBezTo>
                    <a:pt x="56301" y="39488"/>
                    <a:pt x="56528" y="39193"/>
                    <a:pt x="56847" y="39170"/>
                  </a:cubicBezTo>
                  <a:cubicBezTo>
                    <a:pt x="57279" y="39079"/>
                    <a:pt x="57734" y="38988"/>
                    <a:pt x="58166" y="38897"/>
                  </a:cubicBezTo>
                  <a:cubicBezTo>
                    <a:pt x="60850" y="38419"/>
                    <a:pt x="63580" y="38124"/>
                    <a:pt x="66241" y="37373"/>
                  </a:cubicBezTo>
                  <a:cubicBezTo>
                    <a:pt x="67902" y="36918"/>
                    <a:pt x="67993" y="36850"/>
                    <a:pt x="67879" y="35144"/>
                  </a:cubicBezTo>
                  <a:cubicBezTo>
                    <a:pt x="67788" y="33233"/>
                    <a:pt x="67538" y="31368"/>
                    <a:pt x="67151" y="29502"/>
                  </a:cubicBezTo>
                  <a:cubicBezTo>
                    <a:pt x="66287" y="25612"/>
                    <a:pt x="65582" y="21677"/>
                    <a:pt x="64490" y="17833"/>
                  </a:cubicBezTo>
                  <a:cubicBezTo>
                    <a:pt x="63921" y="15831"/>
                    <a:pt x="63330" y="13807"/>
                    <a:pt x="62420" y="11918"/>
                  </a:cubicBezTo>
                  <a:cubicBezTo>
                    <a:pt x="60191" y="7278"/>
                    <a:pt x="56847" y="3820"/>
                    <a:pt x="51865" y="2137"/>
                  </a:cubicBezTo>
                  <a:cubicBezTo>
                    <a:pt x="51387" y="1978"/>
                    <a:pt x="50932" y="1796"/>
                    <a:pt x="50455" y="1637"/>
                  </a:cubicBezTo>
                  <a:cubicBezTo>
                    <a:pt x="48931" y="1045"/>
                    <a:pt x="47338" y="590"/>
                    <a:pt x="45723" y="249"/>
                  </a:cubicBezTo>
                  <a:cubicBezTo>
                    <a:pt x="45094" y="127"/>
                    <a:pt x="44703" y="1"/>
                    <a:pt x="44406" y="1"/>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813;p64">
              <a:extLst>
                <a:ext uri="{FF2B5EF4-FFF2-40B4-BE49-F238E27FC236}">
                  <a16:creationId xmlns:a16="http://schemas.microsoft.com/office/drawing/2014/main" id="{148A0D4D-3B52-472D-DBC9-656B29B50B58}"/>
                </a:ext>
              </a:extLst>
            </p:cNvPr>
            <p:cNvSpPr/>
            <p:nvPr/>
          </p:nvSpPr>
          <p:spPr>
            <a:xfrm>
              <a:off x="3811675" y="1538700"/>
              <a:ext cx="265600" cy="256025"/>
            </a:xfrm>
            <a:custGeom>
              <a:avLst/>
              <a:gdLst/>
              <a:ahLst/>
              <a:cxnLst/>
              <a:rect l="l" t="t" r="r" b="b"/>
              <a:pathLst>
                <a:path w="10624" h="10241" extrusionOk="0">
                  <a:moveTo>
                    <a:pt x="9600" y="1"/>
                  </a:moveTo>
                  <a:cubicBezTo>
                    <a:pt x="7075" y="23"/>
                    <a:pt x="4528" y="69"/>
                    <a:pt x="1980" y="114"/>
                  </a:cubicBezTo>
                  <a:cubicBezTo>
                    <a:pt x="1548" y="137"/>
                    <a:pt x="1093" y="183"/>
                    <a:pt x="660" y="251"/>
                  </a:cubicBezTo>
                  <a:cubicBezTo>
                    <a:pt x="274" y="274"/>
                    <a:pt x="1" y="592"/>
                    <a:pt x="46" y="956"/>
                  </a:cubicBezTo>
                  <a:cubicBezTo>
                    <a:pt x="23" y="1752"/>
                    <a:pt x="46" y="2548"/>
                    <a:pt x="46" y="3663"/>
                  </a:cubicBezTo>
                  <a:cubicBezTo>
                    <a:pt x="69" y="4141"/>
                    <a:pt x="92" y="4937"/>
                    <a:pt x="160" y="5733"/>
                  </a:cubicBezTo>
                  <a:cubicBezTo>
                    <a:pt x="228" y="6688"/>
                    <a:pt x="387" y="7621"/>
                    <a:pt x="638" y="8531"/>
                  </a:cubicBezTo>
                  <a:cubicBezTo>
                    <a:pt x="797" y="9282"/>
                    <a:pt x="1388" y="9873"/>
                    <a:pt x="2162" y="9987"/>
                  </a:cubicBezTo>
                  <a:cubicBezTo>
                    <a:pt x="2594" y="10100"/>
                    <a:pt x="3026" y="10169"/>
                    <a:pt x="3481" y="10214"/>
                  </a:cubicBezTo>
                  <a:cubicBezTo>
                    <a:pt x="4138" y="10227"/>
                    <a:pt x="4794" y="10240"/>
                    <a:pt x="5455" y="10240"/>
                  </a:cubicBezTo>
                  <a:cubicBezTo>
                    <a:pt x="5939" y="10240"/>
                    <a:pt x="6426" y="10233"/>
                    <a:pt x="6916" y="10214"/>
                  </a:cubicBezTo>
                  <a:cubicBezTo>
                    <a:pt x="7416" y="10169"/>
                    <a:pt x="7894" y="10078"/>
                    <a:pt x="8372" y="9941"/>
                  </a:cubicBezTo>
                  <a:cubicBezTo>
                    <a:pt x="9122" y="9782"/>
                    <a:pt x="9737" y="9213"/>
                    <a:pt x="9896" y="8463"/>
                  </a:cubicBezTo>
                  <a:cubicBezTo>
                    <a:pt x="10078" y="7894"/>
                    <a:pt x="10192" y="7302"/>
                    <a:pt x="10237" y="6711"/>
                  </a:cubicBezTo>
                  <a:cubicBezTo>
                    <a:pt x="10396" y="4914"/>
                    <a:pt x="10487" y="3140"/>
                    <a:pt x="10601" y="1343"/>
                  </a:cubicBezTo>
                  <a:cubicBezTo>
                    <a:pt x="10624" y="1092"/>
                    <a:pt x="10624" y="842"/>
                    <a:pt x="10601" y="592"/>
                  </a:cubicBezTo>
                  <a:cubicBezTo>
                    <a:pt x="10624" y="274"/>
                    <a:pt x="10374" y="23"/>
                    <a:pt x="10055" y="23"/>
                  </a:cubicBezTo>
                  <a:cubicBezTo>
                    <a:pt x="9896" y="1"/>
                    <a:pt x="9759" y="1"/>
                    <a:pt x="9600" y="1"/>
                  </a:cubicBez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814;p64">
              <a:extLst>
                <a:ext uri="{FF2B5EF4-FFF2-40B4-BE49-F238E27FC236}">
                  <a16:creationId xmlns:a16="http://schemas.microsoft.com/office/drawing/2014/main" id="{08E026B3-ECD5-741D-3509-3596C1D79E03}"/>
                </a:ext>
              </a:extLst>
            </p:cNvPr>
            <p:cNvSpPr/>
            <p:nvPr/>
          </p:nvSpPr>
          <p:spPr>
            <a:xfrm>
              <a:off x="3916900" y="1494825"/>
              <a:ext cx="68250" cy="377725"/>
            </a:xfrm>
            <a:custGeom>
              <a:avLst/>
              <a:gdLst/>
              <a:ahLst/>
              <a:cxnLst/>
              <a:rect l="l" t="t" r="r" b="b"/>
              <a:pathLst>
                <a:path w="2730" h="15109" extrusionOk="0">
                  <a:moveTo>
                    <a:pt x="792" y="0"/>
                  </a:moveTo>
                  <a:cubicBezTo>
                    <a:pt x="756" y="0"/>
                    <a:pt x="719" y="2"/>
                    <a:pt x="682" y="4"/>
                  </a:cubicBezTo>
                  <a:cubicBezTo>
                    <a:pt x="668" y="3"/>
                    <a:pt x="653" y="2"/>
                    <a:pt x="639" y="2"/>
                  </a:cubicBezTo>
                  <a:cubicBezTo>
                    <a:pt x="339" y="2"/>
                    <a:pt x="89" y="223"/>
                    <a:pt x="46" y="527"/>
                  </a:cubicBezTo>
                  <a:cubicBezTo>
                    <a:pt x="23" y="732"/>
                    <a:pt x="0" y="914"/>
                    <a:pt x="0" y="1119"/>
                  </a:cubicBezTo>
                  <a:cubicBezTo>
                    <a:pt x="0" y="3052"/>
                    <a:pt x="0" y="5008"/>
                    <a:pt x="0" y="6942"/>
                  </a:cubicBezTo>
                  <a:lnTo>
                    <a:pt x="23" y="6942"/>
                  </a:lnTo>
                  <a:cubicBezTo>
                    <a:pt x="68" y="8284"/>
                    <a:pt x="91" y="9626"/>
                    <a:pt x="137" y="10968"/>
                  </a:cubicBezTo>
                  <a:cubicBezTo>
                    <a:pt x="182" y="12060"/>
                    <a:pt x="273" y="13152"/>
                    <a:pt x="341" y="14244"/>
                  </a:cubicBezTo>
                  <a:cubicBezTo>
                    <a:pt x="387" y="14494"/>
                    <a:pt x="455" y="14722"/>
                    <a:pt x="569" y="14949"/>
                  </a:cubicBezTo>
                  <a:cubicBezTo>
                    <a:pt x="614" y="15040"/>
                    <a:pt x="705" y="15086"/>
                    <a:pt x="796" y="15108"/>
                  </a:cubicBezTo>
                  <a:cubicBezTo>
                    <a:pt x="955" y="15086"/>
                    <a:pt x="1069" y="15017"/>
                    <a:pt x="1160" y="14904"/>
                  </a:cubicBezTo>
                  <a:cubicBezTo>
                    <a:pt x="1251" y="14744"/>
                    <a:pt x="1297" y="14540"/>
                    <a:pt x="1319" y="14358"/>
                  </a:cubicBezTo>
                  <a:cubicBezTo>
                    <a:pt x="1410" y="13402"/>
                    <a:pt x="1501" y="12470"/>
                    <a:pt x="1524" y="11514"/>
                  </a:cubicBezTo>
                  <a:cubicBezTo>
                    <a:pt x="1570" y="9035"/>
                    <a:pt x="1570" y="6533"/>
                    <a:pt x="1592" y="4053"/>
                  </a:cubicBezTo>
                  <a:cubicBezTo>
                    <a:pt x="1592" y="3507"/>
                    <a:pt x="1592" y="2961"/>
                    <a:pt x="1615" y="2415"/>
                  </a:cubicBezTo>
                  <a:cubicBezTo>
                    <a:pt x="1615" y="2120"/>
                    <a:pt x="1752" y="2029"/>
                    <a:pt x="2047" y="1938"/>
                  </a:cubicBezTo>
                  <a:cubicBezTo>
                    <a:pt x="2525" y="1778"/>
                    <a:pt x="2730" y="1073"/>
                    <a:pt x="2389" y="755"/>
                  </a:cubicBezTo>
                  <a:cubicBezTo>
                    <a:pt x="1937" y="367"/>
                    <a:pt x="1424" y="0"/>
                    <a:pt x="792"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815;p64">
              <a:extLst>
                <a:ext uri="{FF2B5EF4-FFF2-40B4-BE49-F238E27FC236}">
                  <a16:creationId xmlns:a16="http://schemas.microsoft.com/office/drawing/2014/main" id="{63AFEE38-3399-D13F-A99C-6C6FCFA99CBA}"/>
                </a:ext>
              </a:extLst>
            </p:cNvPr>
            <p:cNvSpPr/>
            <p:nvPr/>
          </p:nvSpPr>
          <p:spPr>
            <a:xfrm>
              <a:off x="2507125" y="1561150"/>
              <a:ext cx="1023650" cy="1024875"/>
            </a:xfrm>
            <a:custGeom>
              <a:avLst/>
              <a:gdLst/>
              <a:ahLst/>
              <a:cxnLst/>
              <a:rect l="l" t="t" r="r" b="b"/>
              <a:pathLst>
                <a:path w="40946" h="40995" extrusionOk="0">
                  <a:moveTo>
                    <a:pt x="16411" y="1"/>
                  </a:moveTo>
                  <a:cubicBezTo>
                    <a:pt x="16197" y="1"/>
                    <a:pt x="15946" y="142"/>
                    <a:pt x="15468" y="331"/>
                  </a:cubicBezTo>
                  <a:cubicBezTo>
                    <a:pt x="10555" y="2264"/>
                    <a:pt x="5641" y="4243"/>
                    <a:pt x="751" y="6200"/>
                  </a:cubicBezTo>
                  <a:cubicBezTo>
                    <a:pt x="455" y="6268"/>
                    <a:pt x="182" y="6450"/>
                    <a:pt x="0" y="6700"/>
                  </a:cubicBezTo>
                  <a:cubicBezTo>
                    <a:pt x="68" y="7269"/>
                    <a:pt x="500" y="7656"/>
                    <a:pt x="819" y="8088"/>
                  </a:cubicBezTo>
                  <a:cubicBezTo>
                    <a:pt x="3367" y="11341"/>
                    <a:pt x="5937" y="14594"/>
                    <a:pt x="8462" y="17869"/>
                  </a:cubicBezTo>
                  <a:cubicBezTo>
                    <a:pt x="14194" y="25353"/>
                    <a:pt x="19950" y="32814"/>
                    <a:pt x="25682" y="40298"/>
                  </a:cubicBezTo>
                  <a:cubicBezTo>
                    <a:pt x="26045" y="40774"/>
                    <a:pt x="26256" y="40995"/>
                    <a:pt x="26517" y="40995"/>
                  </a:cubicBezTo>
                  <a:cubicBezTo>
                    <a:pt x="26730" y="40995"/>
                    <a:pt x="26977" y="40847"/>
                    <a:pt x="27365" y="40571"/>
                  </a:cubicBezTo>
                  <a:cubicBezTo>
                    <a:pt x="27570" y="40435"/>
                    <a:pt x="27775" y="40276"/>
                    <a:pt x="27957" y="40116"/>
                  </a:cubicBezTo>
                  <a:cubicBezTo>
                    <a:pt x="32051" y="37023"/>
                    <a:pt x="35987" y="33701"/>
                    <a:pt x="39945" y="30426"/>
                  </a:cubicBezTo>
                  <a:cubicBezTo>
                    <a:pt x="40945" y="29607"/>
                    <a:pt x="40945" y="29584"/>
                    <a:pt x="40104" y="28561"/>
                  </a:cubicBezTo>
                  <a:cubicBezTo>
                    <a:pt x="32552" y="19348"/>
                    <a:pt x="24999" y="10112"/>
                    <a:pt x="17447" y="900"/>
                  </a:cubicBezTo>
                  <a:cubicBezTo>
                    <a:pt x="16897" y="234"/>
                    <a:pt x="16685" y="1"/>
                    <a:pt x="16411"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816;p64">
              <a:extLst>
                <a:ext uri="{FF2B5EF4-FFF2-40B4-BE49-F238E27FC236}">
                  <a16:creationId xmlns:a16="http://schemas.microsoft.com/office/drawing/2014/main" id="{E8921EC7-C17C-5735-BDD5-968D41481F89}"/>
                </a:ext>
              </a:extLst>
            </p:cNvPr>
            <p:cNvSpPr/>
            <p:nvPr/>
          </p:nvSpPr>
          <p:spPr>
            <a:xfrm>
              <a:off x="2642450" y="1607325"/>
              <a:ext cx="203625" cy="112250"/>
            </a:xfrm>
            <a:custGeom>
              <a:avLst/>
              <a:gdLst/>
              <a:ahLst/>
              <a:cxnLst/>
              <a:rect l="l" t="t" r="r" b="b"/>
              <a:pathLst>
                <a:path w="8145" h="4490" extrusionOk="0">
                  <a:moveTo>
                    <a:pt x="3742" y="1"/>
                  </a:moveTo>
                  <a:cubicBezTo>
                    <a:pt x="3315" y="1"/>
                    <a:pt x="2912" y="310"/>
                    <a:pt x="2844" y="781"/>
                  </a:cubicBezTo>
                  <a:cubicBezTo>
                    <a:pt x="2822" y="941"/>
                    <a:pt x="2799" y="1077"/>
                    <a:pt x="2844" y="1236"/>
                  </a:cubicBezTo>
                  <a:cubicBezTo>
                    <a:pt x="3026" y="1873"/>
                    <a:pt x="2617" y="2101"/>
                    <a:pt x="2139" y="2328"/>
                  </a:cubicBezTo>
                  <a:cubicBezTo>
                    <a:pt x="1479" y="2578"/>
                    <a:pt x="888" y="2942"/>
                    <a:pt x="342" y="3375"/>
                  </a:cubicBezTo>
                  <a:cubicBezTo>
                    <a:pt x="92" y="3534"/>
                    <a:pt x="1" y="3875"/>
                    <a:pt x="115" y="4171"/>
                  </a:cubicBezTo>
                  <a:cubicBezTo>
                    <a:pt x="251" y="4421"/>
                    <a:pt x="501" y="4467"/>
                    <a:pt x="820" y="4489"/>
                  </a:cubicBezTo>
                  <a:cubicBezTo>
                    <a:pt x="1047" y="4467"/>
                    <a:pt x="1275" y="4421"/>
                    <a:pt x="1479" y="4353"/>
                  </a:cubicBezTo>
                  <a:cubicBezTo>
                    <a:pt x="3459" y="3579"/>
                    <a:pt x="5460" y="2829"/>
                    <a:pt x="7303" y="1760"/>
                  </a:cubicBezTo>
                  <a:cubicBezTo>
                    <a:pt x="7553" y="1600"/>
                    <a:pt x="7781" y="1418"/>
                    <a:pt x="7985" y="1191"/>
                  </a:cubicBezTo>
                  <a:cubicBezTo>
                    <a:pt x="8122" y="1054"/>
                    <a:pt x="8145" y="827"/>
                    <a:pt x="8031" y="645"/>
                  </a:cubicBezTo>
                  <a:cubicBezTo>
                    <a:pt x="7940" y="531"/>
                    <a:pt x="7826" y="463"/>
                    <a:pt x="7690" y="417"/>
                  </a:cubicBezTo>
                  <a:cubicBezTo>
                    <a:pt x="7600" y="409"/>
                    <a:pt x="7511" y="404"/>
                    <a:pt x="7422" y="404"/>
                  </a:cubicBezTo>
                  <a:cubicBezTo>
                    <a:pt x="7058" y="404"/>
                    <a:pt x="6699" y="480"/>
                    <a:pt x="6370" y="645"/>
                  </a:cubicBezTo>
                  <a:cubicBezTo>
                    <a:pt x="6044" y="777"/>
                    <a:pt x="5727" y="882"/>
                    <a:pt x="5432" y="882"/>
                  </a:cubicBezTo>
                  <a:cubicBezTo>
                    <a:pt x="5067" y="882"/>
                    <a:pt x="4736" y="723"/>
                    <a:pt x="4459" y="258"/>
                  </a:cubicBezTo>
                  <a:cubicBezTo>
                    <a:pt x="4391" y="190"/>
                    <a:pt x="4277" y="167"/>
                    <a:pt x="4186" y="122"/>
                  </a:cubicBezTo>
                  <a:cubicBezTo>
                    <a:pt x="4044" y="39"/>
                    <a:pt x="3892" y="1"/>
                    <a:pt x="3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817;p64">
              <a:extLst>
                <a:ext uri="{FF2B5EF4-FFF2-40B4-BE49-F238E27FC236}">
                  <a16:creationId xmlns:a16="http://schemas.microsoft.com/office/drawing/2014/main" id="{B1CCF9A5-2B80-51FE-4187-B945A41EADFD}"/>
                </a:ext>
              </a:extLst>
            </p:cNvPr>
            <p:cNvSpPr/>
            <p:nvPr/>
          </p:nvSpPr>
          <p:spPr>
            <a:xfrm>
              <a:off x="2605700" y="1863300"/>
              <a:ext cx="236400" cy="284725"/>
            </a:xfrm>
            <a:custGeom>
              <a:avLst/>
              <a:gdLst/>
              <a:ahLst/>
              <a:cxnLst/>
              <a:rect l="l" t="t" r="r" b="b"/>
              <a:pathLst>
                <a:path w="9456" h="11389" extrusionOk="0">
                  <a:moveTo>
                    <a:pt x="6286" y="1"/>
                  </a:moveTo>
                  <a:cubicBezTo>
                    <a:pt x="6171" y="1"/>
                    <a:pt x="6045" y="16"/>
                    <a:pt x="5907" y="51"/>
                  </a:cubicBezTo>
                  <a:cubicBezTo>
                    <a:pt x="4405" y="415"/>
                    <a:pt x="629" y="3236"/>
                    <a:pt x="356" y="4350"/>
                  </a:cubicBezTo>
                  <a:cubicBezTo>
                    <a:pt x="1" y="5773"/>
                    <a:pt x="4663" y="11388"/>
                    <a:pt x="5597" y="11388"/>
                  </a:cubicBezTo>
                  <a:cubicBezTo>
                    <a:pt x="5619" y="11388"/>
                    <a:pt x="5639" y="11385"/>
                    <a:pt x="5656" y="11379"/>
                  </a:cubicBezTo>
                  <a:cubicBezTo>
                    <a:pt x="6430" y="11106"/>
                    <a:pt x="9273" y="7876"/>
                    <a:pt x="9387" y="7285"/>
                  </a:cubicBezTo>
                  <a:cubicBezTo>
                    <a:pt x="9455" y="6921"/>
                    <a:pt x="9433" y="6534"/>
                    <a:pt x="9273" y="6193"/>
                  </a:cubicBezTo>
                  <a:cubicBezTo>
                    <a:pt x="9137" y="5897"/>
                    <a:pt x="8955" y="5647"/>
                    <a:pt x="8727" y="5442"/>
                  </a:cubicBezTo>
                  <a:cubicBezTo>
                    <a:pt x="9046" y="4714"/>
                    <a:pt x="9046" y="4168"/>
                    <a:pt x="8136" y="3463"/>
                  </a:cubicBezTo>
                  <a:cubicBezTo>
                    <a:pt x="8272" y="3258"/>
                    <a:pt x="8363" y="3008"/>
                    <a:pt x="8409" y="2758"/>
                  </a:cubicBezTo>
                  <a:cubicBezTo>
                    <a:pt x="8614" y="1689"/>
                    <a:pt x="7453" y="1484"/>
                    <a:pt x="7453" y="1484"/>
                  </a:cubicBezTo>
                  <a:cubicBezTo>
                    <a:pt x="7453" y="1279"/>
                    <a:pt x="7408" y="1097"/>
                    <a:pt x="7363" y="915"/>
                  </a:cubicBezTo>
                  <a:cubicBezTo>
                    <a:pt x="7227" y="491"/>
                    <a:pt x="6929" y="1"/>
                    <a:pt x="6286"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818;p64">
              <a:extLst>
                <a:ext uri="{FF2B5EF4-FFF2-40B4-BE49-F238E27FC236}">
                  <a16:creationId xmlns:a16="http://schemas.microsoft.com/office/drawing/2014/main" id="{5FF12C54-1961-E889-D9FF-6E03639E3FBB}"/>
                </a:ext>
              </a:extLst>
            </p:cNvPr>
            <p:cNvSpPr/>
            <p:nvPr/>
          </p:nvSpPr>
          <p:spPr>
            <a:xfrm>
              <a:off x="2663500" y="1886175"/>
              <a:ext cx="128550" cy="118875"/>
            </a:xfrm>
            <a:custGeom>
              <a:avLst/>
              <a:gdLst/>
              <a:ahLst/>
              <a:cxnLst/>
              <a:rect l="l" t="t" r="r" b="b"/>
              <a:pathLst>
                <a:path w="5142" h="4755" extrusionOk="0">
                  <a:moveTo>
                    <a:pt x="5051" y="0"/>
                  </a:moveTo>
                  <a:cubicBezTo>
                    <a:pt x="3777" y="250"/>
                    <a:pt x="2639" y="933"/>
                    <a:pt x="1798" y="1911"/>
                  </a:cubicBezTo>
                  <a:cubicBezTo>
                    <a:pt x="1206" y="2639"/>
                    <a:pt x="23" y="4686"/>
                    <a:pt x="1" y="4754"/>
                  </a:cubicBezTo>
                  <a:cubicBezTo>
                    <a:pt x="69" y="4686"/>
                    <a:pt x="2639" y="2025"/>
                    <a:pt x="3299" y="1547"/>
                  </a:cubicBezTo>
                  <a:cubicBezTo>
                    <a:pt x="3959" y="1092"/>
                    <a:pt x="4732" y="592"/>
                    <a:pt x="5141" y="569"/>
                  </a:cubicBezTo>
                  <a:cubicBezTo>
                    <a:pt x="5141" y="364"/>
                    <a:pt x="5096" y="182"/>
                    <a:pt x="5051"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819;p64">
              <a:extLst>
                <a:ext uri="{FF2B5EF4-FFF2-40B4-BE49-F238E27FC236}">
                  <a16:creationId xmlns:a16="http://schemas.microsoft.com/office/drawing/2014/main" id="{48565EE5-600D-A6DC-BC5B-1C3C3E60E8C1}"/>
                </a:ext>
              </a:extLst>
            </p:cNvPr>
            <p:cNvSpPr/>
            <p:nvPr/>
          </p:nvSpPr>
          <p:spPr>
            <a:xfrm>
              <a:off x="2713550" y="1932225"/>
              <a:ext cx="102375" cy="106950"/>
            </a:xfrm>
            <a:custGeom>
              <a:avLst/>
              <a:gdLst/>
              <a:ahLst/>
              <a:cxnLst/>
              <a:rect l="l" t="t" r="r" b="b"/>
              <a:pathLst>
                <a:path w="4095" h="4278" extrusionOk="0">
                  <a:moveTo>
                    <a:pt x="4095" y="1"/>
                  </a:moveTo>
                  <a:lnTo>
                    <a:pt x="4095" y="1"/>
                  </a:lnTo>
                  <a:cubicBezTo>
                    <a:pt x="3526" y="251"/>
                    <a:pt x="2958" y="547"/>
                    <a:pt x="2457" y="911"/>
                  </a:cubicBezTo>
                  <a:cubicBezTo>
                    <a:pt x="1320" y="1707"/>
                    <a:pt x="46" y="4209"/>
                    <a:pt x="0" y="4277"/>
                  </a:cubicBezTo>
                  <a:lnTo>
                    <a:pt x="3822" y="706"/>
                  </a:lnTo>
                  <a:cubicBezTo>
                    <a:pt x="3958" y="501"/>
                    <a:pt x="4049" y="251"/>
                    <a:pt x="4095"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820;p64">
              <a:extLst>
                <a:ext uri="{FF2B5EF4-FFF2-40B4-BE49-F238E27FC236}">
                  <a16:creationId xmlns:a16="http://schemas.microsoft.com/office/drawing/2014/main" id="{5E103A72-6350-4DC9-F54A-41A14A78EA08}"/>
                </a:ext>
              </a:extLst>
            </p:cNvPr>
            <p:cNvSpPr/>
            <p:nvPr/>
          </p:nvSpPr>
          <p:spPr>
            <a:xfrm>
              <a:off x="2766425" y="1999350"/>
              <a:ext cx="71125" cy="73950"/>
            </a:xfrm>
            <a:custGeom>
              <a:avLst/>
              <a:gdLst/>
              <a:ahLst/>
              <a:cxnLst/>
              <a:rect l="l" t="t" r="r" b="b"/>
              <a:pathLst>
                <a:path w="2845" h="2958" extrusionOk="0">
                  <a:moveTo>
                    <a:pt x="2298" y="0"/>
                  </a:moveTo>
                  <a:lnTo>
                    <a:pt x="1" y="2957"/>
                  </a:lnTo>
                  <a:cubicBezTo>
                    <a:pt x="1" y="2957"/>
                    <a:pt x="1934" y="1752"/>
                    <a:pt x="2844" y="751"/>
                  </a:cubicBezTo>
                  <a:cubicBezTo>
                    <a:pt x="2708" y="455"/>
                    <a:pt x="2526" y="205"/>
                    <a:pt x="2298"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821;p64">
              <a:extLst>
                <a:ext uri="{FF2B5EF4-FFF2-40B4-BE49-F238E27FC236}">
                  <a16:creationId xmlns:a16="http://schemas.microsoft.com/office/drawing/2014/main" id="{38E7E79E-68F4-5F00-9E87-9233112BA2EC}"/>
                </a:ext>
              </a:extLst>
            </p:cNvPr>
            <p:cNvSpPr/>
            <p:nvPr/>
          </p:nvSpPr>
          <p:spPr>
            <a:xfrm>
              <a:off x="3981150" y="1024825"/>
              <a:ext cx="484550" cy="417650"/>
            </a:xfrm>
            <a:custGeom>
              <a:avLst/>
              <a:gdLst/>
              <a:ahLst/>
              <a:cxnLst/>
              <a:rect l="l" t="t" r="r" b="b"/>
              <a:pathLst>
                <a:path w="19382" h="16706" extrusionOk="0">
                  <a:moveTo>
                    <a:pt x="17551" y="0"/>
                  </a:moveTo>
                  <a:cubicBezTo>
                    <a:pt x="17068" y="0"/>
                    <a:pt x="16835" y="322"/>
                    <a:pt x="16242" y="1493"/>
                  </a:cubicBezTo>
                  <a:cubicBezTo>
                    <a:pt x="14058" y="5929"/>
                    <a:pt x="12170" y="8363"/>
                    <a:pt x="9805" y="12708"/>
                  </a:cubicBezTo>
                  <a:cubicBezTo>
                    <a:pt x="9600" y="13094"/>
                    <a:pt x="9372" y="13481"/>
                    <a:pt x="9145" y="13868"/>
                  </a:cubicBezTo>
                  <a:cubicBezTo>
                    <a:pt x="9110" y="13937"/>
                    <a:pt x="9032" y="13967"/>
                    <a:pt x="8943" y="13967"/>
                  </a:cubicBezTo>
                  <a:cubicBezTo>
                    <a:pt x="8798" y="13967"/>
                    <a:pt x="8624" y="13889"/>
                    <a:pt x="8554" y="13777"/>
                  </a:cubicBezTo>
                  <a:cubicBezTo>
                    <a:pt x="8281" y="13208"/>
                    <a:pt x="7939" y="12776"/>
                    <a:pt x="7712" y="12344"/>
                  </a:cubicBezTo>
                  <a:cubicBezTo>
                    <a:pt x="5938" y="9091"/>
                    <a:pt x="5141" y="7794"/>
                    <a:pt x="3549" y="4883"/>
                  </a:cubicBezTo>
                  <a:cubicBezTo>
                    <a:pt x="3071" y="4018"/>
                    <a:pt x="2730" y="3063"/>
                    <a:pt x="2275" y="2176"/>
                  </a:cubicBezTo>
                  <a:cubicBezTo>
                    <a:pt x="2071" y="1782"/>
                    <a:pt x="1905" y="1603"/>
                    <a:pt x="1638" y="1603"/>
                  </a:cubicBezTo>
                  <a:cubicBezTo>
                    <a:pt x="1488" y="1603"/>
                    <a:pt x="1307" y="1660"/>
                    <a:pt x="1070" y="1766"/>
                  </a:cubicBezTo>
                  <a:cubicBezTo>
                    <a:pt x="706" y="1903"/>
                    <a:pt x="364" y="2062"/>
                    <a:pt x="1" y="2198"/>
                  </a:cubicBezTo>
                  <a:lnTo>
                    <a:pt x="7462" y="16006"/>
                  </a:lnTo>
                  <a:cubicBezTo>
                    <a:pt x="7718" y="16473"/>
                    <a:pt x="8178" y="16706"/>
                    <a:pt x="8636" y="16706"/>
                  </a:cubicBezTo>
                  <a:cubicBezTo>
                    <a:pt x="9071" y="16706"/>
                    <a:pt x="9504" y="16495"/>
                    <a:pt x="9759" y="16074"/>
                  </a:cubicBezTo>
                  <a:lnTo>
                    <a:pt x="19381" y="356"/>
                  </a:lnTo>
                  <a:cubicBezTo>
                    <a:pt x="19199" y="333"/>
                    <a:pt x="19040" y="288"/>
                    <a:pt x="18858" y="242"/>
                  </a:cubicBezTo>
                  <a:cubicBezTo>
                    <a:pt x="18236" y="121"/>
                    <a:pt x="17847" y="0"/>
                    <a:pt x="17551" y="0"/>
                  </a:cubicBez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822;p64">
              <a:extLst>
                <a:ext uri="{FF2B5EF4-FFF2-40B4-BE49-F238E27FC236}">
                  <a16:creationId xmlns:a16="http://schemas.microsoft.com/office/drawing/2014/main" id="{B41B0E8B-9757-D07A-CA1B-19FFBD71AC1B}"/>
                </a:ext>
              </a:extLst>
            </p:cNvPr>
            <p:cNvSpPr/>
            <p:nvPr/>
          </p:nvSpPr>
          <p:spPr>
            <a:xfrm>
              <a:off x="4358750" y="989600"/>
              <a:ext cx="488525" cy="977200"/>
            </a:xfrm>
            <a:custGeom>
              <a:avLst/>
              <a:gdLst/>
              <a:ahLst/>
              <a:cxnLst/>
              <a:rect l="l" t="t" r="r" b="b"/>
              <a:pathLst>
                <a:path w="19541" h="39088" extrusionOk="0">
                  <a:moveTo>
                    <a:pt x="755" y="0"/>
                  </a:moveTo>
                  <a:cubicBezTo>
                    <a:pt x="457" y="0"/>
                    <a:pt x="168" y="194"/>
                    <a:pt x="69" y="491"/>
                  </a:cubicBezTo>
                  <a:cubicBezTo>
                    <a:pt x="1" y="855"/>
                    <a:pt x="183" y="1219"/>
                    <a:pt x="547" y="1333"/>
                  </a:cubicBezTo>
                  <a:cubicBezTo>
                    <a:pt x="1002" y="1492"/>
                    <a:pt x="1479" y="1628"/>
                    <a:pt x="1980" y="1742"/>
                  </a:cubicBezTo>
                  <a:cubicBezTo>
                    <a:pt x="4209" y="2288"/>
                    <a:pt x="5779" y="3653"/>
                    <a:pt x="6780" y="5677"/>
                  </a:cubicBezTo>
                  <a:cubicBezTo>
                    <a:pt x="7553" y="7247"/>
                    <a:pt x="8053" y="8930"/>
                    <a:pt x="8304" y="10659"/>
                  </a:cubicBezTo>
                  <a:cubicBezTo>
                    <a:pt x="8599" y="12888"/>
                    <a:pt x="8781" y="15140"/>
                    <a:pt x="8827" y="17370"/>
                  </a:cubicBezTo>
                  <a:cubicBezTo>
                    <a:pt x="8872" y="19189"/>
                    <a:pt x="9077" y="19007"/>
                    <a:pt x="7303" y="19440"/>
                  </a:cubicBezTo>
                  <a:cubicBezTo>
                    <a:pt x="5710" y="19826"/>
                    <a:pt x="4414" y="21009"/>
                    <a:pt x="3936" y="22556"/>
                  </a:cubicBezTo>
                  <a:cubicBezTo>
                    <a:pt x="3754" y="23079"/>
                    <a:pt x="3595" y="23602"/>
                    <a:pt x="3504" y="24148"/>
                  </a:cubicBezTo>
                  <a:cubicBezTo>
                    <a:pt x="3185" y="25718"/>
                    <a:pt x="3117" y="27333"/>
                    <a:pt x="3276" y="28925"/>
                  </a:cubicBezTo>
                  <a:cubicBezTo>
                    <a:pt x="3436" y="31018"/>
                    <a:pt x="3845" y="33065"/>
                    <a:pt x="4755" y="34999"/>
                  </a:cubicBezTo>
                  <a:cubicBezTo>
                    <a:pt x="5187" y="36000"/>
                    <a:pt x="5870" y="36887"/>
                    <a:pt x="6757" y="37569"/>
                  </a:cubicBezTo>
                  <a:cubicBezTo>
                    <a:pt x="7257" y="37956"/>
                    <a:pt x="7826" y="38275"/>
                    <a:pt x="8235" y="38798"/>
                  </a:cubicBezTo>
                  <a:cubicBezTo>
                    <a:pt x="8392" y="38986"/>
                    <a:pt x="8625" y="39088"/>
                    <a:pt x="8867" y="39088"/>
                  </a:cubicBezTo>
                  <a:cubicBezTo>
                    <a:pt x="8975" y="39088"/>
                    <a:pt x="9085" y="39067"/>
                    <a:pt x="9191" y="39025"/>
                  </a:cubicBezTo>
                  <a:cubicBezTo>
                    <a:pt x="9805" y="38798"/>
                    <a:pt x="10169" y="37933"/>
                    <a:pt x="9964" y="37251"/>
                  </a:cubicBezTo>
                  <a:cubicBezTo>
                    <a:pt x="9826" y="36784"/>
                    <a:pt x="9543" y="36541"/>
                    <a:pt x="9066" y="36541"/>
                  </a:cubicBezTo>
                  <a:cubicBezTo>
                    <a:pt x="8915" y="36541"/>
                    <a:pt x="8745" y="36565"/>
                    <a:pt x="8554" y="36614"/>
                  </a:cubicBezTo>
                  <a:cubicBezTo>
                    <a:pt x="8452" y="36650"/>
                    <a:pt x="8346" y="36668"/>
                    <a:pt x="8240" y="36668"/>
                  </a:cubicBezTo>
                  <a:cubicBezTo>
                    <a:pt x="8013" y="36668"/>
                    <a:pt x="7784" y="36587"/>
                    <a:pt x="7598" y="36432"/>
                  </a:cubicBezTo>
                  <a:cubicBezTo>
                    <a:pt x="6916" y="35909"/>
                    <a:pt x="6393" y="35226"/>
                    <a:pt x="6074" y="34430"/>
                  </a:cubicBezTo>
                  <a:cubicBezTo>
                    <a:pt x="4550" y="31041"/>
                    <a:pt x="4346" y="27492"/>
                    <a:pt x="5005" y="23875"/>
                  </a:cubicBezTo>
                  <a:cubicBezTo>
                    <a:pt x="5074" y="23602"/>
                    <a:pt x="5165" y="23307"/>
                    <a:pt x="5278" y="23034"/>
                  </a:cubicBezTo>
                  <a:cubicBezTo>
                    <a:pt x="5642" y="21919"/>
                    <a:pt x="6552" y="21077"/>
                    <a:pt x="7689" y="20804"/>
                  </a:cubicBezTo>
                  <a:cubicBezTo>
                    <a:pt x="8918" y="20509"/>
                    <a:pt x="10146" y="20281"/>
                    <a:pt x="11375" y="20145"/>
                  </a:cubicBezTo>
                  <a:cubicBezTo>
                    <a:pt x="11583" y="20107"/>
                    <a:pt x="11791" y="20088"/>
                    <a:pt x="11998" y="20088"/>
                  </a:cubicBezTo>
                  <a:cubicBezTo>
                    <a:pt x="13148" y="20088"/>
                    <a:pt x="14245" y="20663"/>
                    <a:pt x="14900" y="21646"/>
                  </a:cubicBezTo>
                  <a:cubicBezTo>
                    <a:pt x="15264" y="22124"/>
                    <a:pt x="15583" y="22624"/>
                    <a:pt x="15856" y="23147"/>
                  </a:cubicBezTo>
                  <a:cubicBezTo>
                    <a:pt x="16516" y="24376"/>
                    <a:pt x="17039" y="25695"/>
                    <a:pt x="17380" y="27037"/>
                  </a:cubicBezTo>
                  <a:cubicBezTo>
                    <a:pt x="17903" y="28812"/>
                    <a:pt x="18085" y="30677"/>
                    <a:pt x="17949" y="32519"/>
                  </a:cubicBezTo>
                  <a:cubicBezTo>
                    <a:pt x="17903" y="33111"/>
                    <a:pt x="17744" y="33702"/>
                    <a:pt x="17494" y="34248"/>
                  </a:cubicBezTo>
                  <a:cubicBezTo>
                    <a:pt x="17221" y="34794"/>
                    <a:pt x="16948" y="35249"/>
                    <a:pt x="16174" y="35249"/>
                  </a:cubicBezTo>
                  <a:cubicBezTo>
                    <a:pt x="16163" y="35249"/>
                    <a:pt x="16151" y="35248"/>
                    <a:pt x="16140" y="35248"/>
                  </a:cubicBezTo>
                  <a:cubicBezTo>
                    <a:pt x="15549" y="35248"/>
                    <a:pt x="15267" y="35829"/>
                    <a:pt x="15378" y="36432"/>
                  </a:cubicBezTo>
                  <a:cubicBezTo>
                    <a:pt x="15469" y="36819"/>
                    <a:pt x="15674" y="37160"/>
                    <a:pt x="15992" y="37410"/>
                  </a:cubicBezTo>
                  <a:cubicBezTo>
                    <a:pt x="16208" y="37572"/>
                    <a:pt x="16455" y="37652"/>
                    <a:pt x="16690" y="37652"/>
                  </a:cubicBezTo>
                  <a:cubicBezTo>
                    <a:pt x="17049" y="37652"/>
                    <a:pt x="17379" y="37463"/>
                    <a:pt x="17516" y="37092"/>
                  </a:cubicBezTo>
                  <a:cubicBezTo>
                    <a:pt x="17721" y="36591"/>
                    <a:pt x="17971" y="36113"/>
                    <a:pt x="18290" y="35659"/>
                  </a:cubicBezTo>
                  <a:cubicBezTo>
                    <a:pt x="18995" y="34635"/>
                    <a:pt x="19382" y="33407"/>
                    <a:pt x="19404" y="32155"/>
                  </a:cubicBezTo>
                  <a:cubicBezTo>
                    <a:pt x="19541" y="28357"/>
                    <a:pt x="18495" y="24853"/>
                    <a:pt x="16607" y="21601"/>
                  </a:cubicBezTo>
                  <a:cubicBezTo>
                    <a:pt x="16288" y="21100"/>
                    <a:pt x="15924" y="20622"/>
                    <a:pt x="15515" y="20190"/>
                  </a:cubicBezTo>
                  <a:cubicBezTo>
                    <a:pt x="14656" y="19224"/>
                    <a:pt x="13411" y="18683"/>
                    <a:pt x="12126" y="18683"/>
                  </a:cubicBezTo>
                  <a:cubicBezTo>
                    <a:pt x="12050" y="18683"/>
                    <a:pt x="11974" y="18685"/>
                    <a:pt x="11898" y="18689"/>
                  </a:cubicBezTo>
                  <a:cubicBezTo>
                    <a:pt x="11614" y="18702"/>
                    <a:pt x="11321" y="18764"/>
                    <a:pt x="11021" y="18764"/>
                  </a:cubicBezTo>
                  <a:cubicBezTo>
                    <a:pt x="10817" y="18764"/>
                    <a:pt x="10608" y="18736"/>
                    <a:pt x="10396" y="18643"/>
                  </a:cubicBezTo>
                  <a:lnTo>
                    <a:pt x="10419" y="18643"/>
                  </a:lnTo>
                  <a:cubicBezTo>
                    <a:pt x="10169" y="17961"/>
                    <a:pt x="10214" y="17279"/>
                    <a:pt x="10192" y="16573"/>
                  </a:cubicBezTo>
                  <a:cubicBezTo>
                    <a:pt x="10169" y="14731"/>
                    <a:pt x="10032" y="12888"/>
                    <a:pt x="9805" y="11046"/>
                  </a:cubicBezTo>
                  <a:cubicBezTo>
                    <a:pt x="9555" y="9135"/>
                    <a:pt x="9032" y="7247"/>
                    <a:pt x="8258" y="5450"/>
                  </a:cubicBezTo>
                  <a:cubicBezTo>
                    <a:pt x="6825" y="2242"/>
                    <a:pt x="4255" y="582"/>
                    <a:pt x="888" y="13"/>
                  </a:cubicBezTo>
                  <a:cubicBezTo>
                    <a:pt x="844" y="4"/>
                    <a:pt x="799" y="0"/>
                    <a:pt x="755"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823;p64">
              <a:extLst>
                <a:ext uri="{FF2B5EF4-FFF2-40B4-BE49-F238E27FC236}">
                  <a16:creationId xmlns:a16="http://schemas.microsoft.com/office/drawing/2014/main" id="{88ED0C18-7904-7925-8777-825FD35C09A3}"/>
                </a:ext>
              </a:extLst>
            </p:cNvPr>
            <p:cNvSpPr/>
            <p:nvPr/>
          </p:nvSpPr>
          <p:spPr>
            <a:xfrm>
              <a:off x="3576250" y="1031925"/>
              <a:ext cx="469750" cy="825275"/>
            </a:xfrm>
            <a:custGeom>
              <a:avLst/>
              <a:gdLst/>
              <a:ahLst/>
              <a:cxnLst/>
              <a:rect l="l" t="t" r="r" b="b"/>
              <a:pathLst>
                <a:path w="18790" h="33011" extrusionOk="0">
                  <a:moveTo>
                    <a:pt x="17930" y="0"/>
                  </a:moveTo>
                  <a:cubicBezTo>
                    <a:pt x="17795" y="0"/>
                    <a:pt x="17661" y="23"/>
                    <a:pt x="17539" y="72"/>
                  </a:cubicBezTo>
                  <a:cubicBezTo>
                    <a:pt x="16424" y="322"/>
                    <a:pt x="15332" y="686"/>
                    <a:pt x="14286" y="1164"/>
                  </a:cubicBezTo>
                  <a:cubicBezTo>
                    <a:pt x="12056" y="2301"/>
                    <a:pt x="10123" y="3939"/>
                    <a:pt x="8667" y="5986"/>
                  </a:cubicBezTo>
                  <a:cubicBezTo>
                    <a:pt x="6734" y="8648"/>
                    <a:pt x="5551" y="11650"/>
                    <a:pt x="4709" y="14812"/>
                  </a:cubicBezTo>
                  <a:cubicBezTo>
                    <a:pt x="3708" y="18565"/>
                    <a:pt x="2980" y="22387"/>
                    <a:pt x="2594" y="26254"/>
                  </a:cubicBezTo>
                  <a:cubicBezTo>
                    <a:pt x="2503" y="27096"/>
                    <a:pt x="2366" y="27846"/>
                    <a:pt x="1456" y="28188"/>
                  </a:cubicBezTo>
                  <a:cubicBezTo>
                    <a:pt x="1297" y="28279"/>
                    <a:pt x="1138" y="28415"/>
                    <a:pt x="1024" y="28574"/>
                  </a:cubicBezTo>
                  <a:cubicBezTo>
                    <a:pt x="364" y="29462"/>
                    <a:pt x="0" y="30417"/>
                    <a:pt x="455" y="31509"/>
                  </a:cubicBezTo>
                  <a:cubicBezTo>
                    <a:pt x="887" y="32532"/>
                    <a:pt x="1775" y="32942"/>
                    <a:pt x="2684" y="33010"/>
                  </a:cubicBezTo>
                  <a:cubicBezTo>
                    <a:pt x="2703" y="33010"/>
                    <a:pt x="2722" y="33011"/>
                    <a:pt x="2740" y="33011"/>
                  </a:cubicBezTo>
                  <a:cubicBezTo>
                    <a:pt x="3947" y="33011"/>
                    <a:pt x="5035" y="32288"/>
                    <a:pt x="5505" y="31168"/>
                  </a:cubicBezTo>
                  <a:cubicBezTo>
                    <a:pt x="5937" y="30053"/>
                    <a:pt x="5551" y="28779"/>
                    <a:pt x="4573" y="28097"/>
                  </a:cubicBezTo>
                  <a:cubicBezTo>
                    <a:pt x="3936" y="27687"/>
                    <a:pt x="3822" y="27278"/>
                    <a:pt x="3936" y="26618"/>
                  </a:cubicBezTo>
                  <a:cubicBezTo>
                    <a:pt x="4118" y="25435"/>
                    <a:pt x="4254" y="24252"/>
                    <a:pt x="4436" y="23069"/>
                  </a:cubicBezTo>
                  <a:cubicBezTo>
                    <a:pt x="4959" y="19566"/>
                    <a:pt x="5755" y="16109"/>
                    <a:pt x="6825" y="12742"/>
                  </a:cubicBezTo>
                  <a:cubicBezTo>
                    <a:pt x="7575" y="10467"/>
                    <a:pt x="8690" y="8306"/>
                    <a:pt x="10146" y="6396"/>
                  </a:cubicBezTo>
                  <a:cubicBezTo>
                    <a:pt x="11920" y="4075"/>
                    <a:pt x="14172" y="2437"/>
                    <a:pt x="17038" y="1664"/>
                  </a:cubicBezTo>
                  <a:cubicBezTo>
                    <a:pt x="17379" y="1573"/>
                    <a:pt x="17698" y="1459"/>
                    <a:pt x="18039" y="1346"/>
                  </a:cubicBezTo>
                  <a:cubicBezTo>
                    <a:pt x="18221" y="1277"/>
                    <a:pt x="18380" y="1164"/>
                    <a:pt x="18517" y="1027"/>
                  </a:cubicBezTo>
                  <a:cubicBezTo>
                    <a:pt x="18790" y="709"/>
                    <a:pt x="18676" y="208"/>
                    <a:pt x="18267" y="49"/>
                  </a:cubicBezTo>
                  <a:cubicBezTo>
                    <a:pt x="18161" y="17"/>
                    <a:pt x="18046" y="0"/>
                    <a:pt x="17930"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824;p64">
              <a:extLst>
                <a:ext uri="{FF2B5EF4-FFF2-40B4-BE49-F238E27FC236}">
                  <a16:creationId xmlns:a16="http://schemas.microsoft.com/office/drawing/2014/main" id="{69A38F15-AC4B-844F-5AAF-0184E7F736D7}"/>
                </a:ext>
              </a:extLst>
            </p:cNvPr>
            <p:cNvSpPr/>
            <p:nvPr/>
          </p:nvSpPr>
          <p:spPr>
            <a:xfrm>
              <a:off x="4138100" y="2960425"/>
              <a:ext cx="526075" cy="174500"/>
            </a:xfrm>
            <a:custGeom>
              <a:avLst/>
              <a:gdLst/>
              <a:ahLst/>
              <a:cxnLst/>
              <a:rect l="l" t="t" r="r" b="b"/>
              <a:pathLst>
                <a:path w="21043" h="6980" extrusionOk="0">
                  <a:moveTo>
                    <a:pt x="21042" y="0"/>
                  </a:moveTo>
                  <a:lnTo>
                    <a:pt x="21042" y="0"/>
                  </a:lnTo>
                  <a:cubicBezTo>
                    <a:pt x="20201" y="137"/>
                    <a:pt x="19336" y="251"/>
                    <a:pt x="18472" y="342"/>
                  </a:cubicBezTo>
                  <a:cubicBezTo>
                    <a:pt x="14718" y="751"/>
                    <a:pt x="10920" y="819"/>
                    <a:pt x="8941" y="842"/>
                  </a:cubicBezTo>
                  <a:cubicBezTo>
                    <a:pt x="5733" y="842"/>
                    <a:pt x="2935" y="774"/>
                    <a:pt x="365" y="660"/>
                  </a:cubicBezTo>
                  <a:cubicBezTo>
                    <a:pt x="228" y="2753"/>
                    <a:pt x="1" y="6301"/>
                    <a:pt x="1" y="6301"/>
                  </a:cubicBezTo>
                  <a:cubicBezTo>
                    <a:pt x="1" y="6301"/>
                    <a:pt x="4537" y="6979"/>
                    <a:pt x="10232" y="6979"/>
                  </a:cubicBezTo>
                  <a:cubicBezTo>
                    <a:pt x="13573" y="6979"/>
                    <a:pt x="17312" y="6746"/>
                    <a:pt x="20769" y="6006"/>
                  </a:cubicBezTo>
                  <a:cubicBezTo>
                    <a:pt x="20769" y="6006"/>
                    <a:pt x="20974" y="2480"/>
                    <a:pt x="21042"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TextBox 40">
            <a:extLst>
              <a:ext uri="{FF2B5EF4-FFF2-40B4-BE49-F238E27FC236}">
                <a16:creationId xmlns:a16="http://schemas.microsoft.com/office/drawing/2014/main" id="{D7229F25-5F19-AC71-AFFE-4057D6530116}"/>
              </a:ext>
            </a:extLst>
          </p:cNvPr>
          <p:cNvSpPr txBox="1"/>
          <p:nvPr/>
        </p:nvSpPr>
        <p:spPr>
          <a:xfrm>
            <a:off x="993555" y="2229276"/>
            <a:ext cx="7679062" cy="4154984"/>
          </a:xfrm>
          <a:prstGeom prst="rect">
            <a:avLst/>
          </a:prstGeom>
          <a:noFill/>
        </p:spPr>
        <p:txBody>
          <a:bodyPr wrap="square">
            <a:spAutoFit/>
          </a:bodyPr>
          <a:lstStyle/>
          <a:p>
            <a:r>
              <a:rPr lang="en-US" sz="2400" dirty="0"/>
              <a:t>The analysis reveals significant variations in disease incidence and mortality across Nigerian states, years, and population groups. Certain states experience higher cases of malaria and cholera, while some diseases exhibit notably high mortality rates. Disease occurrence is almost evenly distributed between rural and urban areas, and specific age groups are more affected by illnesses such as diarrhea. These findings highlight the need for targeted public health interventions, improved disease monitoring, and strengthened healthcare systems to reduce disease burden and mortality.</a:t>
            </a:r>
          </a:p>
        </p:txBody>
      </p:sp>
    </p:spTree>
    <p:extLst>
      <p:ext uri="{BB962C8B-B14F-4D97-AF65-F5344CB8AC3E}">
        <p14:creationId xmlns:p14="http://schemas.microsoft.com/office/powerpoint/2010/main" val="1133624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1A66D-2B31-0966-FFBC-E63DCF08ADD7}"/>
            </a:ext>
          </a:extLst>
        </p:cNvPr>
        <p:cNvGrpSpPr/>
        <p:nvPr/>
      </p:nvGrpSpPr>
      <p:grpSpPr>
        <a:xfrm>
          <a:off x="0" y="0"/>
          <a:ext cx="0" cy="0"/>
          <a:chOff x="0" y="0"/>
          <a:chExt cx="0" cy="0"/>
        </a:xfrm>
      </p:grpSpPr>
      <p:grpSp>
        <p:nvGrpSpPr>
          <p:cNvPr id="14" name="Google Shape;1899;p66">
            <a:extLst>
              <a:ext uri="{FF2B5EF4-FFF2-40B4-BE49-F238E27FC236}">
                <a16:creationId xmlns:a16="http://schemas.microsoft.com/office/drawing/2014/main" id="{42530A85-8540-EC5D-8BA0-AD11826B075F}"/>
              </a:ext>
            </a:extLst>
          </p:cNvPr>
          <p:cNvGrpSpPr/>
          <p:nvPr/>
        </p:nvGrpSpPr>
        <p:grpSpPr>
          <a:xfrm>
            <a:off x="1063256" y="1690577"/>
            <a:ext cx="3458505" cy="4946100"/>
            <a:chOff x="1927175" y="238100"/>
            <a:chExt cx="3727650" cy="5216725"/>
          </a:xfrm>
        </p:grpSpPr>
        <p:sp>
          <p:nvSpPr>
            <p:cNvPr id="15" name="Google Shape;1900;p66">
              <a:extLst>
                <a:ext uri="{FF2B5EF4-FFF2-40B4-BE49-F238E27FC236}">
                  <a16:creationId xmlns:a16="http://schemas.microsoft.com/office/drawing/2014/main" id="{2858DE2B-0F7E-4E22-A97B-7BE25BE7FDB4}"/>
                </a:ext>
              </a:extLst>
            </p:cNvPr>
            <p:cNvSpPr/>
            <p:nvPr/>
          </p:nvSpPr>
          <p:spPr>
            <a:xfrm>
              <a:off x="2522500" y="245075"/>
              <a:ext cx="923075" cy="990725"/>
            </a:xfrm>
            <a:custGeom>
              <a:avLst/>
              <a:gdLst/>
              <a:ahLst/>
              <a:cxnLst/>
              <a:rect l="l" t="t" r="r" b="b"/>
              <a:pathLst>
                <a:path w="36923" h="39629" extrusionOk="0">
                  <a:moveTo>
                    <a:pt x="13329" y="1"/>
                  </a:moveTo>
                  <a:cubicBezTo>
                    <a:pt x="11744" y="1"/>
                    <a:pt x="10176" y="691"/>
                    <a:pt x="9115" y="2017"/>
                  </a:cubicBezTo>
                  <a:cubicBezTo>
                    <a:pt x="8166" y="3165"/>
                    <a:pt x="7548" y="4555"/>
                    <a:pt x="6776" y="5835"/>
                  </a:cubicBezTo>
                  <a:cubicBezTo>
                    <a:pt x="5165" y="8550"/>
                    <a:pt x="2252" y="10139"/>
                    <a:pt x="861" y="13052"/>
                  </a:cubicBezTo>
                  <a:cubicBezTo>
                    <a:pt x="0" y="14862"/>
                    <a:pt x="221" y="17179"/>
                    <a:pt x="927" y="19011"/>
                  </a:cubicBezTo>
                  <a:cubicBezTo>
                    <a:pt x="1634" y="20931"/>
                    <a:pt x="3068" y="22520"/>
                    <a:pt x="2825" y="24683"/>
                  </a:cubicBezTo>
                  <a:cubicBezTo>
                    <a:pt x="2671" y="25985"/>
                    <a:pt x="2207" y="27243"/>
                    <a:pt x="1987" y="28523"/>
                  </a:cubicBezTo>
                  <a:cubicBezTo>
                    <a:pt x="1766" y="29803"/>
                    <a:pt x="1854" y="31237"/>
                    <a:pt x="2649" y="32275"/>
                  </a:cubicBezTo>
                  <a:cubicBezTo>
                    <a:pt x="3478" y="33362"/>
                    <a:pt x="4887" y="33748"/>
                    <a:pt x="6296" y="33748"/>
                  </a:cubicBezTo>
                  <a:cubicBezTo>
                    <a:pt x="6688" y="33748"/>
                    <a:pt x="7080" y="33718"/>
                    <a:pt x="7460" y="33665"/>
                  </a:cubicBezTo>
                  <a:cubicBezTo>
                    <a:pt x="9063" y="33442"/>
                    <a:pt x="10628" y="32901"/>
                    <a:pt x="12225" y="32901"/>
                  </a:cubicBezTo>
                  <a:cubicBezTo>
                    <a:pt x="12365" y="32901"/>
                    <a:pt x="12506" y="32906"/>
                    <a:pt x="12646" y="32915"/>
                  </a:cubicBezTo>
                  <a:cubicBezTo>
                    <a:pt x="15052" y="33069"/>
                    <a:pt x="17126" y="34526"/>
                    <a:pt x="19068" y="35938"/>
                  </a:cubicBezTo>
                  <a:cubicBezTo>
                    <a:pt x="20702" y="37152"/>
                    <a:pt x="22578" y="39116"/>
                    <a:pt x="24630" y="39513"/>
                  </a:cubicBezTo>
                  <a:cubicBezTo>
                    <a:pt x="25031" y="39590"/>
                    <a:pt x="25429" y="39629"/>
                    <a:pt x="25820" y="39629"/>
                  </a:cubicBezTo>
                  <a:cubicBezTo>
                    <a:pt x="27453" y="39629"/>
                    <a:pt x="28956" y="38951"/>
                    <a:pt x="29971" y="37527"/>
                  </a:cubicBezTo>
                  <a:cubicBezTo>
                    <a:pt x="31185" y="35850"/>
                    <a:pt x="31538" y="33731"/>
                    <a:pt x="31913" y="31723"/>
                  </a:cubicBezTo>
                  <a:cubicBezTo>
                    <a:pt x="32266" y="29692"/>
                    <a:pt x="32178" y="27839"/>
                    <a:pt x="33568" y="26338"/>
                  </a:cubicBezTo>
                  <a:cubicBezTo>
                    <a:pt x="35179" y="24572"/>
                    <a:pt x="36923" y="22520"/>
                    <a:pt x="36746" y="20136"/>
                  </a:cubicBezTo>
                  <a:cubicBezTo>
                    <a:pt x="36592" y="17863"/>
                    <a:pt x="34760" y="16098"/>
                    <a:pt x="32862" y="14840"/>
                  </a:cubicBezTo>
                  <a:cubicBezTo>
                    <a:pt x="31317" y="13824"/>
                    <a:pt x="29574" y="13008"/>
                    <a:pt x="28227" y="11684"/>
                  </a:cubicBezTo>
                  <a:cubicBezTo>
                    <a:pt x="27036" y="10536"/>
                    <a:pt x="26682" y="8484"/>
                    <a:pt x="26263" y="6939"/>
                  </a:cubicBezTo>
                  <a:cubicBezTo>
                    <a:pt x="26064" y="6100"/>
                    <a:pt x="25800" y="5284"/>
                    <a:pt x="25491" y="4489"/>
                  </a:cubicBezTo>
                  <a:cubicBezTo>
                    <a:pt x="25093" y="3430"/>
                    <a:pt x="23858" y="2900"/>
                    <a:pt x="22710" y="2768"/>
                  </a:cubicBezTo>
                  <a:cubicBezTo>
                    <a:pt x="21584" y="2657"/>
                    <a:pt x="20415" y="2790"/>
                    <a:pt x="19289" y="2525"/>
                  </a:cubicBezTo>
                  <a:cubicBezTo>
                    <a:pt x="18340" y="2260"/>
                    <a:pt x="17457" y="1797"/>
                    <a:pt x="16707" y="1179"/>
                  </a:cubicBezTo>
                  <a:cubicBezTo>
                    <a:pt x="15707" y="386"/>
                    <a:pt x="14513" y="1"/>
                    <a:pt x="13329" y="1"/>
                  </a:cubicBezTo>
                  <a:close/>
                </a:path>
              </a:pathLst>
            </a:custGeom>
            <a:solidFill>
              <a:srgbClr val="CE4E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01;p66">
              <a:extLst>
                <a:ext uri="{FF2B5EF4-FFF2-40B4-BE49-F238E27FC236}">
                  <a16:creationId xmlns:a16="http://schemas.microsoft.com/office/drawing/2014/main" id="{367BA2DC-EF79-1FCA-46CF-1A3A6D64DB19}"/>
                </a:ext>
              </a:extLst>
            </p:cNvPr>
            <p:cNvSpPr/>
            <p:nvPr/>
          </p:nvSpPr>
          <p:spPr>
            <a:xfrm>
              <a:off x="2643325" y="474200"/>
              <a:ext cx="667625" cy="590975"/>
            </a:xfrm>
            <a:custGeom>
              <a:avLst/>
              <a:gdLst/>
              <a:ahLst/>
              <a:cxnLst/>
              <a:rect l="l" t="t" r="r" b="b"/>
              <a:pathLst>
                <a:path w="26705" h="23639" extrusionOk="0">
                  <a:moveTo>
                    <a:pt x="14741" y="1"/>
                  </a:moveTo>
                  <a:cubicBezTo>
                    <a:pt x="13933" y="1"/>
                    <a:pt x="13124" y="196"/>
                    <a:pt x="12360" y="488"/>
                  </a:cubicBezTo>
                  <a:cubicBezTo>
                    <a:pt x="10991" y="1018"/>
                    <a:pt x="9733" y="1812"/>
                    <a:pt x="8321" y="2210"/>
                  </a:cubicBezTo>
                  <a:cubicBezTo>
                    <a:pt x="6489" y="2695"/>
                    <a:pt x="4569" y="2210"/>
                    <a:pt x="2804" y="2894"/>
                  </a:cubicBezTo>
                  <a:cubicBezTo>
                    <a:pt x="1435" y="3424"/>
                    <a:pt x="266" y="4461"/>
                    <a:pt x="133" y="6006"/>
                  </a:cubicBezTo>
                  <a:cubicBezTo>
                    <a:pt x="1" y="7418"/>
                    <a:pt x="883" y="8786"/>
                    <a:pt x="1148" y="10155"/>
                  </a:cubicBezTo>
                  <a:cubicBezTo>
                    <a:pt x="1457" y="11633"/>
                    <a:pt x="1523" y="13156"/>
                    <a:pt x="1347" y="14657"/>
                  </a:cubicBezTo>
                  <a:cubicBezTo>
                    <a:pt x="1215" y="15650"/>
                    <a:pt x="994" y="16643"/>
                    <a:pt x="1237" y="17614"/>
                  </a:cubicBezTo>
                  <a:cubicBezTo>
                    <a:pt x="1590" y="18740"/>
                    <a:pt x="2539" y="19600"/>
                    <a:pt x="3708" y="19843"/>
                  </a:cubicBezTo>
                  <a:cubicBezTo>
                    <a:pt x="4437" y="19998"/>
                    <a:pt x="5209" y="19998"/>
                    <a:pt x="5959" y="20174"/>
                  </a:cubicBezTo>
                  <a:cubicBezTo>
                    <a:pt x="6710" y="20329"/>
                    <a:pt x="7438" y="20572"/>
                    <a:pt x="8144" y="20858"/>
                  </a:cubicBezTo>
                  <a:cubicBezTo>
                    <a:pt x="9844" y="21543"/>
                    <a:pt x="11389" y="22558"/>
                    <a:pt x="13110" y="23176"/>
                  </a:cubicBezTo>
                  <a:cubicBezTo>
                    <a:pt x="13937" y="23483"/>
                    <a:pt x="14803" y="23639"/>
                    <a:pt x="15669" y="23639"/>
                  </a:cubicBezTo>
                  <a:cubicBezTo>
                    <a:pt x="16420" y="23639"/>
                    <a:pt x="17171" y="23522"/>
                    <a:pt x="17899" y="23286"/>
                  </a:cubicBezTo>
                  <a:cubicBezTo>
                    <a:pt x="19267" y="22845"/>
                    <a:pt x="19620" y="21388"/>
                    <a:pt x="20238" y="20196"/>
                  </a:cubicBezTo>
                  <a:cubicBezTo>
                    <a:pt x="21077" y="18519"/>
                    <a:pt x="21938" y="16776"/>
                    <a:pt x="23306" y="15451"/>
                  </a:cubicBezTo>
                  <a:cubicBezTo>
                    <a:pt x="23924" y="14856"/>
                    <a:pt x="24674" y="14480"/>
                    <a:pt x="25204" y="13730"/>
                  </a:cubicBezTo>
                  <a:cubicBezTo>
                    <a:pt x="26705" y="11678"/>
                    <a:pt x="26352" y="8808"/>
                    <a:pt x="24387" y="7175"/>
                  </a:cubicBezTo>
                  <a:cubicBezTo>
                    <a:pt x="23218" y="6182"/>
                    <a:pt x="21629" y="5807"/>
                    <a:pt x="20459" y="4836"/>
                  </a:cubicBezTo>
                  <a:cubicBezTo>
                    <a:pt x="19687" y="4196"/>
                    <a:pt x="19135" y="3357"/>
                    <a:pt x="18561" y="2541"/>
                  </a:cubicBezTo>
                  <a:cubicBezTo>
                    <a:pt x="17921" y="1592"/>
                    <a:pt x="17281" y="599"/>
                    <a:pt x="16156" y="223"/>
                  </a:cubicBezTo>
                  <a:cubicBezTo>
                    <a:pt x="15690" y="68"/>
                    <a:pt x="15215" y="1"/>
                    <a:pt x="14741" y="1"/>
                  </a:cubicBezTo>
                  <a:close/>
                </a:path>
              </a:pathLst>
            </a:custGeom>
            <a:solidFill>
              <a:srgbClr val="AD42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02;p66">
              <a:extLst>
                <a:ext uri="{FF2B5EF4-FFF2-40B4-BE49-F238E27FC236}">
                  <a16:creationId xmlns:a16="http://schemas.microsoft.com/office/drawing/2014/main" id="{9917654E-B16C-F2B6-9EFD-425619F4F29A}"/>
                </a:ext>
              </a:extLst>
            </p:cNvPr>
            <p:cNvSpPr/>
            <p:nvPr/>
          </p:nvSpPr>
          <p:spPr>
            <a:xfrm>
              <a:off x="1942075" y="1048875"/>
              <a:ext cx="654925" cy="818025"/>
            </a:xfrm>
            <a:custGeom>
              <a:avLst/>
              <a:gdLst/>
              <a:ahLst/>
              <a:cxnLst/>
              <a:rect l="l" t="t" r="r" b="b"/>
              <a:pathLst>
                <a:path w="26197" h="32721" extrusionOk="0">
                  <a:moveTo>
                    <a:pt x="22333" y="0"/>
                  </a:moveTo>
                  <a:cubicBezTo>
                    <a:pt x="21861" y="0"/>
                    <a:pt x="21334" y="67"/>
                    <a:pt x="20746" y="211"/>
                  </a:cubicBezTo>
                  <a:cubicBezTo>
                    <a:pt x="18936" y="652"/>
                    <a:pt x="8078" y="13232"/>
                    <a:pt x="2914" y="22369"/>
                  </a:cubicBezTo>
                  <a:cubicBezTo>
                    <a:pt x="1126" y="25547"/>
                    <a:pt x="0" y="28305"/>
                    <a:pt x="199" y="29983"/>
                  </a:cubicBezTo>
                  <a:cubicBezTo>
                    <a:pt x="428" y="31974"/>
                    <a:pt x="1534" y="32720"/>
                    <a:pt x="3012" y="32720"/>
                  </a:cubicBezTo>
                  <a:cubicBezTo>
                    <a:pt x="5662" y="32720"/>
                    <a:pt x="9506" y="30320"/>
                    <a:pt x="11631" y="28394"/>
                  </a:cubicBezTo>
                  <a:cubicBezTo>
                    <a:pt x="13375" y="26805"/>
                    <a:pt x="17104" y="22015"/>
                    <a:pt x="20238" y="17822"/>
                  </a:cubicBezTo>
                  <a:cubicBezTo>
                    <a:pt x="21452" y="16211"/>
                    <a:pt x="22555" y="14688"/>
                    <a:pt x="23438" y="13497"/>
                  </a:cubicBezTo>
                  <a:cubicBezTo>
                    <a:pt x="25248" y="11025"/>
                    <a:pt x="26197" y="8045"/>
                    <a:pt x="26109" y="5000"/>
                  </a:cubicBezTo>
                  <a:cubicBezTo>
                    <a:pt x="26014" y="2443"/>
                    <a:pt x="25188" y="0"/>
                    <a:pt x="22333"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03;p66">
              <a:extLst>
                <a:ext uri="{FF2B5EF4-FFF2-40B4-BE49-F238E27FC236}">
                  <a16:creationId xmlns:a16="http://schemas.microsoft.com/office/drawing/2014/main" id="{955BC557-BF62-4B1A-6A34-950BEB80580E}"/>
                </a:ext>
              </a:extLst>
            </p:cNvPr>
            <p:cNvSpPr/>
            <p:nvPr/>
          </p:nvSpPr>
          <p:spPr>
            <a:xfrm>
              <a:off x="3276725" y="1051200"/>
              <a:ext cx="361400" cy="865725"/>
            </a:xfrm>
            <a:custGeom>
              <a:avLst/>
              <a:gdLst/>
              <a:ahLst/>
              <a:cxnLst/>
              <a:rect l="l" t="t" r="r" b="b"/>
              <a:pathLst>
                <a:path w="14456" h="34629" extrusionOk="0">
                  <a:moveTo>
                    <a:pt x="955" y="1"/>
                  </a:moveTo>
                  <a:cubicBezTo>
                    <a:pt x="448" y="1"/>
                    <a:pt x="130" y="268"/>
                    <a:pt x="111" y="890"/>
                  </a:cubicBezTo>
                  <a:cubicBezTo>
                    <a:pt x="22" y="3428"/>
                    <a:pt x="0" y="5856"/>
                    <a:pt x="45" y="8173"/>
                  </a:cubicBezTo>
                  <a:cubicBezTo>
                    <a:pt x="354" y="22938"/>
                    <a:pt x="3200" y="32781"/>
                    <a:pt x="5562" y="33796"/>
                  </a:cubicBezTo>
                  <a:cubicBezTo>
                    <a:pt x="6600" y="34239"/>
                    <a:pt x="7859" y="34629"/>
                    <a:pt x="9109" y="34629"/>
                  </a:cubicBezTo>
                  <a:cubicBezTo>
                    <a:pt x="11155" y="34629"/>
                    <a:pt x="13174" y="33584"/>
                    <a:pt x="14147" y="30022"/>
                  </a:cubicBezTo>
                  <a:cubicBezTo>
                    <a:pt x="14456" y="28919"/>
                    <a:pt x="13970" y="25763"/>
                    <a:pt x="13176" y="22055"/>
                  </a:cubicBezTo>
                  <a:cubicBezTo>
                    <a:pt x="11918" y="16162"/>
                    <a:pt x="9799" y="8924"/>
                    <a:pt x="8696" y="6606"/>
                  </a:cubicBezTo>
                  <a:cubicBezTo>
                    <a:pt x="7255" y="3638"/>
                    <a:pt x="2824" y="1"/>
                    <a:pt x="955"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04;p66">
              <a:extLst>
                <a:ext uri="{FF2B5EF4-FFF2-40B4-BE49-F238E27FC236}">
                  <a16:creationId xmlns:a16="http://schemas.microsoft.com/office/drawing/2014/main" id="{24787735-88E0-89ED-4B07-4EEB3B66A743}"/>
                </a:ext>
              </a:extLst>
            </p:cNvPr>
            <p:cNvSpPr/>
            <p:nvPr/>
          </p:nvSpPr>
          <p:spPr>
            <a:xfrm>
              <a:off x="3260175" y="5137550"/>
              <a:ext cx="805000" cy="317275"/>
            </a:xfrm>
            <a:custGeom>
              <a:avLst/>
              <a:gdLst/>
              <a:ahLst/>
              <a:cxnLst/>
              <a:rect l="l" t="t" r="r" b="b"/>
              <a:pathLst>
                <a:path w="32200" h="12691" extrusionOk="0">
                  <a:moveTo>
                    <a:pt x="12139" y="0"/>
                  </a:moveTo>
                  <a:lnTo>
                    <a:pt x="0" y="949"/>
                  </a:lnTo>
                  <a:lnTo>
                    <a:pt x="883" y="6974"/>
                  </a:lnTo>
                  <a:lnTo>
                    <a:pt x="1722" y="12690"/>
                  </a:lnTo>
                  <a:lnTo>
                    <a:pt x="32200" y="12690"/>
                  </a:lnTo>
                  <a:cubicBezTo>
                    <a:pt x="32200" y="12690"/>
                    <a:pt x="30037" y="8938"/>
                    <a:pt x="24961" y="7835"/>
                  </a:cubicBezTo>
                  <a:cubicBezTo>
                    <a:pt x="22776" y="7394"/>
                    <a:pt x="20613" y="6731"/>
                    <a:pt x="18561" y="5871"/>
                  </a:cubicBezTo>
                  <a:cubicBezTo>
                    <a:pt x="12337" y="3200"/>
                    <a:pt x="12139" y="0"/>
                    <a:pt x="12139"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905;p66">
              <a:extLst>
                <a:ext uri="{FF2B5EF4-FFF2-40B4-BE49-F238E27FC236}">
                  <a16:creationId xmlns:a16="http://schemas.microsoft.com/office/drawing/2014/main" id="{7054872B-547F-17E4-2C11-BBFC5C74079A}"/>
                </a:ext>
              </a:extLst>
            </p:cNvPr>
            <p:cNvSpPr/>
            <p:nvPr/>
          </p:nvSpPr>
          <p:spPr>
            <a:xfrm>
              <a:off x="3282250" y="5284300"/>
              <a:ext cx="782925" cy="170525"/>
            </a:xfrm>
            <a:custGeom>
              <a:avLst/>
              <a:gdLst/>
              <a:ahLst/>
              <a:cxnLst/>
              <a:rect l="l" t="t" r="r" b="b"/>
              <a:pathLst>
                <a:path w="31317" h="6821" extrusionOk="0">
                  <a:moveTo>
                    <a:pt x="17678" y="1"/>
                  </a:moveTo>
                  <a:cubicBezTo>
                    <a:pt x="16486" y="1303"/>
                    <a:pt x="15272" y="2892"/>
                    <a:pt x="14698" y="4503"/>
                  </a:cubicBezTo>
                  <a:cubicBezTo>
                    <a:pt x="7393" y="3863"/>
                    <a:pt x="2891" y="1943"/>
                    <a:pt x="0" y="1104"/>
                  </a:cubicBezTo>
                  <a:lnTo>
                    <a:pt x="0" y="1104"/>
                  </a:lnTo>
                  <a:lnTo>
                    <a:pt x="839" y="6820"/>
                  </a:lnTo>
                  <a:lnTo>
                    <a:pt x="31317" y="6820"/>
                  </a:lnTo>
                  <a:cubicBezTo>
                    <a:pt x="31317" y="6820"/>
                    <a:pt x="29154" y="3068"/>
                    <a:pt x="24078" y="1965"/>
                  </a:cubicBezTo>
                  <a:cubicBezTo>
                    <a:pt x="21893" y="1524"/>
                    <a:pt x="19730" y="861"/>
                    <a:pt x="17678"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906;p66">
              <a:extLst>
                <a:ext uri="{FF2B5EF4-FFF2-40B4-BE49-F238E27FC236}">
                  <a16:creationId xmlns:a16="http://schemas.microsoft.com/office/drawing/2014/main" id="{D09D5907-3E83-3911-800C-8A6663559002}"/>
                </a:ext>
              </a:extLst>
            </p:cNvPr>
            <p:cNvSpPr/>
            <p:nvPr/>
          </p:nvSpPr>
          <p:spPr>
            <a:xfrm>
              <a:off x="2942925" y="2502450"/>
              <a:ext cx="727750" cy="2829325"/>
            </a:xfrm>
            <a:custGeom>
              <a:avLst/>
              <a:gdLst/>
              <a:ahLst/>
              <a:cxnLst/>
              <a:rect l="l" t="t" r="r" b="b"/>
              <a:pathLst>
                <a:path w="29110" h="113173" extrusionOk="0">
                  <a:moveTo>
                    <a:pt x="19841" y="0"/>
                  </a:moveTo>
                  <a:lnTo>
                    <a:pt x="0" y="221"/>
                  </a:lnTo>
                  <a:lnTo>
                    <a:pt x="640" y="7592"/>
                  </a:lnTo>
                  <a:lnTo>
                    <a:pt x="9976" y="113173"/>
                  </a:lnTo>
                  <a:lnTo>
                    <a:pt x="29110" y="106508"/>
                  </a:lnTo>
                  <a:lnTo>
                    <a:pt x="20503" y="7592"/>
                  </a:lnTo>
                  <a:lnTo>
                    <a:pt x="19841" y="0"/>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07;p66">
              <a:extLst>
                <a:ext uri="{FF2B5EF4-FFF2-40B4-BE49-F238E27FC236}">
                  <a16:creationId xmlns:a16="http://schemas.microsoft.com/office/drawing/2014/main" id="{D6104FC2-5981-F1B4-AEC8-01EB298D88EF}"/>
                </a:ext>
              </a:extLst>
            </p:cNvPr>
            <p:cNvSpPr/>
            <p:nvPr/>
          </p:nvSpPr>
          <p:spPr>
            <a:xfrm>
              <a:off x="2942925" y="2502450"/>
              <a:ext cx="512575" cy="189825"/>
            </a:xfrm>
            <a:custGeom>
              <a:avLst/>
              <a:gdLst/>
              <a:ahLst/>
              <a:cxnLst/>
              <a:rect l="l" t="t" r="r" b="b"/>
              <a:pathLst>
                <a:path w="20503" h="7593" extrusionOk="0">
                  <a:moveTo>
                    <a:pt x="19841" y="0"/>
                  </a:moveTo>
                  <a:lnTo>
                    <a:pt x="0" y="221"/>
                  </a:lnTo>
                  <a:lnTo>
                    <a:pt x="640" y="7592"/>
                  </a:lnTo>
                  <a:lnTo>
                    <a:pt x="20503" y="7592"/>
                  </a:lnTo>
                  <a:lnTo>
                    <a:pt x="19841" y="0"/>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08;p66">
              <a:extLst>
                <a:ext uri="{FF2B5EF4-FFF2-40B4-BE49-F238E27FC236}">
                  <a16:creationId xmlns:a16="http://schemas.microsoft.com/office/drawing/2014/main" id="{EFDD3D0B-A89E-EB2B-0F20-6103AEE3E38B}"/>
                </a:ext>
              </a:extLst>
            </p:cNvPr>
            <p:cNvSpPr/>
            <p:nvPr/>
          </p:nvSpPr>
          <p:spPr>
            <a:xfrm>
              <a:off x="2112000" y="5137550"/>
              <a:ext cx="772475" cy="317275"/>
            </a:xfrm>
            <a:custGeom>
              <a:avLst/>
              <a:gdLst/>
              <a:ahLst/>
              <a:cxnLst/>
              <a:rect l="l" t="t" r="r" b="b"/>
              <a:pathLst>
                <a:path w="30899" h="12691" extrusionOk="0">
                  <a:moveTo>
                    <a:pt x="18650" y="0"/>
                  </a:moveTo>
                  <a:cubicBezTo>
                    <a:pt x="18650" y="0"/>
                    <a:pt x="18804" y="3200"/>
                    <a:pt x="12889" y="5871"/>
                  </a:cubicBezTo>
                  <a:cubicBezTo>
                    <a:pt x="10903" y="6731"/>
                    <a:pt x="8829" y="7394"/>
                    <a:pt x="6688" y="7835"/>
                  </a:cubicBezTo>
                  <a:cubicBezTo>
                    <a:pt x="1744" y="8938"/>
                    <a:pt x="1" y="12690"/>
                    <a:pt x="1" y="12690"/>
                  </a:cubicBezTo>
                  <a:lnTo>
                    <a:pt x="30457" y="12690"/>
                  </a:lnTo>
                  <a:lnTo>
                    <a:pt x="30677" y="6974"/>
                  </a:lnTo>
                  <a:lnTo>
                    <a:pt x="30898" y="949"/>
                  </a:lnTo>
                  <a:lnTo>
                    <a:pt x="18650" y="0"/>
                  </a:ln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09;p66">
              <a:extLst>
                <a:ext uri="{FF2B5EF4-FFF2-40B4-BE49-F238E27FC236}">
                  <a16:creationId xmlns:a16="http://schemas.microsoft.com/office/drawing/2014/main" id="{70836E27-1A05-8951-5339-75A87ED3BD75}"/>
                </a:ext>
              </a:extLst>
            </p:cNvPr>
            <p:cNvSpPr/>
            <p:nvPr/>
          </p:nvSpPr>
          <p:spPr>
            <a:xfrm>
              <a:off x="2112000" y="5284300"/>
              <a:ext cx="766950" cy="170525"/>
            </a:xfrm>
            <a:custGeom>
              <a:avLst/>
              <a:gdLst/>
              <a:ahLst/>
              <a:cxnLst/>
              <a:rect l="l" t="t" r="r" b="b"/>
              <a:pathLst>
                <a:path w="30678" h="6821" extrusionOk="0">
                  <a:moveTo>
                    <a:pt x="12889" y="1"/>
                  </a:moveTo>
                  <a:cubicBezTo>
                    <a:pt x="10903" y="861"/>
                    <a:pt x="8829" y="1524"/>
                    <a:pt x="6688" y="1965"/>
                  </a:cubicBezTo>
                  <a:cubicBezTo>
                    <a:pt x="1744" y="3068"/>
                    <a:pt x="1" y="6820"/>
                    <a:pt x="1" y="6820"/>
                  </a:cubicBezTo>
                  <a:lnTo>
                    <a:pt x="30457" y="6820"/>
                  </a:lnTo>
                  <a:lnTo>
                    <a:pt x="30677" y="1104"/>
                  </a:lnTo>
                  <a:lnTo>
                    <a:pt x="30677" y="1104"/>
                  </a:lnTo>
                  <a:cubicBezTo>
                    <a:pt x="27875" y="1943"/>
                    <a:pt x="23593" y="3863"/>
                    <a:pt x="16354" y="4503"/>
                  </a:cubicBezTo>
                  <a:cubicBezTo>
                    <a:pt x="15604" y="2914"/>
                    <a:pt x="14214" y="1303"/>
                    <a:pt x="12889"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910;p66">
              <a:extLst>
                <a:ext uri="{FF2B5EF4-FFF2-40B4-BE49-F238E27FC236}">
                  <a16:creationId xmlns:a16="http://schemas.microsoft.com/office/drawing/2014/main" id="{86BC022F-EBD5-57B2-5581-E33BC190A769}"/>
                </a:ext>
              </a:extLst>
            </p:cNvPr>
            <p:cNvSpPr/>
            <p:nvPr/>
          </p:nvSpPr>
          <p:spPr>
            <a:xfrm>
              <a:off x="2411050" y="2502450"/>
              <a:ext cx="560025" cy="2829325"/>
            </a:xfrm>
            <a:custGeom>
              <a:avLst/>
              <a:gdLst/>
              <a:ahLst/>
              <a:cxnLst/>
              <a:rect l="l" t="t" r="r" b="b"/>
              <a:pathLst>
                <a:path w="22401" h="113173" extrusionOk="0">
                  <a:moveTo>
                    <a:pt x="0" y="0"/>
                  </a:moveTo>
                  <a:lnTo>
                    <a:pt x="177" y="7592"/>
                  </a:lnTo>
                  <a:lnTo>
                    <a:pt x="2538" y="106508"/>
                  </a:lnTo>
                  <a:lnTo>
                    <a:pt x="22401" y="113173"/>
                  </a:lnTo>
                  <a:lnTo>
                    <a:pt x="22401" y="113173"/>
                  </a:lnTo>
                  <a:lnTo>
                    <a:pt x="20017" y="7592"/>
                  </a:lnTo>
                  <a:lnTo>
                    <a:pt x="19863" y="221"/>
                  </a:lnTo>
                  <a:lnTo>
                    <a:pt x="0" y="0"/>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911;p66">
              <a:extLst>
                <a:ext uri="{FF2B5EF4-FFF2-40B4-BE49-F238E27FC236}">
                  <a16:creationId xmlns:a16="http://schemas.microsoft.com/office/drawing/2014/main" id="{284FC4C9-A917-7894-9769-639FEB79AEB0}"/>
                </a:ext>
              </a:extLst>
            </p:cNvPr>
            <p:cNvSpPr/>
            <p:nvPr/>
          </p:nvSpPr>
          <p:spPr>
            <a:xfrm>
              <a:off x="2411050" y="2502450"/>
              <a:ext cx="500450" cy="189825"/>
            </a:xfrm>
            <a:custGeom>
              <a:avLst/>
              <a:gdLst/>
              <a:ahLst/>
              <a:cxnLst/>
              <a:rect l="l" t="t" r="r" b="b"/>
              <a:pathLst>
                <a:path w="20018" h="7593" extrusionOk="0">
                  <a:moveTo>
                    <a:pt x="0" y="0"/>
                  </a:moveTo>
                  <a:lnTo>
                    <a:pt x="177" y="7592"/>
                  </a:lnTo>
                  <a:lnTo>
                    <a:pt x="20017" y="7592"/>
                  </a:lnTo>
                  <a:lnTo>
                    <a:pt x="19863" y="221"/>
                  </a:lnTo>
                  <a:lnTo>
                    <a:pt x="0" y="0"/>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912;p66">
              <a:extLst>
                <a:ext uri="{FF2B5EF4-FFF2-40B4-BE49-F238E27FC236}">
                  <a16:creationId xmlns:a16="http://schemas.microsoft.com/office/drawing/2014/main" id="{FED0BDBB-F18C-7DCF-CA38-F0E6DD1FEFF5}"/>
                </a:ext>
              </a:extLst>
            </p:cNvPr>
            <p:cNvSpPr/>
            <p:nvPr/>
          </p:nvSpPr>
          <p:spPr>
            <a:xfrm>
              <a:off x="2346500" y="974125"/>
              <a:ext cx="1157550" cy="1572475"/>
            </a:xfrm>
            <a:custGeom>
              <a:avLst/>
              <a:gdLst/>
              <a:ahLst/>
              <a:cxnLst/>
              <a:rect l="l" t="t" r="r" b="b"/>
              <a:pathLst>
                <a:path w="46302" h="62899" extrusionOk="0">
                  <a:moveTo>
                    <a:pt x="14147" y="1"/>
                  </a:moveTo>
                  <a:cubicBezTo>
                    <a:pt x="14147" y="1"/>
                    <a:pt x="13441" y="89"/>
                    <a:pt x="12403" y="288"/>
                  </a:cubicBezTo>
                  <a:cubicBezTo>
                    <a:pt x="9954" y="729"/>
                    <a:pt x="5628" y="1744"/>
                    <a:pt x="4569" y="3201"/>
                  </a:cubicBezTo>
                  <a:cubicBezTo>
                    <a:pt x="3046" y="5297"/>
                    <a:pt x="7835" y="29155"/>
                    <a:pt x="7835" y="29155"/>
                  </a:cubicBezTo>
                  <a:cubicBezTo>
                    <a:pt x="7835" y="29155"/>
                    <a:pt x="0" y="55064"/>
                    <a:pt x="1060" y="62899"/>
                  </a:cubicBezTo>
                  <a:lnTo>
                    <a:pt x="46258" y="62899"/>
                  </a:lnTo>
                  <a:cubicBezTo>
                    <a:pt x="46302" y="61398"/>
                    <a:pt x="46214" y="59919"/>
                    <a:pt x="45971" y="58441"/>
                  </a:cubicBezTo>
                  <a:cubicBezTo>
                    <a:pt x="45574" y="56123"/>
                    <a:pt x="38975" y="34738"/>
                    <a:pt x="37629" y="31185"/>
                  </a:cubicBezTo>
                  <a:cubicBezTo>
                    <a:pt x="39549" y="21364"/>
                    <a:pt x="40100" y="5915"/>
                    <a:pt x="39769" y="4106"/>
                  </a:cubicBezTo>
                  <a:cubicBezTo>
                    <a:pt x="39438" y="2296"/>
                    <a:pt x="35929" y="1391"/>
                    <a:pt x="34296" y="1060"/>
                  </a:cubicBezTo>
                  <a:cubicBezTo>
                    <a:pt x="33502" y="906"/>
                    <a:pt x="32332" y="729"/>
                    <a:pt x="31339" y="575"/>
                  </a:cubicBezTo>
                  <a:cubicBezTo>
                    <a:pt x="30258" y="442"/>
                    <a:pt x="29397" y="332"/>
                    <a:pt x="29397" y="332"/>
                  </a:cubicBezTo>
                  <a:lnTo>
                    <a:pt x="14147" y="1"/>
                  </a:ln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913;p66">
              <a:extLst>
                <a:ext uri="{FF2B5EF4-FFF2-40B4-BE49-F238E27FC236}">
                  <a16:creationId xmlns:a16="http://schemas.microsoft.com/office/drawing/2014/main" id="{61FA2318-9800-E238-A8EC-BDF8E1440AB8}"/>
                </a:ext>
              </a:extLst>
            </p:cNvPr>
            <p:cNvSpPr/>
            <p:nvPr/>
          </p:nvSpPr>
          <p:spPr>
            <a:xfrm>
              <a:off x="3073675" y="2140500"/>
              <a:ext cx="235625" cy="269800"/>
            </a:xfrm>
            <a:custGeom>
              <a:avLst/>
              <a:gdLst/>
              <a:ahLst/>
              <a:cxnLst/>
              <a:rect l="l" t="t" r="r" b="b"/>
              <a:pathLst>
                <a:path w="9425" h="10792" extrusionOk="0">
                  <a:moveTo>
                    <a:pt x="1" y="1"/>
                  </a:moveTo>
                  <a:lnTo>
                    <a:pt x="1" y="7504"/>
                  </a:lnTo>
                  <a:cubicBezTo>
                    <a:pt x="1" y="7504"/>
                    <a:pt x="222" y="9711"/>
                    <a:pt x="3135" y="10550"/>
                  </a:cubicBezTo>
                  <a:cubicBezTo>
                    <a:pt x="3721" y="10717"/>
                    <a:pt x="4299" y="10792"/>
                    <a:pt x="4852" y="10792"/>
                  </a:cubicBezTo>
                  <a:cubicBezTo>
                    <a:pt x="7066" y="10792"/>
                    <a:pt x="8864" y="9601"/>
                    <a:pt x="9093" y="8453"/>
                  </a:cubicBezTo>
                  <a:cubicBezTo>
                    <a:pt x="9425" y="6886"/>
                    <a:pt x="9226" y="354"/>
                    <a:pt x="9204" y="199"/>
                  </a:cubicBezTo>
                  <a:lnTo>
                    <a:pt x="1" y="1"/>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914;p66">
              <a:extLst>
                <a:ext uri="{FF2B5EF4-FFF2-40B4-BE49-F238E27FC236}">
                  <a16:creationId xmlns:a16="http://schemas.microsoft.com/office/drawing/2014/main" id="{DB8BB0B4-E5A2-A84F-C42C-0C07E409CAF6}"/>
                </a:ext>
              </a:extLst>
            </p:cNvPr>
            <p:cNvSpPr/>
            <p:nvPr/>
          </p:nvSpPr>
          <p:spPr>
            <a:xfrm>
              <a:off x="2529675" y="2140500"/>
              <a:ext cx="235050" cy="269800"/>
            </a:xfrm>
            <a:custGeom>
              <a:avLst/>
              <a:gdLst/>
              <a:ahLst/>
              <a:cxnLst/>
              <a:rect l="l" t="t" r="r" b="b"/>
              <a:pathLst>
                <a:path w="9402" h="10792" extrusionOk="0">
                  <a:moveTo>
                    <a:pt x="0" y="1"/>
                  </a:moveTo>
                  <a:lnTo>
                    <a:pt x="0" y="7504"/>
                  </a:lnTo>
                  <a:cubicBezTo>
                    <a:pt x="0" y="7504"/>
                    <a:pt x="199" y="9711"/>
                    <a:pt x="3134" y="10550"/>
                  </a:cubicBezTo>
                  <a:cubicBezTo>
                    <a:pt x="3716" y="10717"/>
                    <a:pt x="4292" y="10792"/>
                    <a:pt x="4843" y="10792"/>
                  </a:cubicBezTo>
                  <a:cubicBezTo>
                    <a:pt x="7051" y="10792"/>
                    <a:pt x="8863" y="9601"/>
                    <a:pt x="9093" y="8453"/>
                  </a:cubicBezTo>
                  <a:cubicBezTo>
                    <a:pt x="9402" y="6886"/>
                    <a:pt x="9225" y="354"/>
                    <a:pt x="9203" y="199"/>
                  </a:cubicBezTo>
                  <a:lnTo>
                    <a:pt x="0" y="1"/>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15;p66">
              <a:extLst>
                <a:ext uri="{FF2B5EF4-FFF2-40B4-BE49-F238E27FC236}">
                  <a16:creationId xmlns:a16="http://schemas.microsoft.com/office/drawing/2014/main" id="{F77B6DAD-BDF3-3F75-9061-E39CE53AA763}"/>
                </a:ext>
              </a:extLst>
            </p:cNvPr>
            <p:cNvSpPr/>
            <p:nvPr/>
          </p:nvSpPr>
          <p:spPr>
            <a:xfrm>
              <a:off x="2656575" y="974125"/>
              <a:ext cx="473400" cy="299625"/>
            </a:xfrm>
            <a:custGeom>
              <a:avLst/>
              <a:gdLst/>
              <a:ahLst/>
              <a:cxnLst/>
              <a:rect l="l" t="t" r="r" b="b"/>
              <a:pathLst>
                <a:path w="18936" h="11985" extrusionOk="0">
                  <a:moveTo>
                    <a:pt x="1722" y="1"/>
                  </a:moveTo>
                  <a:cubicBezTo>
                    <a:pt x="1722" y="1"/>
                    <a:pt x="1038" y="89"/>
                    <a:pt x="0" y="288"/>
                  </a:cubicBezTo>
                  <a:cubicBezTo>
                    <a:pt x="376" y="2936"/>
                    <a:pt x="4326" y="10793"/>
                    <a:pt x="9512" y="11984"/>
                  </a:cubicBezTo>
                  <a:cubicBezTo>
                    <a:pt x="15250" y="9689"/>
                    <a:pt x="18495" y="4481"/>
                    <a:pt x="18936" y="575"/>
                  </a:cubicBezTo>
                  <a:cubicBezTo>
                    <a:pt x="17855" y="442"/>
                    <a:pt x="16994" y="332"/>
                    <a:pt x="16994" y="332"/>
                  </a:cubicBezTo>
                  <a:lnTo>
                    <a:pt x="1722" y="1"/>
                  </a:lnTo>
                  <a:close/>
                </a:path>
              </a:pathLst>
            </a:custGeom>
            <a:solidFill>
              <a:srgbClr val="4AA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16;p66">
              <a:extLst>
                <a:ext uri="{FF2B5EF4-FFF2-40B4-BE49-F238E27FC236}">
                  <a16:creationId xmlns:a16="http://schemas.microsoft.com/office/drawing/2014/main" id="{85ED41DB-5A42-6841-8526-D9D62D73DF51}"/>
                </a:ext>
              </a:extLst>
            </p:cNvPr>
            <p:cNvSpPr/>
            <p:nvPr/>
          </p:nvSpPr>
          <p:spPr>
            <a:xfrm>
              <a:off x="3183475" y="1337175"/>
              <a:ext cx="128575" cy="113675"/>
            </a:xfrm>
            <a:custGeom>
              <a:avLst/>
              <a:gdLst/>
              <a:ahLst/>
              <a:cxnLst/>
              <a:rect l="l" t="t" r="r" b="b"/>
              <a:pathLst>
                <a:path w="5143" h="4547" extrusionOk="0">
                  <a:moveTo>
                    <a:pt x="3664" y="0"/>
                  </a:moveTo>
                  <a:lnTo>
                    <a:pt x="1" y="221"/>
                  </a:lnTo>
                  <a:lnTo>
                    <a:pt x="1832" y="4547"/>
                  </a:lnTo>
                  <a:lnTo>
                    <a:pt x="5143" y="2472"/>
                  </a:lnTo>
                  <a:lnTo>
                    <a:pt x="3664" y="0"/>
                  </a:ln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17;p66">
              <a:extLst>
                <a:ext uri="{FF2B5EF4-FFF2-40B4-BE49-F238E27FC236}">
                  <a16:creationId xmlns:a16="http://schemas.microsoft.com/office/drawing/2014/main" id="{72215AD7-8892-6FD1-A12F-B540250C77BC}"/>
                </a:ext>
              </a:extLst>
            </p:cNvPr>
            <p:cNvSpPr/>
            <p:nvPr/>
          </p:nvSpPr>
          <p:spPr>
            <a:xfrm>
              <a:off x="3011900" y="1168000"/>
              <a:ext cx="268150" cy="204900"/>
            </a:xfrm>
            <a:custGeom>
              <a:avLst/>
              <a:gdLst/>
              <a:ahLst/>
              <a:cxnLst/>
              <a:rect l="l" t="t" r="r" b="b"/>
              <a:pathLst>
                <a:path w="10726" h="8196" extrusionOk="0">
                  <a:moveTo>
                    <a:pt x="5219" y="0"/>
                  </a:moveTo>
                  <a:cubicBezTo>
                    <a:pt x="4283" y="0"/>
                    <a:pt x="3009" y="279"/>
                    <a:pt x="2604" y="522"/>
                  </a:cubicBezTo>
                  <a:cubicBezTo>
                    <a:pt x="2030" y="875"/>
                    <a:pt x="1876" y="2000"/>
                    <a:pt x="1589" y="2221"/>
                  </a:cubicBezTo>
                  <a:cubicBezTo>
                    <a:pt x="1302" y="2442"/>
                    <a:pt x="0" y="2795"/>
                    <a:pt x="0" y="3126"/>
                  </a:cubicBezTo>
                  <a:cubicBezTo>
                    <a:pt x="0" y="3409"/>
                    <a:pt x="498" y="3804"/>
                    <a:pt x="1344" y="3804"/>
                  </a:cubicBezTo>
                  <a:cubicBezTo>
                    <a:pt x="1489" y="3804"/>
                    <a:pt x="1645" y="3792"/>
                    <a:pt x="1810" y="3766"/>
                  </a:cubicBezTo>
                  <a:cubicBezTo>
                    <a:pt x="2935" y="3612"/>
                    <a:pt x="3686" y="1824"/>
                    <a:pt x="3686" y="1824"/>
                  </a:cubicBezTo>
                  <a:lnTo>
                    <a:pt x="4855" y="1691"/>
                  </a:lnTo>
                  <a:cubicBezTo>
                    <a:pt x="4855" y="1691"/>
                    <a:pt x="5407" y="6348"/>
                    <a:pt x="5959" y="6878"/>
                  </a:cubicBezTo>
                  <a:cubicBezTo>
                    <a:pt x="6047" y="6966"/>
                    <a:pt x="6753" y="8003"/>
                    <a:pt x="7857" y="8180"/>
                  </a:cubicBezTo>
                  <a:cubicBezTo>
                    <a:pt x="7932" y="8190"/>
                    <a:pt x="8008" y="8195"/>
                    <a:pt x="8086" y="8195"/>
                  </a:cubicBezTo>
                  <a:cubicBezTo>
                    <a:pt x="9141" y="8195"/>
                    <a:pt x="10342" y="7261"/>
                    <a:pt x="10527" y="6767"/>
                  </a:cubicBezTo>
                  <a:cubicBezTo>
                    <a:pt x="10726" y="6216"/>
                    <a:pt x="6775" y="478"/>
                    <a:pt x="6047" y="125"/>
                  </a:cubicBezTo>
                  <a:cubicBezTo>
                    <a:pt x="5854" y="37"/>
                    <a:pt x="5559" y="0"/>
                    <a:pt x="5219"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18;p66">
              <a:extLst>
                <a:ext uri="{FF2B5EF4-FFF2-40B4-BE49-F238E27FC236}">
                  <a16:creationId xmlns:a16="http://schemas.microsoft.com/office/drawing/2014/main" id="{DAC1C374-1F15-5458-451C-ECB6CF15E2A7}"/>
                </a:ext>
              </a:extLst>
            </p:cNvPr>
            <p:cNvSpPr/>
            <p:nvPr/>
          </p:nvSpPr>
          <p:spPr>
            <a:xfrm>
              <a:off x="3031750" y="1111325"/>
              <a:ext cx="78375" cy="321900"/>
            </a:xfrm>
            <a:custGeom>
              <a:avLst/>
              <a:gdLst/>
              <a:ahLst/>
              <a:cxnLst/>
              <a:rect l="l" t="t" r="r" b="b"/>
              <a:pathLst>
                <a:path w="3135" h="12876" extrusionOk="0">
                  <a:moveTo>
                    <a:pt x="2338" y="1"/>
                  </a:moveTo>
                  <a:cubicBezTo>
                    <a:pt x="2002" y="1"/>
                    <a:pt x="1744" y="207"/>
                    <a:pt x="1744" y="207"/>
                  </a:cubicBezTo>
                  <a:cubicBezTo>
                    <a:pt x="1744" y="207"/>
                    <a:pt x="1" y="10359"/>
                    <a:pt x="1" y="10668"/>
                  </a:cubicBezTo>
                  <a:cubicBezTo>
                    <a:pt x="1" y="10973"/>
                    <a:pt x="259" y="12875"/>
                    <a:pt x="500" y="12875"/>
                  </a:cubicBezTo>
                  <a:cubicBezTo>
                    <a:pt x="503" y="12875"/>
                    <a:pt x="505" y="12875"/>
                    <a:pt x="508" y="12875"/>
                  </a:cubicBezTo>
                  <a:cubicBezTo>
                    <a:pt x="773" y="12808"/>
                    <a:pt x="1612" y="11065"/>
                    <a:pt x="1612" y="11065"/>
                  </a:cubicBezTo>
                  <a:cubicBezTo>
                    <a:pt x="1612" y="11065"/>
                    <a:pt x="2825" y="3451"/>
                    <a:pt x="3134" y="494"/>
                  </a:cubicBezTo>
                  <a:cubicBezTo>
                    <a:pt x="2873" y="111"/>
                    <a:pt x="2584" y="1"/>
                    <a:pt x="2338"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19;p66">
              <a:extLst>
                <a:ext uri="{FF2B5EF4-FFF2-40B4-BE49-F238E27FC236}">
                  <a16:creationId xmlns:a16="http://schemas.microsoft.com/office/drawing/2014/main" id="{717CDF79-DB87-99D7-B2BE-983466AD5880}"/>
                </a:ext>
              </a:extLst>
            </p:cNvPr>
            <p:cNvSpPr/>
            <p:nvPr/>
          </p:nvSpPr>
          <p:spPr>
            <a:xfrm>
              <a:off x="3029550" y="1183225"/>
              <a:ext cx="217950" cy="174425"/>
            </a:xfrm>
            <a:custGeom>
              <a:avLst/>
              <a:gdLst/>
              <a:ahLst/>
              <a:cxnLst/>
              <a:rect l="l" t="t" r="r" b="b"/>
              <a:pathLst>
                <a:path w="8718" h="6977" extrusionOk="0">
                  <a:moveTo>
                    <a:pt x="4607" y="0"/>
                  </a:moveTo>
                  <a:cubicBezTo>
                    <a:pt x="3735" y="0"/>
                    <a:pt x="965" y="1954"/>
                    <a:pt x="375" y="2914"/>
                  </a:cubicBezTo>
                  <a:cubicBezTo>
                    <a:pt x="0" y="3510"/>
                    <a:pt x="331" y="3907"/>
                    <a:pt x="640" y="4128"/>
                  </a:cubicBezTo>
                  <a:cubicBezTo>
                    <a:pt x="773" y="4194"/>
                    <a:pt x="883" y="4260"/>
                    <a:pt x="1015" y="4327"/>
                  </a:cubicBezTo>
                  <a:cubicBezTo>
                    <a:pt x="1015" y="4327"/>
                    <a:pt x="905" y="5187"/>
                    <a:pt x="1700" y="5276"/>
                  </a:cubicBezTo>
                  <a:cubicBezTo>
                    <a:pt x="1782" y="5285"/>
                    <a:pt x="1860" y="5290"/>
                    <a:pt x="1938" y="5290"/>
                  </a:cubicBezTo>
                  <a:cubicBezTo>
                    <a:pt x="2048" y="5290"/>
                    <a:pt x="2157" y="5279"/>
                    <a:pt x="2273" y="5254"/>
                  </a:cubicBezTo>
                  <a:cubicBezTo>
                    <a:pt x="2498" y="5926"/>
                    <a:pt x="2817" y="6108"/>
                    <a:pt x="3257" y="6108"/>
                  </a:cubicBezTo>
                  <a:cubicBezTo>
                    <a:pt x="3337" y="6108"/>
                    <a:pt x="3421" y="6102"/>
                    <a:pt x="3509" y="6092"/>
                  </a:cubicBezTo>
                  <a:cubicBezTo>
                    <a:pt x="3598" y="6313"/>
                    <a:pt x="3752" y="6490"/>
                    <a:pt x="3907" y="6644"/>
                  </a:cubicBezTo>
                  <a:cubicBezTo>
                    <a:pt x="4127" y="6843"/>
                    <a:pt x="4392" y="6953"/>
                    <a:pt x="4657" y="6975"/>
                  </a:cubicBezTo>
                  <a:cubicBezTo>
                    <a:pt x="4664" y="6976"/>
                    <a:pt x="4672" y="6976"/>
                    <a:pt x="4681" y="6976"/>
                  </a:cubicBezTo>
                  <a:cubicBezTo>
                    <a:pt x="5176" y="6976"/>
                    <a:pt x="7996" y="5753"/>
                    <a:pt x="8365" y="5276"/>
                  </a:cubicBezTo>
                  <a:cubicBezTo>
                    <a:pt x="8718" y="4790"/>
                    <a:pt x="5738" y="67"/>
                    <a:pt x="4635" y="1"/>
                  </a:cubicBezTo>
                  <a:cubicBezTo>
                    <a:pt x="4626" y="1"/>
                    <a:pt x="4616" y="0"/>
                    <a:pt x="4607"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20;p66">
              <a:extLst>
                <a:ext uri="{FF2B5EF4-FFF2-40B4-BE49-F238E27FC236}">
                  <a16:creationId xmlns:a16="http://schemas.microsoft.com/office/drawing/2014/main" id="{AC33AB88-B888-343D-50A5-B56F832464FB}"/>
                </a:ext>
              </a:extLst>
            </p:cNvPr>
            <p:cNvSpPr/>
            <p:nvPr/>
          </p:nvSpPr>
          <p:spPr>
            <a:xfrm>
              <a:off x="3045550" y="1224625"/>
              <a:ext cx="112025" cy="66775"/>
            </a:xfrm>
            <a:custGeom>
              <a:avLst/>
              <a:gdLst/>
              <a:ahLst/>
              <a:cxnLst/>
              <a:rect l="l" t="t" r="r" b="b"/>
              <a:pathLst>
                <a:path w="4481" h="2671" extrusionOk="0">
                  <a:moveTo>
                    <a:pt x="4480" y="0"/>
                  </a:moveTo>
                  <a:cubicBezTo>
                    <a:pt x="4414" y="22"/>
                    <a:pt x="2737" y="398"/>
                    <a:pt x="2075" y="618"/>
                  </a:cubicBezTo>
                  <a:cubicBezTo>
                    <a:pt x="1192" y="993"/>
                    <a:pt x="486" y="1633"/>
                    <a:pt x="0" y="2472"/>
                  </a:cubicBezTo>
                  <a:cubicBezTo>
                    <a:pt x="133" y="2538"/>
                    <a:pt x="243" y="2604"/>
                    <a:pt x="375" y="2671"/>
                  </a:cubicBezTo>
                  <a:cubicBezTo>
                    <a:pt x="486" y="2384"/>
                    <a:pt x="1016" y="1942"/>
                    <a:pt x="1501" y="1589"/>
                  </a:cubicBezTo>
                  <a:cubicBezTo>
                    <a:pt x="1964" y="1236"/>
                    <a:pt x="4414" y="44"/>
                    <a:pt x="4480"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21;p66">
              <a:extLst>
                <a:ext uri="{FF2B5EF4-FFF2-40B4-BE49-F238E27FC236}">
                  <a16:creationId xmlns:a16="http://schemas.microsoft.com/office/drawing/2014/main" id="{8F4F5395-3B94-4E55-FF2B-7BD015A1672D}"/>
                </a:ext>
              </a:extLst>
            </p:cNvPr>
            <p:cNvSpPr/>
            <p:nvPr/>
          </p:nvSpPr>
          <p:spPr>
            <a:xfrm>
              <a:off x="3072025" y="1267650"/>
              <a:ext cx="97675" cy="47850"/>
            </a:xfrm>
            <a:custGeom>
              <a:avLst/>
              <a:gdLst/>
              <a:ahLst/>
              <a:cxnLst/>
              <a:rect l="l" t="t" r="r" b="b"/>
              <a:pathLst>
                <a:path w="3907" h="1914" extrusionOk="0">
                  <a:moveTo>
                    <a:pt x="3907" y="1"/>
                  </a:moveTo>
                  <a:cubicBezTo>
                    <a:pt x="3863" y="1"/>
                    <a:pt x="1832" y="332"/>
                    <a:pt x="1016" y="950"/>
                  </a:cubicBezTo>
                  <a:cubicBezTo>
                    <a:pt x="641" y="1237"/>
                    <a:pt x="310" y="1546"/>
                    <a:pt x="1" y="1899"/>
                  </a:cubicBezTo>
                  <a:cubicBezTo>
                    <a:pt x="83" y="1908"/>
                    <a:pt x="161" y="1913"/>
                    <a:pt x="239" y="1913"/>
                  </a:cubicBezTo>
                  <a:cubicBezTo>
                    <a:pt x="349" y="1913"/>
                    <a:pt x="458" y="1902"/>
                    <a:pt x="574" y="1877"/>
                  </a:cubicBezTo>
                  <a:lnTo>
                    <a:pt x="3907" y="1"/>
                  </a:ln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922;p66">
              <a:extLst>
                <a:ext uri="{FF2B5EF4-FFF2-40B4-BE49-F238E27FC236}">
                  <a16:creationId xmlns:a16="http://schemas.microsoft.com/office/drawing/2014/main" id="{37E0D7B0-2CC7-F612-460B-7319B2F79A62}"/>
                </a:ext>
              </a:extLst>
            </p:cNvPr>
            <p:cNvSpPr/>
            <p:nvPr/>
          </p:nvSpPr>
          <p:spPr>
            <a:xfrm>
              <a:off x="3117275" y="1312350"/>
              <a:ext cx="64575" cy="36975"/>
            </a:xfrm>
            <a:custGeom>
              <a:avLst/>
              <a:gdLst/>
              <a:ahLst/>
              <a:cxnLst/>
              <a:rect l="l" t="t" r="r" b="b"/>
              <a:pathLst>
                <a:path w="2583" h="1479" extrusionOk="0">
                  <a:moveTo>
                    <a:pt x="2582" y="0"/>
                  </a:moveTo>
                  <a:lnTo>
                    <a:pt x="0" y="927"/>
                  </a:lnTo>
                  <a:cubicBezTo>
                    <a:pt x="89" y="1148"/>
                    <a:pt x="243" y="1325"/>
                    <a:pt x="398" y="1479"/>
                  </a:cubicBezTo>
                  <a:cubicBezTo>
                    <a:pt x="1324" y="1082"/>
                    <a:pt x="2582" y="0"/>
                    <a:pt x="2582"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23;p66">
              <a:extLst>
                <a:ext uri="{FF2B5EF4-FFF2-40B4-BE49-F238E27FC236}">
                  <a16:creationId xmlns:a16="http://schemas.microsoft.com/office/drawing/2014/main" id="{8C982FE5-E1A5-6040-BCDB-8BB1DE163AB5}"/>
                </a:ext>
              </a:extLst>
            </p:cNvPr>
            <p:cNvSpPr/>
            <p:nvPr/>
          </p:nvSpPr>
          <p:spPr>
            <a:xfrm>
              <a:off x="3136025" y="1330550"/>
              <a:ext cx="512050" cy="599400"/>
            </a:xfrm>
            <a:custGeom>
              <a:avLst/>
              <a:gdLst/>
              <a:ahLst/>
              <a:cxnLst/>
              <a:rect l="l" t="t" r="r" b="b"/>
              <a:pathLst>
                <a:path w="20482" h="23976" extrusionOk="0">
                  <a:moveTo>
                    <a:pt x="7151" y="1"/>
                  </a:moveTo>
                  <a:lnTo>
                    <a:pt x="1" y="4282"/>
                  </a:lnTo>
                  <a:cubicBezTo>
                    <a:pt x="1" y="4282"/>
                    <a:pt x="7151" y="19885"/>
                    <a:pt x="8828" y="21651"/>
                  </a:cubicBezTo>
                  <a:cubicBezTo>
                    <a:pt x="10087" y="22959"/>
                    <a:pt x="12024" y="23976"/>
                    <a:pt x="14101" y="23976"/>
                  </a:cubicBezTo>
                  <a:cubicBezTo>
                    <a:pt x="14828" y="23976"/>
                    <a:pt x="15572" y="23851"/>
                    <a:pt x="16310" y="23571"/>
                  </a:cubicBezTo>
                  <a:cubicBezTo>
                    <a:pt x="19157" y="22512"/>
                    <a:pt x="20481" y="19576"/>
                    <a:pt x="19775" y="16641"/>
                  </a:cubicBezTo>
                  <a:cubicBezTo>
                    <a:pt x="19091" y="13706"/>
                    <a:pt x="7151" y="1"/>
                    <a:pt x="7151" y="1"/>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924;p66">
              <a:extLst>
                <a:ext uri="{FF2B5EF4-FFF2-40B4-BE49-F238E27FC236}">
                  <a16:creationId xmlns:a16="http://schemas.microsoft.com/office/drawing/2014/main" id="{7B2243E0-E377-F7D8-16EE-D6D3225BCCF2}"/>
                </a:ext>
              </a:extLst>
            </p:cNvPr>
            <p:cNvSpPr/>
            <p:nvPr/>
          </p:nvSpPr>
          <p:spPr>
            <a:xfrm>
              <a:off x="2579325" y="1325600"/>
              <a:ext cx="614100" cy="706225"/>
            </a:xfrm>
            <a:custGeom>
              <a:avLst/>
              <a:gdLst/>
              <a:ahLst/>
              <a:cxnLst/>
              <a:rect l="l" t="t" r="r" b="b"/>
              <a:pathLst>
                <a:path w="24564" h="28249" extrusionOk="0">
                  <a:moveTo>
                    <a:pt x="1" y="0"/>
                  </a:moveTo>
                  <a:lnTo>
                    <a:pt x="950" y="28249"/>
                  </a:lnTo>
                  <a:lnTo>
                    <a:pt x="23924" y="28249"/>
                  </a:lnTo>
                  <a:lnTo>
                    <a:pt x="24564" y="795"/>
                  </a:lnTo>
                  <a:lnTo>
                    <a:pt x="1" y="0"/>
                  </a:lnTo>
                  <a:close/>
                </a:path>
              </a:pathLst>
            </a:cu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25;p66">
              <a:extLst>
                <a:ext uri="{FF2B5EF4-FFF2-40B4-BE49-F238E27FC236}">
                  <a16:creationId xmlns:a16="http://schemas.microsoft.com/office/drawing/2014/main" id="{CFD2D53B-279C-6A03-79E7-8C60239C704B}"/>
                </a:ext>
              </a:extLst>
            </p:cNvPr>
            <p:cNvSpPr/>
            <p:nvPr/>
          </p:nvSpPr>
          <p:spPr>
            <a:xfrm>
              <a:off x="2433675" y="1429600"/>
              <a:ext cx="185950" cy="253425"/>
            </a:xfrm>
            <a:custGeom>
              <a:avLst/>
              <a:gdLst/>
              <a:ahLst/>
              <a:cxnLst/>
              <a:rect l="l" t="t" r="r" b="b"/>
              <a:pathLst>
                <a:path w="7438" h="10137" extrusionOk="0">
                  <a:moveTo>
                    <a:pt x="6144" y="0"/>
                  </a:moveTo>
                  <a:cubicBezTo>
                    <a:pt x="5769" y="0"/>
                    <a:pt x="5394" y="120"/>
                    <a:pt x="5076" y="342"/>
                  </a:cubicBezTo>
                  <a:cubicBezTo>
                    <a:pt x="4414" y="850"/>
                    <a:pt x="1369" y="4491"/>
                    <a:pt x="795" y="6014"/>
                  </a:cubicBezTo>
                  <a:cubicBezTo>
                    <a:pt x="221" y="7559"/>
                    <a:pt x="0" y="9324"/>
                    <a:pt x="905" y="9788"/>
                  </a:cubicBezTo>
                  <a:cubicBezTo>
                    <a:pt x="1332" y="10007"/>
                    <a:pt x="1818" y="10137"/>
                    <a:pt x="2361" y="10137"/>
                  </a:cubicBezTo>
                  <a:cubicBezTo>
                    <a:pt x="2968" y="10137"/>
                    <a:pt x="3646" y="9974"/>
                    <a:pt x="4392" y="9589"/>
                  </a:cubicBezTo>
                  <a:cubicBezTo>
                    <a:pt x="5805" y="8861"/>
                    <a:pt x="6356" y="6764"/>
                    <a:pt x="6356" y="6698"/>
                  </a:cubicBezTo>
                  <a:cubicBezTo>
                    <a:pt x="6356" y="6610"/>
                    <a:pt x="7438" y="1070"/>
                    <a:pt x="7438" y="1070"/>
                  </a:cubicBezTo>
                  <a:cubicBezTo>
                    <a:pt x="7438" y="1070"/>
                    <a:pt x="7151" y="210"/>
                    <a:pt x="6577" y="55"/>
                  </a:cubicBezTo>
                  <a:cubicBezTo>
                    <a:pt x="6435" y="18"/>
                    <a:pt x="6289" y="0"/>
                    <a:pt x="6144"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26;p66">
              <a:extLst>
                <a:ext uri="{FF2B5EF4-FFF2-40B4-BE49-F238E27FC236}">
                  <a16:creationId xmlns:a16="http://schemas.microsoft.com/office/drawing/2014/main" id="{DC8D4394-ECA1-EC55-9B62-B2B6ECB41148}"/>
                </a:ext>
              </a:extLst>
            </p:cNvPr>
            <p:cNvSpPr/>
            <p:nvPr/>
          </p:nvSpPr>
          <p:spPr>
            <a:xfrm>
              <a:off x="2555050" y="1430475"/>
              <a:ext cx="156175" cy="207575"/>
            </a:xfrm>
            <a:custGeom>
              <a:avLst/>
              <a:gdLst/>
              <a:ahLst/>
              <a:cxnLst/>
              <a:rect l="l" t="t" r="r" b="b"/>
              <a:pathLst>
                <a:path w="6247" h="8303" extrusionOk="0">
                  <a:moveTo>
                    <a:pt x="1860" y="1"/>
                  </a:moveTo>
                  <a:cubicBezTo>
                    <a:pt x="1807" y="1"/>
                    <a:pt x="1760" y="7"/>
                    <a:pt x="1722" y="20"/>
                  </a:cubicBezTo>
                  <a:cubicBezTo>
                    <a:pt x="1104" y="241"/>
                    <a:pt x="861" y="1102"/>
                    <a:pt x="1236" y="1344"/>
                  </a:cubicBezTo>
                  <a:cubicBezTo>
                    <a:pt x="883" y="1477"/>
                    <a:pt x="619" y="1808"/>
                    <a:pt x="574" y="2205"/>
                  </a:cubicBezTo>
                  <a:cubicBezTo>
                    <a:pt x="486" y="2602"/>
                    <a:pt x="1060" y="2911"/>
                    <a:pt x="1060" y="2911"/>
                  </a:cubicBezTo>
                  <a:cubicBezTo>
                    <a:pt x="773" y="3066"/>
                    <a:pt x="508" y="3242"/>
                    <a:pt x="265" y="3441"/>
                  </a:cubicBezTo>
                  <a:cubicBezTo>
                    <a:pt x="89" y="3684"/>
                    <a:pt x="310" y="4545"/>
                    <a:pt x="508" y="4655"/>
                  </a:cubicBezTo>
                  <a:cubicBezTo>
                    <a:pt x="243" y="5317"/>
                    <a:pt x="1" y="5648"/>
                    <a:pt x="89" y="5935"/>
                  </a:cubicBezTo>
                  <a:cubicBezTo>
                    <a:pt x="177" y="6244"/>
                    <a:pt x="1832" y="7745"/>
                    <a:pt x="2384" y="7965"/>
                  </a:cubicBezTo>
                  <a:cubicBezTo>
                    <a:pt x="2734" y="8113"/>
                    <a:pt x="3527" y="8302"/>
                    <a:pt x="4157" y="8302"/>
                  </a:cubicBezTo>
                  <a:cubicBezTo>
                    <a:pt x="4561" y="8302"/>
                    <a:pt x="4898" y="8225"/>
                    <a:pt x="5010" y="8009"/>
                  </a:cubicBezTo>
                  <a:cubicBezTo>
                    <a:pt x="5077" y="7943"/>
                    <a:pt x="5099" y="7833"/>
                    <a:pt x="5099" y="7745"/>
                  </a:cubicBezTo>
                  <a:cubicBezTo>
                    <a:pt x="5077" y="7391"/>
                    <a:pt x="4569" y="7237"/>
                    <a:pt x="4326" y="7149"/>
                  </a:cubicBezTo>
                  <a:cubicBezTo>
                    <a:pt x="3766" y="6825"/>
                    <a:pt x="3226" y="6460"/>
                    <a:pt x="2708" y="6073"/>
                  </a:cubicBezTo>
                  <a:lnTo>
                    <a:pt x="2708" y="6073"/>
                  </a:lnTo>
                  <a:cubicBezTo>
                    <a:pt x="2897" y="6150"/>
                    <a:pt x="3863" y="6701"/>
                    <a:pt x="4515" y="6701"/>
                  </a:cubicBezTo>
                  <a:cubicBezTo>
                    <a:pt x="4756" y="6701"/>
                    <a:pt x="4955" y="6625"/>
                    <a:pt x="5054" y="6420"/>
                  </a:cubicBezTo>
                  <a:cubicBezTo>
                    <a:pt x="5430" y="5626"/>
                    <a:pt x="3973" y="4831"/>
                    <a:pt x="3554" y="4589"/>
                  </a:cubicBezTo>
                  <a:cubicBezTo>
                    <a:pt x="3068" y="4236"/>
                    <a:pt x="2605" y="3860"/>
                    <a:pt x="2163" y="3441"/>
                  </a:cubicBezTo>
                  <a:lnTo>
                    <a:pt x="2163" y="3441"/>
                  </a:lnTo>
                  <a:cubicBezTo>
                    <a:pt x="2201" y="3460"/>
                    <a:pt x="3840" y="4256"/>
                    <a:pt x="4701" y="4256"/>
                  </a:cubicBezTo>
                  <a:cubicBezTo>
                    <a:pt x="4856" y="4256"/>
                    <a:pt x="4986" y="4230"/>
                    <a:pt x="5077" y="4169"/>
                  </a:cubicBezTo>
                  <a:cubicBezTo>
                    <a:pt x="5143" y="4125"/>
                    <a:pt x="5187" y="4059"/>
                    <a:pt x="5231" y="3993"/>
                  </a:cubicBezTo>
                  <a:cubicBezTo>
                    <a:pt x="5430" y="3551"/>
                    <a:pt x="4746" y="2911"/>
                    <a:pt x="4723" y="2889"/>
                  </a:cubicBezTo>
                  <a:cubicBezTo>
                    <a:pt x="4726" y="2889"/>
                    <a:pt x="4729" y="2888"/>
                    <a:pt x="4732" y="2888"/>
                  </a:cubicBezTo>
                  <a:cubicBezTo>
                    <a:pt x="4811" y="2888"/>
                    <a:pt x="5062" y="3073"/>
                    <a:pt x="5382" y="3073"/>
                  </a:cubicBezTo>
                  <a:cubicBezTo>
                    <a:pt x="5487" y="3073"/>
                    <a:pt x="5600" y="3053"/>
                    <a:pt x="5717" y="3000"/>
                  </a:cubicBezTo>
                  <a:cubicBezTo>
                    <a:pt x="6246" y="2757"/>
                    <a:pt x="6246" y="2029"/>
                    <a:pt x="5717" y="1808"/>
                  </a:cubicBezTo>
                  <a:cubicBezTo>
                    <a:pt x="5219" y="1538"/>
                    <a:pt x="2692" y="1"/>
                    <a:pt x="1860" y="1"/>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27;p66">
              <a:extLst>
                <a:ext uri="{FF2B5EF4-FFF2-40B4-BE49-F238E27FC236}">
                  <a16:creationId xmlns:a16="http://schemas.microsoft.com/office/drawing/2014/main" id="{80C12397-F264-8EE7-EEEB-E8D1485D4503}"/>
                </a:ext>
              </a:extLst>
            </p:cNvPr>
            <p:cNvSpPr/>
            <p:nvPr/>
          </p:nvSpPr>
          <p:spPr>
            <a:xfrm>
              <a:off x="2599750" y="1466675"/>
              <a:ext cx="91050" cy="63625"/>
            </a:xfrm>
            <a:custGeom>
              <a:avLst/>
              <a:gdLst/>
              <a:ahLst/>
              <a:cxnLst/>
              <a:rect l="l" t="t" r="r" b="b"/>
              <a:pathLst>
                <a:path w="3642" h="2545" extrusionOk="0">
                  <a:moveTo>
                    <a:pt x="112" y="1"/>
                  </a:moveTo>
                  <a:cubicBezTo>
                    <a:pt x="64" y="1"/>
                    <a:pt x="26" y="9"/>
                    <a:pt x="0" y="29"/>
                  </a:cubicBezTo>
                  <a:cubicBezTo>
                    <a:pt x="574" y="382"/>
                    <a:pt x="2538" y="1618"/>
                    <a:pt x="3443" y="2545"/>
                  </a:cubicBezTo>
                  <a:cubicBezTo>
                    <a:pt x="3642" y="2103"/>
                    <a:pt x="2958" y="1463"/>
                    <a:pt x="2935" y="1441"/>
                  </a:cubicBezTo>
                  <a:cubicBezTo>
                    <a:pt x="2935" y="1441"/>
                    <a:pt x="717" y="1"/>
                    <a:pt x="112" y="1"/>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28;p66">
              <a:extLst>
                <a:ext uri="{FF2B5EF4-FFF2-40B4-BE49-F238E27FC236}">
                  <a16:creationId xmlns:a16="http://schemas.microsoft.com/office/drawing/2014/main" id="{36544B21-122E-0D97-9A84-52D5972FE05C}"/>
                </a:ext>
              </a:extLst>
            </p:cNvPr>
            <p:cNvSpPr/>
            <p:nvPr/>
          </p:nvSpPr>
          <p:spPr>
            <a:xfrm>
              <a:off x="2578775" y="1554550"/>
              <a:ext cx="103750" cy="69550"/>
            </a:xfrm>
            <a:custGeom>
              <a:avLst/>
              <a:gdLst/>
              <a:ahLst/>
              <a:cxnLst/>
              <a:rect l="l" t="t" r="r" b="b"/>
              <a:pathLst>
                <a:path w="4150" h="2782" extrusionOk="0">
                  <a:moveTo>
                    <a:pt x="1" y="1"/>
                  </a:moveTo>
                  <a:lnTo>
                    <a:pt x="1" y="1"/>
                  </a:lnTo>
                  <a:cubicBezTo>
                    <a:pt x="332" y="464"/>
                    <a:pt x="707" y="906"/>
                    <a:pt x="1104" y="1325"/>
                  </a:cubicBezTo>
                  <a:cubicBezTo>
                    <a:pt x="1678" y="2031"/>
                    <a:pt x="3355" y="2274"/>
                    <a:pt x="4150" y="2782"/>
                  </a:cubicBezTo>
                  <a:cubicBezTo>
                    <a:pt x="4105" y="2428"/>
                    <a:pt x="3620" y="2252"/>
                    <a:pt x="3377" y="2186"/>
                  </a:cubicBezTo>
                  <a:cubicBezTo>
                    <a:pt x="2803" y="1855"/>
                    <a:pt x="2252" y="1480"/>
                    <a:pt x="1722" y="1082"/>
                  </a:cubicBezTo>
                  <a:lnTo>
                    <a:pt x="1" y="1"/>
                  </a:ln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929;p66">
              <a:extLst>
                <a:ext uri="{FF2B5EF4-FFF2-40B4-BE49-F238E27FC236}">
                  <a16:creationId xmlns:a16="http://schemas.microsoft.com/office/drawing/2014/main" id="{236BA23A-4E95-E2A6-41E5-B86944552E44}"/>
                </a:ext>
              </a:extLst>
            </p:cNvPr>
            <p:cNvSpPr/>
            <p:nvPr/>
          </p:nvSpPr>
          <p:spPr>
            <a:xfrm>
              <a:off x="1927175" y="1550150"/>
              <a:ext cx="599200" cy="366400"/>
            </a:xfrm>
            <a:custGeom>
              <a:avLst/>
              <a:gdLst/>
              <a:ahLst/>
              <a:cxnLst/>
              <a:rect l="l" t="t" r="r" b="b"/>
              <a:pathLst>
                <a:path w="23968" h="14656" extrusionOk="0">
                  <a:moveTo>
                    <a:pt x="20856" y="0"/>
                  </a:moveTo>
                  <a:cubicBezTo>
                    <a:pt x="20856" y="0"/>
                    <a:pt x="2605" y="3620"/>
                    <a:pt x="1303" y="7129"/>
                  </a:cubicBezTo>
                  <a:cubicBezTo>
                    <a:pt x="1" y="10638"/>
                    <a:pt x="1788" y="14544"/>
                    <a:pt x="6114" y="14654"/>
                  </a:cubicBezTo>
                  <a:cubicBezTo>
                    <a:pt x="6154" y="14655"/>
                    <a:pt x="6195" y="14656"/>
                    <a:pt x="6236" y="14656"/>
                  </a:cubicBezTo>
                  <a:cubicBezTo>
                    <a:pt x="10594" y="14656"/>
                    <a:pt x="19901" y="8912"/>
                    <a:pt x="23968" y="6136"/>
                  </a:cubicBezTo>
                  <a:cubicBezTo>
                    <a:pt x="23372" y="4635"/>
                    <a:pt x="20856" y="0"/>
                    <a:pt x="20856"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930;p66">
              <a:extLst>
                <a:ext uri="{FF2B5EF4-FFF2-40B4-BE49-F238E27FC236}">
                  <a16:creationId xmlns:a16="http://schemas.microsoft.com/office/drawing/2014/main" id="{4CCFBD26-5787-6C1F-1D89-B2CDE52DEBD2}"/>
                </a:ext>
              </a:extLst>
            </p:cNvPr>
            <p:cNvSpPr/>
            <p:nvPr/>
          </p:nvSpPr>
          <p:spPr>
            <a:xfrm>
              <a:off x="2610225" y="499425"/>
              <a:ext cx="164450" cy="164500"/>
            </a:xfrm>
            <a:custGeom>
              <a:avLst/>
              <a:gdLst/>
              <a:ahLst/>
              <a:cxnLst/>
              <a:rect l="l" t="t" r="r" b="b"/>
              <a:pathLst>
                <a:path w="6578" h="6580" extrusionOk="0">
                  <a:moveTo>
                    <a:pt x="2434" y="0"/>
                  </a:moveTo>
                  <a:cubicBezTo>
                    <a:pt x="2195" y="0"/>
                    <a:pt x="1942" y="74"/>
                    <a:pt x="1678" y="252"/>
                  </a:cubicBezTo>
                  <a:cubicBezTo>
                    <a:pt x="1" y="1355"/>
                    <a:pt x="1281" y="3408"/>
                    <a:pt x="2207" y="4092"/>
                  </a:cubicBezTo>
                  <a:cubicBezTo>
                    <a:pt x="3323" y="4888"/>
                    <a:pt x="3984" y="6580"/>
                    <a:pt x="4794" y="6580"/>
                  </a:cubicBezTo>
                  <a:cubicBezTo>
                    <a:pt x="4994" y="6580"/>
                    <a:pt x="5203" y="6477"/>
                    <a:pt x="5430" y="6233"/>
                  </a:cubicBezTo>
                  <a:cubicBezTo>
                    <a:pt x="6577" y="5019"/>
                    <a:pt x="4503" y="1929"/>
                    <a:pt x="4503" y="1929"/>
                  </a:cubicBezTo>
                  <a:cubicBezTo>
                    <a:pt x="4503" y="1929"/>
                    <a:pt x="3654" y="0"/>
                    <a:pt x="2434"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931;p66">
              <a:extLst>
                <a:ext uri="{FF2B5EF4-FFF2-40B4-BE49-F238E27FC236}">
                  <a16:creationId xmlns:a16="http://schemas.microsoft.com/office/drawing/2014/main" id="{85818928-C6DF-3F75-DC25-D5450DA760A0}"/>
                </a:ext>
              </a:extLst>
            </p:cNvPr>
            <p:cNvSpPr/>
            <p:nvPr/>
          </p:nvSpPr>
          <p:spPr>
            <a:xfrm>
              <a:off x="3027900" y="499425"/>
              <a:ext cx="164425" cy="164500"/>
            </a:xfrm>
            <a:custGeom>
              <a:avLst/>
              <a:gdLst/>
              <a:ahLst/>
              <a:cxnLst/>
              <a:rect l="l" t="t" r="r" b="b"/>
              <a:pathLst>
                <a:path w="6577" h="6580" extrusionOk="0">
                  <a:moveTo>
                    <a:pt x="4164" y="0"/>
                  </a:moveTo>
                  <a:cubicBezTo>
                    <a:pt x="2939" y="0"/>
                    <a:pt x="2075" y="1929"/>
                    <a:pt x="2075" y="1929"/>
                  </a:cubicBezTo>
                  <a:cubicBezTo>
                    <a:pt x="2075" y="1929"/>
                    <a:pt x="0" y="5019"/>
                    <a:pt x="1148" y="6233"/>
                  </a:cubicBezTo>
                  <a:cubicBezTo>
                    <a:pt x="1375" y="6477"/>
                    <a:pt x="1584" y="6580"/>
                    <a:pt x="1785" y="6580"/>
                  </a:cubicBezTo>
                  <a:cubicBezTo>
                    <a:pt x="2601" y="6580"/>
                    <a:pt x="3272" y="4888"/>
                    <a:pt x="4370" y="4092"/>
                  </a:cubicBezTo>
                  <a:cubicBezTo>
                    <a:pt x="5319" y="3408"/>
                    <a:pt x="6577" y="1355"/>
                    <a:pt x="4922" y="252"/>
                  </a:cubicBezTo>
                  <a:cubicBezTo>
                    <a:pt x="4658" y="74"/>
                    <a:pt x="4404" y="0"/>
                    <a:pt x="4164"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932;p66">
              <a:extLst>
                <a:ext uri="{FF2B5EF4-FFF2-40B4-BE49-F238E27FC236}">
                  <a16:creationId xmlns:a16="http://schemas.microsoft.com/office/drawing/2014/main" id="{B1A9AA08-CAAA-BFFF-EA17-0CC5A3553644}"/>
                </a:ext>
              </a:extLst>
            </p:cNvPr>
            <p:cNvSpPr/>
            <p:nvPr/>
          </p:nvSpPr>
          <p:spPr>
            <a:xfrm>
              <a:off x="2699600" y="745150"/>
              <a:ext cx="391775" cy="473975"/>
            </a:xfrm>
            <a:custGeom>
              <a:avLst/>
              <a:gdLst/>
              <a:ahLst/>
              <a:cxnLst/>
              <a:rect l="l" t="t" r="r" b="b"/>
              <a:pathLst>
                <a:path w="15671" h="18959" extrusionOk="0">
                  <a:moveTo>
                    <a:pt x="4746" y="1"/>
                  </a:moveTo>
                  <a:lnTo>
                    <a:pt x="4746" y="1"/>
                  </a:lnTo>
                  <a:cubicBezTo>
                    <a:pt x="4790" y="111"/>
                    <a:pt x="4657" y="5320"/>
                    <a:pt x="4039" y="6732"/>
                  </a:cubicBezTo>
                  <a:cubicBezTo>
                    <a:pt x="3179" y="8696"/>
                    <a:pt x="1" y="9160"/>
                    <a:pt x="1" y="9160"/>
                  </a:cubicBezTo>
                  <a:cubicBezTo>
                    <a:pt x="1" y="9160"/>
                    <a:pt x="3289" y="18076"/>
                    <a:pt x="8056" y="18959"/>
                  </a:cubicBezTo>
                  <a:cubicBezTo>
                    <a:pt x="11962" y="17392"/>
                    <a:pt x="14522" y="12713"/>
                    <a:pt x="15670" y="9535"/>
                  </a:cubicBezTo>
                  <a:cubicBezTo>
                    <a:pt x="12691" y="9116"/>
                    <a:pt x="11896" y="7681"/>
                    <a:pt x="11742" y="6335"/>
                  </a:cubicBezTo>
                  <a:cubicBezTo>
                    <a:pt x="11631" y="5187"/>
                    <a:pt x="11300" y="155"/>
                    <a:pt x="11300" y="155"/>
                  </a:cubicBezTo>
                  <a:lnTo>
                    <a:pt x="4746" y="1"/>
                  </a:ln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933;p66">
              <a:extLst>
                <a:ext uri="{FF2B5EF4-FFF2-40B4-BE49-F238E27FC236}">
                  <a16:creationId xmlns:a16="http://schemas.microsoft.com/office/drawing/2014/main" id="{41CA784D-8589-7BC7-12D7-9AC2141417E4}"/>
                </a:ext>
              </a:extLst>
            </p:cNvPr>
            <p:cNvSpPr/>
            <p:nvPr/>
          </p:nvSpPr>
          <p:spPr>
            <a:xfrm>
              <a:off x="2701825" y="358950"/>
              <a:ext cx="402775" cy="459625"/>
            </a:xfrm>
            <a:custGeom>
              <a:avLst/>
              <a:gdLst/>
              <a:ahLst/>
              <a:cxnLst/>
              <a:rect l="l" t="t" r="r" b="b"/>
              <a:pathLst>
                <a:path w="16111" h="18385" extrusionOk="0">
                  <a:moveTo>
                    <a:pt x="12646" y="0"/>
                  </a:moveTo>
                  <a:cubicBezTo>
                    <a:pt x="11631" y="1611"/>
                    <a:pt x="9909" y="3156"/>
                    <a:pt x="7504" y="3553"/>
                  </a:cubicBezTo>
                  <a:cubicBezTo>
                    <a:pt x="5120" y="3951"/>
                    <a:pt x="4480" y="3642"/>
                    <a:pt x="2339" y="4083"/>
                  </a:cubicBezTo>
                  <a:cubicBezTo>
                    <a:pt x="2295" y="4083"/>
                    <a:pt x="2273" y="4083"/>
                    <a:pt x="2229" y="4105"/>
                  </a:cubicBezTo>
                  <a:cubicBezTo>
                    <a:pt x="883" y="4458"/>
                    <a:pt x="0" y="5782"/>
                    <a:pt x="221" y="7173"/>
                  </a:cubicBezTo>
                  <a:cubicBezTo>
                    <a:pt x="640" y="10108"/>
                    <a:pt x="1412" y="13043"/>
                    <a:pt x="2428" y="14654"/>
                  </a:cubicBezTo>
                  <a:cubicBezTo>
                    <a:pt x="4304" y="17634"/>
                    <a:pt x="6930" y="18384"/>
                    <a:pt x="8386" y="18384"/>
                  </a:cubicBezTo>
                  <a:cubicBezTo>
                    <a:pt x="10152" y="18384"/>
                    <a:pt x="14058" y="16420"/>
                    <a:pt x="15073" y="12138"/>
                  </a:cubicBezTo>
                  <a:cubicBezTo>
                    <a:pt x="15338" y="11057"/>
                    <a:pt x="15559" y="9909"/>
                    <a:pt x="15736" y="8784"/>
                  </a:cubicBezTo>
                  <a:cubicBezTo>
                    <a:pt x="16111" y="6533"/>
                    <a:pt x="15405" y="4216"/>
                    <a:pt x="13838" y="2560"/>
                  </a:cubicBezTo>
                  <a:cubicBezTo>
                    <a:pt x="13153" y="1876"/>
                    <a:pt x="12734" y="971"/>
                    <a:pt x="12646" y="0"/>
                  </a:cubicBezTo>
                  <a:close/>
                </a:path>
              </a:pathLst>
            </a:custGeom>
            <a:solidFill>
              <a:srgbClr val="F7A6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934;p66">
              <a:extLst>
                <a:ext uri="{FF2B5EF4-FFF2-40B4-BE49-F238E27FC236}">
                  <a16:creationId xmlns:a16="http://schemas.microsoft.com/office/drawing/2014/main" id="{FB9B329F-02CF-8FA1-4F65-D537EE68C7DF}"/>
                </a:ext>
              </a:extLst>
            </p:cNvPr>
            <p:cNvSpPr/>
            <p:nvPr/>
          </p:nvSpPr>
          <p:spPr>
            <a:xfrm>
              <a:off x="2816575" y="543625"/>
              <a:ext cx="39200" cy="38800"/>
            </a:xfrm>
            <a:custGeom>
              <a:avLst/>
              <a:gdLst/>
              <a:ahLst/>
              <a:cxnLst/>
              <a:rect l="l" t="t" r="r" b="b"/>
              <a:pathLst>
                <a:path w="1568" h="1552" extrusionOk="0">
                  <a:moveTo>
                    <a:pt x="843" y="1"/>
                  </a:moveTo>
                  <a:cubicBezTo>
                    <a:pt x="820" y="1"/>
                    <a:pt x="796" y="3"/>
                    <a:pt x="773" y="7"/>
                  </a:cubicBezTo>
                  <a:cubicBezTo>
                    <a:pt x="442" y="7"/>
                    <a:pt x="177" y="205"/>
                    <a:pt x="67" y="492"/>
                  </a:cubicBezTo>
                  <a:cubicBezTo>
                    <a:pt x="23" y="580"/>
                    <a:pt x="0" y="691"/>
                    <a:pt x="0" y="801"/>
                  </a:cubicBezTo>
                  <a:lnTo>
                    <a:pt x="45" y="978"/>
                  </a:lnTo>
                  <a:cubicBezTo>
                    <a:pt x="67" y="1110"/>
                    <a:pt x="155" y="1242"/>
                    <a:pt x="243" y="1331"/>
                  </a:cubicBezTo>
                  <a:cubicBezTo>
                    <a:pt x="309" y="1375"/>
                    <a:pt x="354" y="1419"/>
                    <a:pt x="420" y="1463"/>
                  </a:cubicBezTo>
                  <a:cubicBezTo>
                    <a:pt x="530" y="1529"/>
                    <a:pt x="663" y="1551"/>
                    <a:pt x="795" y="1551"/>
                  </a:cubicBezTo>
                  <a:cubicBezTo>
                    <a:pt x="905" y="1551"/>
                    <a:pt x="994" y="1529"/>
                    <a:pt x="1082" y="1485"/>
                  </a:cubicBezTo>
                  <a:cubicBezTo>
                    <a:pt x="1281" y="1397"/>
                    <a:pt x="1435" y="1242"/>
                    <a:pt x="1501" y="1044"/>
                  </a:cubicBezTo>
                  <a:cubicBezTo>
                    <a:pt x="1545" y="955"/>
                    <a:pt x="1567" y="867"/>
                    <a:pt x="1567" y="757"/>
                  </a:cubicBezTo>
                  <a:lnTo>
                    <a:pt x="1523" y="558"/>
                  </a:lnTo>
                  <a:cubicBezTo>
                    <a:pt x="1501" y="426"/>
                    <a:pt x="1413" y="315"/>
                    <a:pt x="1325" y="205"/>
                  </a:cubicBezTo>
                  <a:lnTo>
                    <a:pt x="1148" y="95"/>
                  </a:lnTo>
                  <a:cubicBezTo>
                    <a:pt x="1057" y="40"/>
                    <a:pt x="952" y="1"/>
                    <a:pt x="84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935;p66">
              <a:extLst>
                <a:ext uri="{FF2B5EF4-FFF2-40B4-BE49-F238E27FC236}">
                  <a16:creationId xmlns:a16="http://schemas.microsoft.com/office/drawing/2014/main" id="{D0A22F51-18D6-90B1-FEB2-D85D0512B2FF}"/>
                </a:ext>
              </a:extLst>
            </p:cNvPr>
            <p:cNvSpPr/>
            <p:nvPr/>
          </p:nvSpPr>
          <p:spPr>
            <a:xfrm>
              <a:off x="2944025" y="543625"/>
              <a:ext cx="39200" cy="38800"/>
            </a:xfrm>
            <a:custGeom>
              <a:avLst/>
              <a:gdLst/>
              <a:ahLst/>
              <a:cxnLst/>
              <a:rect l="l" t="t" r="r" b="b"/>
              <a:pathLst>
                <a:path w="1568" h="1552" extrusionOk="0">
                  <a:moveTo>
                    <a:pt x="843" y="1"/>
                  </a:moveTo>
                  <a:cubicBezTo>
                    <a:pt x="820" y="1"/>
                    <a:pt x="796" y="3"/>
                    <a:pt x="773" y="7"/>
                  </a:cubicBezTo>
                  <a:cubicBezTo>
                    <a:pt x="464" y="7"/>
                    <a:pt x="177" y="205"/>
                    <a:pt x="67" y="492"/>
                  </a:cubicBezTo>
                  <a:cubicBezTo>
                    <a:pt x="23" y="580"/>
                    <a:pt x="1" y="691"/>
                    <a:pt x="23" y="801"/>
                  </a:cubicBezTo>
                  <a:lnTo>
                    <a:pt x="45" y="978"/>
                  </a:lnTo>
                  <a:cubicBezTo>
                    <a:pt x="89" y="1110"/>
                    <a:pt x="155" y="1242"/>
                    <a:pt x="265" y="1331"/>
                  </a:cubicBezTo>
                  <a:cubicBezTo>
                    <a:pt x="310" y="1375"/>
                    <a:pt x="376" y="1419"/>
                    <a:pt x="420" y="1463"/>
                  </a:cubicBezTo>
                  <a:cubicBezTo>
                    <a:pt x="552" y="1529"/>
                    <a:pt x="685" y="1551"/>
                    <a:pt x="817" y="1551"/>
                  </a:cubicBezTo>
                  <a:cubicBezTo>
                    <a:pt x="905" y="1551"/>
                    <a:pt x="1016" y="1529"/>
                    <a:pt x="1104" y="1485"/>
                  </a:cubicBezTo>
                  <a:cubicBezTo>
                    <a:pt x="1192" y="1441"/>
                    <a:pt x="1281" y="1397"/>
                    <a:pt x="1347" y="1309"/>
                  </a:cubicBezTo>
                  <a:cubicBezTo>
                    <a:pt x="1479" y="1154"/>
                    <a:pt x="1567" y="955"/>
                    <a:pt x="1567" y="757"/>
                  </a:cubicBezTo>
                  <a:cubicBezTo>
                    <a:pt x="1567" y="691"/>
                    <a:pt x="1545" y="624"/>
                    <a:pt x="1545" y="558"/>
                  </a:cubicBezTo>
                  <a:cubicBezTo>
                    <a:pt x="1501" y="426"/>
                    <a:pt x="1435" y="315"/>
                    <a:pt x="1325" y="205"/>
                  </a:cubicBezTo>
                  <a:cubicBezTo>
                    <a:pt x="1281" y="183"/>
                    <a:pt x="1214" y="139"/>
                    <a:pt x="1170" y="95"/>
                  </a:cubicBezTo>
                  <a:cubicBezTo>
                    <a:pt x="1061" y="40"/>
                    <a:pt x="952" y="1"/>
                    <a:pt x="843"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936;p66">
              <a:extLst>
                <a:ext uri="{FF2B5EF4-FFF2-40B4-BE49-F238E27FC236}">
                  <a16:creationId xmlns:a16="http://schemas.microsoft.com/office/drawing/2014/main" id="{A2B40117-1D15-983D-BA28-9114FDD925A8}"/>
                </a:ext>
              </a:extLst>
            </p:cNvPr>
            <p:cNvSpPr/>
            <p:nvPr/>
          </p:nvSpPr>
          <p:spPr>
            <a:xfrm>
              <a:off x="2800575" y="485275"/>
              <a:ext cx="65125" cy="31500"/>
            </a:xfrm>
            <a:custGeom>
              <a:avLst/>
              <a:gdLst/>
              <a:ahLst/>
              <a:cxnLst/>
              <a:rect l="l" t="t" r="r" b="b"/>
              <a:pathLst>
                <a:path w="2605" h="1260" extrusionOk="0">
                  <a:moveTo>
                    <a:pt x="1330" y="1"/>
                  </a:moveTo>
                  <a:cubicBezTo>
                    <a:pt x="1321" y="1"/>
                    <a:pt x="1312" y="1"/>
                    <a:pt x="1303" y="1"/>
                  </a:cubicBezTo>
                  <a:cubicBezTo>
                    <a:pt x="398" y="23"/>
                    <a:pt x="0" y="1259"/>
                    <a:pt x="0" y="1259"/>
                  </a:cubicBezTo>
                  <a:cubicBezTo>
                    <a:pt x="420" y="1016"/>
                    <a:pt x="861" y="840"/>
                    <a:pt x="1303" y="729"/>
                  </a:cubicBezTo>
                  <a:cubicBezTo>
                    <a:pt x="1436" y="716"/>
                    <a:pt x="1570" y="709"/>
                    <a:pt x="1703" y="709"/>
                  </a:cubicBezTo>
                  <a:cubicBezTo>
                    <a:pt x="2009" y="709"/>
                    <a:pt x="2312" y="747"/>
                    <a:pt x="2605" y="840"/>
                  </a:cubicBezTo>
                  <a:cubicBezTo>
                    <a:pt x="2605" y="840"/>
                    <a:pt x="2045" y="1"/>
                    <a:pt x="1330"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937;p66">
              <a:extLst>
                <a:ext uri="{FF2B5EF4-FFF2-40B4-BE49-F238E27FC236}">
                  <a16:creationId xmlns:a16="http://schemas.microsoft.com/office/drawing/2014/main" id="{4AB2C0D0-322E-5BEF-5F38-3589536C310E}"/>
                </a:ext>
              </a:extLst>
            </p:cNvPr>
            <p:cNvSpPr/>
            <p:nvPr/>
          </p:nvSpPr>
          <p:spPr>
            <a:xfrm>
              <a:off x="2932450" y="485275"/>
              <a:ext cx="65125" cy="31500"/>
            </a:xfrm>
            <a:custGeom>
              <a:avLst/>
              <a:gdLst/>
              <a:ahLst/>
              <a:cxnLst/>
              <a:rect l="l" t="t" r="r" b="b"/>
              <a:pathLst>
                <a:path w="2605" h="1260" extrusionOk="0">
                  <a:moveTo>
                    <a:pt x="1275" y="1"/>
                  </a:moveTo>
                  <a:cubicBezTo>
                    <a:pt x="581" y="1"/>
                    <a:pt x="0" y="840"/>
                    <a:pt x="0" y="840"/>
                  </a:cubicBezTo>
                  <a:cubicBezTo>
                    <a:pt x="292" y="747"/>
                    <a:pt x="596" y="709"/>
                    <a:pt x="902" y="709"/>
                  </a:cubicBezTo>
                  <a:cubicBezTo>
                    <a:pt x="1035" y="709"/>
                    <a:pt x="1169" y="716"/>
                    <a:pt x="1302" y="729"/>
                  </a:cubicBezTo>
                  <a:cubicBezTo>
                    <a:pt x="1766" y="840"/>
                    <a:pt x="2207" y="1016"/>
                    <a:pt x="2604" y="1259"/>
                  </a:cubicBezTo>
                  <a:cubicBezTo>
                    <a:pt x="2604" y="1259"/>
                    <a:pt x="2207" y="23"/>
                    <a:pt x="1302" y="1"/>
                  </a:cubicBezTo>
                  <a:cubicBezTo>
                    <a:pt x="1293" y="1"/>
                    <a:pt x="1284" y="1"/>
                    <a:pt x="1275"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938;p66">
              <a:extLst>
                <a:ext uri="{FF2B5EF4-FFF2-40B4-BE49-F238E27FC236}">
                  <a16:creationId xmlns:a16="http://schemas.microsoft.com/office/drawing/2014/main" id="{895E3C89-F516-6EED-AE74-A8D1F5E69A3B}"/>
                </a:ext>
              </a:extLst>
            </p:cNvPr>
            <p:cNvSpPr/>
            <p:nvPr/>
          </p:nvSpPr>
          <p:spPr>
            <a:xfrm>
              <a:off x="2860725" y="657425"/>
              <a:ext cx="113125" cy="55300"/>
            </a:xfrm>
            <a:custGeom>
              <a:avLst/>
              <a:gdLst/>
              <a:ahLst/>
              <a:cxnLst/>
              <a:rect l="l" t="t" r="r" b="b"/>
              <a:pathLst>
                <a:path w="4525" h="2212" extrusionOk="0">
                  <a:moveTo>
                    <a:pt x="4524" y="1"/>
                  </a:moveTo>
                  <a:cubicBezTo>
                    <a:pt x="4524" y="1"/>
                    <a:pt x="3222" y="795"/>
                    <a:pt x="1920" y="795"/>
                  </a:cubicBezTo>
                  <a:cubicBezTo>
                    <a:pt x="1879" y="797"/>
                    <a:pt x="1837" y="797"/>
                    <a:pt x="1796" y="797"/>
                  </a:cubicBezTo>
                  <a:cubicBezTo>
                    <a:pt x="1176" y="797"/>
                    <a:pt x="559" y="642"/>
                    <a:pt x="0" y="332"/>
                  </a:cubicBezTo>
                  <a:lnTo>
                    <a:pt x="0" y="332"/>
                  </a:lnTo>
                  <a:cubicBezTo>
                    <a:pt x="127" y="1415"/>
                    <a:pt x="1031" y="2212"/>
                    <a:pt x="2082" y="2212"/>
                  </a:cubicBezTo>
                  <a:cubicBezTo>
                    <a:pt x="2123" y="2212"/>
                    <a:pt x="2165" y="2210"/>
                    <a:pt x="2207" y="2208"/>
                  </a:cubicBezTo>
                  <a:cubicBezTo>
                    <a:pt x="4237" y="2208"/>
                    <a:pt x="4524" y="1"/>
                    <a:pt x="45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939;p66">
              <a:extLst>
                <a:ext uri="{FF2B5EF4-FFF2-40B4-BE49-F238E27FC236}">
                  <a16:creationId xmlns:a16="http://schemas.microsoft.com/office/drawing/2014/main" id="{A4A40107-88E0-7965-C6CF-D0B272B40E2C}"/>
                </a:ext>
              </a:extLst>
            </p:cNvPr>
            <p:cNvSpPr/>
            <p:nvPr/>
          </p:nvSpPr>
          <p:spPr>
            <a:xfrm>
              <a:off x="2871750" y="492125"/>
              <a:ext cx="43050" cy="145025"/>
            </a:xfrm>
            <a:custGeom>
              <a:avLst/>
              <a:gdLst/>
              <a:ahLst/>
              <a:cxnLst/>
              <a:rect l="l" t="t" r="r" b="b"/>
              <a:pathLst>
                <a:path w="1722" h="5801" extrusionOk="0">
                  <a:moveTo>
                    <a:pt x="972" y="0"/>
                  </a:moveTo>
                  <a:cubicBezTo>
                    <a:pt x="922" y="0"/>
                    <a:pt x="861" y="47"/>
                    <a:pt x="861" y="102"/>
                  </a:cubicBezTo>
                  <a:cubicBezTo>
                    <a:pt x="861" y="831"/>
                    <a:pt x="1038" y="1537"/>
                    <a:pt x="1016" y="2243"/>
                  </a:cubicBezTo>
                  <a:cubicBezTo>
                    <a:pt x="1016" y="2861"/>
                    <a:pt x="883" y="3457"/>
                    <a:pt x="640" y="4009"/>
                  </a:cubicBezTo>
                  <a:cubicBezTo>
                    <a:pt x="442" y="4406"/>
                    <a:pt x="0" y="4803"/>
                    <a:pt x="199" y="5289"/>
                  </a:cubicBezTo>
                  <a:cubicBezTo>
                    <a:pt x="367" y="5692"/>
                    <a:pt x="790" y="5801"/>
                    <a:pt x="1197" y="5801"/>
                  </a:cubicBezTo>
                  <a:cubicBezTo>
                    <a:pt x="1325" y="5801"/>
                    <a:pt x="1451" y="5790"/>
                    <a:pt x="1567" y="5774"/>
                  </a:cubicBezTo>
                  <a:cubicBezTo>
                    <a:pt x="1722" y="5752"/>
                    <a:pt x="1700" y="5531"/>
                    <a:pt x="1545" y="5531"/>
                  </a:cubicBezTo>
                  <a:cubicBezTo>
                    <a:pt x="1236" y="5509"/>
                    <a:pt x="861" y="5553"/>
                    <a:pt x="618" y="5289"/>
                  </a:cubicBezTo>
                  <a:cubicBezTo>
                    <a:pt x="376" y="5068"/>
                    <a:pt x="508" y="4825"/>
                    <a:pt x="663" y="4582"/>
                  </a:cubicBezTo>
                  <a:cubicBezTo>
                    <a:pt x="927" y="4185"/>
                    <a:pt x="1126" y="3744"/>
                    <a:pt x="1214" y="3280"/>
                  </a:cubicBezTo>
                  <a:cubicBezTo>
                    <a:pt x="1325" y="2795"/>
                    <a:pt x="1347" y="2287"/>
                    <a:pt x="1325" y="1780"/>
                  </a:cubicBezTo>
                  <a:cubicBezTo>
                    <a:pt x="1303" y="1206"/>
                    <a:pt x="1214" y="632"/>
                    <a:pt x="1038" y="58"/>
                  </a:cubicBezTo>
                  <a:cubicBezTo>
                    <a:pt x="1029" y="17"/>
                    <a:pt x="1003" y="0"/>
                    <a:pt x="972" y="0"/>
                  </a:cubicBezTo>
                  <a:close/>
                </a:path>
              </a:pathLst>
            </a:custGeom>
            <a:solidFill>
              <a:srgbClr val="F37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940;p66">
              <a:extLst>
                <a:ext uri="{FF2B5EF4-FFF2-40B4-BE49-F238E27FC236}">
                  <a16:creationId xmlns:a16="http://schemas.microsoft.com/office/drawing/2014/main" id="{416908BF-F8CF-1110-0C9A-16C9C9845889}"/>
                </a:ext>
              </a:extLst>
            </p:cNvPr>
            <p:cNvSpPr/>
            <p:nvPr/>
          </p:nvSpPr>
          <p:spPr>
            <a:xfrm>
              <a:off x="2700150" y="505800"/>
              <a:ext cx="405300" cy="327425"/>
            </a:xfrm>
            <a:custGeom>
              <a:avLst/>
              <a:gdLst/>
              <a:ahLst/>
              <a:cxnLst/>
              <a:rect l="l" t="t" r="r" b="b"/>
              <a:pathLst>
                <a:path w="16212" h="13097" extrusionOk="0">
                  <a:moveTo>
                    <a:pt x="15960" y="0"/>
                  </a:moveTo>
                  <a:cubicBezTo>
                    <a:pt x="15886" y="0"/>
                    <a:pt x="15813" y="39"/>
                    <a:pt x="15780" y="129"/>
                  </a:cubicBezTo>
                  <a:cubicBezTo>
                    <a:pt x="15185" y="1475"/>
                    <a:pt x="14699" y="2888"/>
                    <a:pt x="14191" y="4278"/>
                  </a:cubicBezTo>
                  <a:cubicBezTo>
                    <a:pt x="13927" y="4984"/>
                    <a:pt x="13684" y="5691"/>
                    <a:pt x="13463" y="6397"/>
                  </a:cubicBezTo>
                  <a:cubicBezTo>
                    <a:pt x="13353" y="6706"/>
                    <a:pt x="13243" y="7037"/>
                    <a:pt x="13154" y="7368"/>
                  </a:cubicBezTo>
                  <a:cubicBezTo>
                    <a:pt x="13110" y="7478"/>
                    <a:pt x="13088" y="7589"/>
                    <a:pt x="13044" y="7721"/>
                  </a:cubicBezTo>
                  <a:cubicBezTo>
                    <a:pt x="11631" y="8449"/>
                    <a:pt x="10065" y="8847"/>
                    <a:pt x="8453" y="8847"/>
                  </a:cubicBezTo>
                  <a:cubicBezTo>
                    <a:pt x="8414" y="8847"/>
                    <a:pt x="8374" y="8847"/>
                    <a:pt x="8335" y="8847"/>
                  </a:cubicBezTo>
                  <a:cubicBezTo>
                    <a:pt x="6325" y="8847"/>
                    <a:pt x="4381" y="8297"/>
                    <a:pt x="2649" y="7280"/>
                  </a:cubicBezTo>
                  <a:cubicBezTo>
                    <a:pt x="2362" y="6198"/>
                    <a:pt x="1987" y="5139"/>
                    <a:pt x="1656" y="4080"/>
                  </a:cubicBezTo>
                  <a:cubicBezTo>
                    <a:pt x="1457" y="3440"/>
                    <a:pt x="1237" y="2777"/>
                    <a:pt x="1038" y="2115"/>
                  </a:cubicBezTo>
                  <a:cubicBezTo>
                    <a:pt x="928" y="1784"/>
                    <a:pt x="817" y="1453"/>
                    <a:pt x="707" y="1144"/>
                  </a:cubicBezTo>
                  <a:cubicBezTo>
                    <a:pt x="619" y="857"/>
                    <a:pt x="553" y="460"/>
                    <a:pt x="310" y="306"/>
                  </a:cubicBezTo>
                  <a:cubicBezTo>
                    <a:pt x="286" y="290"/>
                    <a:pt x="257" y="283"/>
                    <a:pt x="229" y="283"/>
                  </a:cubicBezTo>
                  <a:cubicBezTo>
                    <a:pt x="177" y="283"/>
                    <a:pt x="125" y="307"/>
                    <a:pt x="111" y="350"/>
                  </a:cubicBezTo>
                  <a:cubicBezTo>
                    <a:pt x="1" y="637"/>
                    <a:pt x="155" y="946"/>
                    <a:pt x="244" y="1211"/>
                  </a:cubicBezTo>
                  <a:cubicBezTo>
                    <a:pt x="332" y="1564"/>
                    <a:pt x="442" y="1917"/>
                    <a:pt x="553" y="2270"/>
                  </a:cubicBezTo>
                  <a:cubicBezTo>
                    <a:pt x="751" y="2910"/>
                    <a:pt x="950" y="3550"/>
                    <a:pt x="1171" y="4190"/>
                  </a:cubicBezTo>
                  <a:cubicBezTo>
                    <a:pt x="1524" y="5293"/>
                    <a:pt x="1833" y="6441"/>
                    <a:pt x="2252" y="7522"/>
                  </a:cubicBezTo>
                  <a:cubicBezTo>
                    <a:pt x="2120" y="7699"/>
                    <a:pt x="1987" y="7920"/>
                    <a:pt x="1833" y="8185"/>
                  </a:cubicBezTo>
                  <a:cubicBezTo>
                    <a:pt x="1722" y="7898"/>
                    <a:pt x="1590" y="7589"/>
                    <a:pt x="1479" y="7302"/>
                  </a:cubicBezTo>
                  <a:cubicBezTo>
                    <a:pt x="1369" y="7037"/>
                    <a:pt x="1259" y="6750"/>
                    <a:pt x="1148" y="6485"/>
                  </a:cubicBezTo>
                  <a:cubicBezTo>
                    <a:pt x="1060" y="6220"/>
                    <a:pt x="972" y="5845"/>
                    <a:pt x="751" y="5647"/>
                  </a:cubicBezTo>
                  <a:cubicBezTo>
                    <a:pt x="724" y="5626"/>
                    <a:pt x="690" y="5616"/>
                    <a:pt x="656" y="5616"/>
                  </a:cubicBezTo>
                  <a:cubicBezTo>
                    <a:pt x="580" y="5616"/>
                    <a:pt x="502" y="5665"/>
                    <a:pt x="486" y="5757"/>
                  </a:cubicBezTo>
                  <a:cubicBezTo>
                    <a:pt x="486" y="6022"/>
                    <a:pt x="553" y="6287"/>
                    <a:pt x="685" y="6529"/>
                  </a:cubicBezTo>
                  <a:cubicBezTo>
                    <a:pt x="795" y="6838"/>
                    <a:pt x="928" y="7147"/>
                    <a:pt x="1038" y="7478"/>
                  </a:cubicBezTo>
                  <a:cubicBezTo>
                    <a:pt x="1193" y="7876"/>
                    <a:pt x="1347" y="8339"/>
                    <a:pt x="1524" y="8758"/>
                  </a:cubicBezTo>
                  <a:cubicBezTo>
                    <a:pt x="1391" y="8979"/>
                    <a:pt x="1281" y="9200"/>
                    <a:pt x="1193" y="9420"/>
                  </a:cubicBezTo>
                  <a:cubicBezTo>
                    <a:pt x="2610" y="11859"/>
                    <a:pt x="4460" y="13097"/>
                    <a:pt x="8231" y="13097"/>
                  </a:cubicBezTo>
                  <a:cubicBezTo>
                    <a:pt x="8453" y="13097"/>
                    <a:pt x="8681" y="13093"/>
                    <a:pt x="8917" y="13084"/>
                  </a:cubicBezTo>
                  <a:cubicBezTo>
                    <a:pt x="12956" y="12952"/>
                    <a:pt x="15449" y="9641"/>
                    <a:pt x="15405" y="9310"/>
                  </a:cubicBezTo>
                  <a:cubicBezTo>
                    <a:pt x="15251" y="8891"/>
                    <a:pt x="15074" y="8493"/>
                    <a:pt x="14854" y="8118"/>
                  </a:cubicBezTo>
                  <a:cubicBezTo>
                    <a:pt x="15074" y="7522"/>
                    <a:pt x="15251" y="6927"/>
                    <a:pt x="15405" y="6309"/>
                  </a:cubicBezTo>
                  <a:cubicBezTo>
                    <a:pt x="15431" y="6193"/>
                    <a:pt x="15337" y="6122"/>
                    <a:pt x="15241" y="6122"/>
                  </a:cubicBezTo>
                  <a:cubicBezTo>
                    <a:pt x="15172" y="6122"/>
                    <a:pt x="15102" y="6159"/>
                    <a:pt x="15074" y="6242"/>
                  </a:cubicBezTo>
                  <a:cubicBezTo>
                    <a:pt x="14942" y="6728"/>
                    <a:pt x="14787" y="7213"/>
                    <a:pt x="14633" y="7677"/>
                  </a:cubicBezTo>
                  <a:cubicBezTo>
                    <a:pt x="14412" y="7258"/>
                    <a:pt x="14236" y="6927"/>
                    <a:pt x="14236" y="6927"/>
                  </a:cubicBezTo>
                  <a:cubicBezTo>
                    <a:pt x="14015" y="7125"/>
                    <a:pt x="13772" y="7280"/>
                    <a:pt x="13529" y="7434"/>
                  </a:cubicBezTo>
                  <a:cubicBezTo>
                    <a:pt x="13618" y="7191"/>
                    <a:pt x="13706" y="6949"/>
                    <a:pt x="13794" y="6706"/>
                  </a:cubicBezTo>
                  <a:cubicBezTo>
                    <a:pt x="14037" y="5978"/>
                    <a:pt x="14302" y="5249"/>
                    <a:pt x="14545" y="4521"/>
                  </a:cubicBezTo>
                  <a:cubicBezTo>
                    <a:pt x="15074" y="3086"/>
                    <a:pt x="15648" y="1696"/>
                    <a:pt x="16156" y="262"/>
                  </a:cubicBezTo>
                  <a:cubicBezTo>
                    <a:pt x="16211" y="109"/>
                    <a:pt x="16084" y="0"/>
                    <a:pt x="159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941;p66">
              <a:extLst>
                <a:ext uri="{FF2B5EF4-FFF2-40B4-BE49-F238E27FC236}">
                  <a16:creationId xmlns:a16="http://schemas.microsoft.com/office/drawing/2014/main" id="{C6C4861B-5C94-FD0A-40E5-FF7CBAEC3000}"/>
                </a:ext>
              </a:extLst>
            </p:cNvPr>
            <p:cNvSpPr/>
            <p:nvPr/>
          </p:nvSpPr>
          <p:spPr>
            <a:xfrm>
              <a:off x="3439475" y="5142500"/>
              <a:ext cx="760875" cy="312325"/>
            </a:xfrm>
            <a:custGeom>
              <a:avLst/>
              <a:gdLst/>
              <a:ahLst/>
              <a:cxnLst/>
              <a:rect l="l" t="t" r="r" b="b"/>
              <a:pathLst>
                <a:path w="30435" h="12493" extrusionOk="0">
                  <a:moveTo>
                    <a:pt x="18385" y="1"/>
                  </a:moveTo>
                  <a:cubicBezTo>
                    <a:pt x="18385" y="1"/>
                    <a:pt x="18517" y="3135"/>
                    <a:pt x="12691" y="5783"/>
                  </a:cubicBezTo>
                  <a:cubicBezTo>
                    <a:pt x="10749" y="6622"/>
                    <a:pt x="8696" y="7284"/>
                    <a:pt x="6600" y="7703"/>
                  </a:cubicBezTo>
                  <a:cubicBezTo>
                    <a:pt x="1722" y="8785"/>
                    <a:pt x="1" y="12492"/>
                    <a:pt x="1" y="12492"/>
                  </a:cubicBezTo>
                  <a:lnTo>
                    <a:pt x="30015" y="12492"/>
                  </a:lnTo>
                  <a:lnTo>
                    <a:pt x="30214" y="6865"/>
                  </a:lnTo>
                  <a:lnTo>
                    <a:pt x="30435" y="928"/>
                  </a:lnTo>
                  <a:lnTo>
                    <a:pt x="18385" y="1"/>
                  </a:ln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942;p66">
              <a:extLst>
                <a:ext uri="{FF2B5EF4-FFF2-40B4-BE49-F238E27FC236}">
                  <a16:creationId xmlns:a16="http://schemas.microsoft.com/office/drawing/2014/main" id="{C81FCA67-A7F6-C9BB-4A26-1659A14C8F99}"/>
                </a:ext>
              </a:extLst>
            </p:cNvPr>
            <p:cNvSpPr/>
            <p:nvPr/>
          </p:nvSpPr>
          <p:spPr>
            <a:xfrm>
              <a:off x="3439475" y="5287075"/>
              <a:ext cx="755350" cy="167750"/>
            </a:xfrm>
            <a:custGeom>
              <a:avLst/>
              <a:gdLst/>
              <a:ahLst/>
              <a:cxnLst/>
              <a:rect l="l" t="t" r="r" b="b"/>
              <a:pathLst>
                <a:path w="30214" h="6710" extrusionOk="0">
                  <a:moveTo>
                    <a:pt x="12691" y="0"/>
                  </a:moveTo>
                  <a:cubicBezTo>
                    <a:pt x="10749" y="839"/>
                    <a:pt x="8696" y="1501"/>
                    <a:pt x="6622" y="1920"/>
                  </a:cubicBezTo>
                  <a:cubicBezTo>
                    <a:pt x="1722" y="3002"/>
                    <a:pt x="1" y="6709"/>
                    <a:pt x="1" y="6709"/>
                  </a:cubicBezTo>
                  <a:lnTo>
                    <a:pt x="30015" y="6709"/>
                  </a:lnTo>
                  <a:lnTo>
                    <a:pt x="30214" y="1082"/>
                  </a:lnTo>
                  <a:lnTo>
                    <a:pt x="30214" y="1082"/>
                  </a:lnTo>
                  <a:cubicBezTo>
                    <a:pt x="27477" y="1920"/>
                    <a:pt x="23262" y="3796"/>
                    <a:pt x="16112" y="4436"/>
                  </a:cubicBezTo>
                  <a:cubicBezTo>
                    <a:pt x="15383" y="2847"/>
                    <a:pt x="14015" y="1280"/>
                    <a:pt x="12691"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943;p66">
              <a:extLst>
                <a:ext uri="{FF2B5EF4-FFF2-40B4-BE49-F238E27FC236}">
                  <a16:creationId xmlns:a16="http://schemas.microsoft.com/office/drawing/2014/main" id="{A55476B1-8E81-349F-1162-1E20434F8BBE}"/>
                </a:ext>
              </a:extLst>
            </p:cNvPr>
            <p:cNvSpPr/>
            <p:nvPr/>
          </p:nvSpPr>
          <p:spPr>
            <a:xfrm>
              <a:off x="3734100" y="2547675"/>
              <a:ext cx="551225" cy="2785750"/>
            </a:xfrm>
            <a:custGeom>
              <a:avLst/>
              <a:gdLst/>
              <a:ahLst/>
              <a:cxnLst/>
              <a:rect l="l" t="t" r="r" b="b"/>
              <a:pathLst>
                <a:path w="22049" h="111430" extrusionOk="0">
                  <a:moveTo>
                    <a:pt x="1" y="1"/>
                  </a:moveTo>
                  <a:lnTo>
                    <a:pt x="178" y="7460"/>
                  </a:lnTo>
                  <a:lnTo>
                    <a:pt x="2495" y="104875"/>
                  </a:lnTo>
                  <a:lnTo>
                    <a:pt x="22048" y="111430"/>
                  </a:lnTo>
                  <a:lnTo>
                    <a:pt x="19731" y="7460"/>
                  </a:lnTo>
                  <a:lnTo>
                    <a:pt x="19554" y="200"/>
                  </a:lnTo>
                  <a:lnTo>
                    <a:pt x="1"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944;p66">
              <a:extLst>
                <a:ext uri="{FF2B5EF4-FFF2-40B4-BE49-F238E27FC236}">
                  <a16:creationId xmlns:a16="http://schemas.microsoft.com/office/drawing/2014/main" id="{E5E12086-D1DC-8FE7-92ED-FA03103FC930}"/>
                </a:ext>
              </a:extLst>
            </p:cNvPr>
            <p:cNvSpPr/>
            <p:nvPr/>
          </p:nvSpPr>
          <p:spPr>
            <a:xfrm>
              <a:off x="3734100" y="2547675"/>
              <a:ext cx="493300" cy="186525"/>
            </a:xfrm>
            <a:custGeom>
              <a:avLst/>
              <a:gdLst/>
              <a:ahLst/>
              <a:cxnLst/>
              <a:rect l="l" t="t" r="r" b="b"/>
              <a:pathLst>
                <a:path w="19732" h="7461" extrusionOk="0">
                  <a:moveTo>
                    <a:pt x="1" y="1"/>
                  </a:moveTo>
                  <a:lnTo>
                    <a:pt x="178" y="7460"/>
                  </a:lnTo>
                  <a:lnTo>
                    <a:pt x="19731" y="7460"/>
                  </a:lnTo>
                  <a:lnTo>
                    <a:pt x="19554" y="200"/>
                  </a:lnTo>
                  <a:lnTo>
                    <a:pt x="1"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945;p66">
              <a:extLst>
                <a:ext uri="{FF2B5EF4-FFF2-40B4-BE49-F238E27FC236}">
                  <a16:creationId xmlns:a16="http://schemas.microsoft.com/office/drawing/2014/main" id="{A0E6D5A6-C075-1FC9-7B56-EFB1E226E105}"/>
                </a:ext>
              </a:extLst>
            </p:cNvPr>
            <p:cNvSpPr/>
            <p:nvPr/>
          </p:nvSpPr>
          <p:spPr>
            <a:xfrm>
              <a:off x="4570550" y="5142500"/>
              <a:ext cx="792850" cy="312325"/>
            </a:xfrm>
            <a:custGeom>
              <a:avLst/>
              <a:gdLst/>
              <a:ahLst/>
              <a:cxnLst/>
              <a:rect l="l" t="t" r="r" b="b"/>
              <a:pathLst>
                <a:path w="31714" h="12493" extrusionOk="0">
                  <a:moveTo>
                    <a:pt x="11940" y="1"/>
                  </a:moveTo>
                  <a:lnTo>
                    <a:pt x="0" y="928"/>
                  </a:lnTo>
                  <a:lnTo>
                    <a:pt x="883" y="6865"/>
                  </a:lnTo>
                  <a:lnTo>
                    <a:pt x="1700" y="12492"/>
                  </a:lnTo>
                  <a:lnTo>
                    <a:pt x="31714" y="12492"/>
                  </a:lnTo>
                  <a:cubicBezTo>
                    <a:pt x="31714" y="12492"/>
                    <a:pt x="29573" y="8785"/>
                    <a:pt x="24586" y="7703"/>
                  </a:cubicBezTo>
                  <a:cubicBezTo>
                    <a:pt x="22423" y="7262"/>
                    <a:pt x="20304" y="6622"/>
                    <a:pt x="18274" y="5783"/>
                  </a:cubicBezTo>
                  <a:cubicBezTo>
                    <a:pt x="12160" y="3135"/>
                    <a:pt x="11940" y="1"/>
                    <a:pt x="11940"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946;p66">
              <a:extLst>
                <a:ext uri="{FF2B5EF4-FFF2-40B4-BE49-F238E27FC236}">
                  <a16:creationId xmlns:a16="http://schemas.microsoft.com/office/drawing/2014/main" id="{2A75E191-C71A-0159-F1BD-1E1C6EA5CA49}"/>
                </a:ext>
              </a:extLst>
            </p:cNvPr>
            <p:cNvSpPr/>
            <p:nvPr/>
          </p:nvSpPr>
          <p:spPr>
            <a:xfrm>
              <a:off x="4592050" y="5287075"/>
              <a:ext cx="771350" cy="167750"/>
            </a:xfrm>
            <a:custGeom>
              <a:avLst/>
              <a:gdLst/>
              <a:ahLst/>
              <a:cxnLst/>
              <a:rect l="l" t="t" r="r" b="b"/>
              <a:pathLst>
                <a:path w="30854" h="6710" extrusionOk="0">
                  <a:moveTo>
                    <a:pt x="17414" y="0"/>
                  </a:moveTo>
                  <a:cubicBezTo>
                    <a:pt x="16244" y="1280"/>
                    <a:pt x="15052" y="2847"/>
                    <a:pt x="14478" y="4436"/>
                  </a:cubicBezTo>
                  <a:cubicBezTo>
                    <a:pt x="7284" y="3796"/>
                    <a:pt x="2848" y="1920"/>
                    <a:pt x="23" y="1082"/>
                  </a:cubicBezTo>
                  <a:lnTo>
                    <a:pt x="1" y="1082"/>
                  </a:lnTo>
                  <a:lnTo>
                    <a:pt x="840" y="6709"/>
                  </a:lnTo>
                  <a:lnTo>
                    <a:pt x="30854" y="6709"/>
                  </a:lnTo>
                  <a:cubicBezTo>
                    <a:pt x="30854" y="6709"/>
                    <a:pt x="28713" y="3002"/>
                    <a:pt x="23726" y="1920"/>
                  </a:cubicBezTo>
                  <a:cubicBezTo>
                    <a:pt x="21563" y="1479"/>
                    <a:pt x="19444" y="839"/>
                    <a:pt x="17414"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947;p66">
              <a:extLst>
                <a:ext uri="{FF2B5EF4-FFF2-40B4-BE49-F238E27FC236}">
                  <a16:creationId xmlns:a16="http://schemas.microsoft.com/office/drawing/2014/main" id="{21A2B37E-8128-5E57-1781-4EB3A9CA0135}"/>
                </a:ext>
              </a:extLst>
            </p:cNvPr>
            <p:cNvSpPr/>
            <p:nvPr/>
          </p:nvSpPr>
          <p:spPr>
            <a:xfrm>
              <a:off x="4257700" y="2547675"/>
              <a:ext cx="717300" cy="2785750"/>
            </a:xfrm>
            <a:custGeom>
              <a:avLst/>
              <a:gdLst/>
              <a:ahLst/>
              <a:cxnLst/>
              <a:rect l="l" t="t" r="r" b="b"/>
              <a:pathLst>
                <a:path w="28692" h="111430" extrusionOk="0">
                  <a:moveTo>
                    <a:pt x="19554" y="1"/>
                  </a:moveTo>
                  <a:lnTo>
                    <a:pt x="1" y="200"/>
                  </a:lnTo>
                  <a:lnTo>
                    <a:pt x="641" y="7460"/>
                  </a:lnTo>
                  <a:lnTo>
                    <a:pt x="9844" y="111430"/>
                  </a:lnTo>
                  <a:lnTo>
                    <a:pt x="28691" y="104875"/>
                  </a:lnTo>
                  <a:lnTo>
                    <a:pt x="20194" y="7460"/>
                  </a:lnTo>
                  <a:lnTo>
                    <a:pt x="19554"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948;p66">
              <a:extLst>
                <a:ext uri="{FF2B5EF4-FFF2-40B4-BE49-F238E27FC236}">
                  <a16:creationId xmlns:a16="http://schemas.microsoft.com/office/drawing/2014/main" id="{3CE6F2FD-C572-B017-74F9-F70FD1C2F27C}"/>
                </a:ext>
              </a:extLst>
            </p:cNvPr>
            <p:cNvSpPr/>
            <p:nvPr/>
          </p:nvSpPr>
          <p:spPr>
            <a:xfrm>
              <a:off x="4257700" y="2547675"/>
              <a:ext cx="504875" cy="186525"/>
            </a:xfrm>
            <a:custGeom>
              <a:avLst/>
              <a:gdLst/>
              <a:ahLst/>
              <a:cxnLst/>
              <a:rect l="l" t="t" r="r" b="b"/>
              <a:pathLst>
                <a:path w="20195" h="7461" extrusionOk="0">
                  <a:moveTo>
                    <a:pt x="19554" y="1"/>
                  </a:moveTo>
                  <a:lnTo>
                    <a:pt x="1" y="200"/>
                  </a:lnTo>
                  <a:lnTo>
                    <a:pt x="641" y="7460"/>
                  </a:lnTo>
                  <a:lnTo>
                    <a:pt x="20194" y="7460"/>
                  </a:lnTo>
                  <a:lnTo>
                    <a:pt x="19554" y="1"/>
                  </a:ln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949;p66">
              <a:extLst>
                <a:ext uri="{FF2B5EF4-FFF2-40B4-BE49-F238E27FC236}">
                  <a16:creationId xmlns:a16="http://schemas.microsoft.com/office/drawing/2014/main" id="{18EDD991-99DB-6362-4DDE-EE52D07CAE6A}"/>
                </a:ext>
              </a:extLst>
            </p:cNvPr>
            <p:cNvSpPr/>
            <p:nvPr/>
          </p:nvSpPr>
          <p:spPr>
            <a:xfrm>
              <a:off x="3401975" y="1086600"/>
              <a:ext cx="585950" cy="820775"/>
            </a:xfrm>
            <a:custGeom>
              <a:avLst/>
              <a:gdLst/>
              <a:ahLst/>
              <a:cxnLst/>
              <a:rect l="l" t="t" r="r" b="b"/>
              <a:pathLst>
                <a:path w="23438" h="32831" extrusionOk="0">
                  <a:moveTo>
                    <a:pt x="18307" y="0"/>
                  </a:moveTo>
                  <a:cubicBezTo>
                    <a:pt x="16189" y="0"/>
                    <a:pt x="13522" y="2385"/>
                    <a:pt x="9336" y="8103"/>
                  </a:cubicBezTo>
                  <a:cubicBezTo>
                    <a:pt x="3884" y="15563"/>
                    <a:pt x="111" y="26554"/>
                    <a:pt x="111" y="26554"/>
                  </a:cubicBezTo>
                  <a:cubicBezTo>
                    <a:pt x="111" y="26554"/>
                    <a:pt x="0" y="30217"/>
                    <a:pt x="3774" y="32115"/>
                  </a:cubicBezTo>
                  <a:cubicBezTo>
                    <a:pt x="4793" y="32621"/>
                    <a:pt x="5771" y="32830"/>
                    <a:pt x="6681" y="32830"/>
                  </a:cubicBezTo>
                  <a:cubicBezTo>
                    <a:pt x="9142" y="32830"/>
                    <a:pt x="11104" y="31302"/>
                    <a:pt x="12006" y="29996"/>
                  </a:cubicBezTo>
                  <a:cubicBezTo>
                    <a:pt x="13220" y="28231"/>
                    <a:pt x="22555" y="10995"/>
                    <a:pt x="22997" y="7000"/>
                  </a:cubicBezTo>
                  <a:cubicBezTo>
                    <a:pt x="23438" y="3005"/>
                    <a:pt x="20878" y="114"/>
                    <a:pt x="18450" y="4"/>
                  </a:cubicBezTo>
                  <a:cubicBezTo>
                    <a:pt x="18403" y="1"/>
                    <a:pt x="18355" y="0"/>
                    <a:pt x="18307"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950;p66">
              <a:extLst>
                <a:ext uri="{FF2B5EF4-FFF2-40B4-BE49-F238E27FC236}">
                  <a16:creationId xmlns:a16="http://schemas.microsoft.com/office/drawing/2014/main" id="{095873D1-29C8-AFE9-BB7F-FD102279957E}"/>
                </a:ext>
              </a:extLst>
            </p:cNvPr>
            <p:cNvSpPr/>
            <p:nvPr/>
          </p:nvSpPr>
          <p:spPr>
            <a:xfrm>
              <a:off x="5351800" y="1130400"/>
              <a:ext cx="157325" cy="106825"/>
            </a:xfrm>
            <a:custGeom>
              <a:avLst/>
              <a:gdLst/>
              <a:ahLst/>
              <a:cxnLst/>
              <a:rect l="l" t="t" r="r" b="b"/>
              <a:pathLst>
                <a:path w="6293" h="4273" extrusionOk="0">
                  <a:moveTo>
                    <a:pt x="5375" y="1"/>
                  </a:moveTo>
                  <a:cubicBezTo>
                    <a:pt x="4175" y="1"/>
                    <a:pt x="47" y="2931"/>
                    <a:pt x="47" y="2931"/>
                  </a:cubicBezTo>
                  <a:cubicBezTo>
                    <a:pt x="0" y="4014"/>
                    <a:pt x="466" y="4273"/>
                    <a:pt x="921" y="4273"/>
                  </a:cubicBezTo>
                  <a:cubicBezTo>
                    <a:pt x="1338" y="4273"/>
                    <a:pt x="1746" y="4056"/>
                    <a:pt x="1746" y="4056"/>
                  </a:cubicBezTo>
                  <a:cubicBezTo>
                    <a:pt x="1746" y="4056"/>
                    <a:pt x="4438" y="2776"/>
                    <a:pt x="5211" y="1915"/>
                  </a:cubicBezTo>
                  <a:cubicBezTo>
                    <a:pt x="5961" y="1055"/>
                    <a:pt x="6292" y="724"/>
                    <a:pt x="5630" y="84"/>
                  </a:cubicBezTo>
                  <a:cubicBezTo>
                    <a:pt x="5575" y="27"/>
                    <a:pt x="5488" y="1"/>
                    <a:pt x="5375"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951;p66">
              <a:extLst>
                <a:ext uri="{FF2B5EF4-FFF2-40B4-BE49-F238E27FC236}">
                  <a16:creationId xmlns:a16="http://schemas.microsoft.com/office/drawing/2014/main" id="{BA1828FB-CD13-E9FB-D856-607E885F1DDE}"/>
                </a:ext>
              </a:extLst>
            </p:cNvPr>
            <p:cNvSpPr/>
            <p:nvPr/>
          </p:nvSpPr>
          <p:spPr>
            <a:xfrm>
              <a:off x="5525750" y="1063900"/>
              <a:ext cx="78275" cy="169675"/>
            </a:xfrm>
            <a:custGeom>
              <a:avLst/>
              <a:gdLst/>
              <a:ahLst/>
              <a:cxnLst/>
              <a:rect l="l" t="t" r="r" b="b"/>
              <a:pathLst>
                <a:path w="3131" h="6787" extrusionOk="0">
                  <a:moveTo>
                    <a:pt x="2318" y="1"/>
                  </a:moveTo>
                  <a:cubicBezTo>
                    <a:pt x="2057" y="1"/>
                    <a:pt x="1674" y="159"/>
                    <a:pt x="1519" y="360"/>
                  </a:cubicBezTo>
                  <a:cubicBezTo>
                    <a:pt x="1298" y="647"/>
                    <a:pt x="1188" y="1795"/>
                    <a:pt x="1387" y="3141"/>
                  </a:cubicBezTo>
                  <a:cubicBezTo>
                    <a:pt x="1276" y="3538"/>
                    <a:pt x="129" y="5061"/>
                    <a:pt x="40" y="6032"/>
                  </a:cubicBezTo>
                  <a:cubicBezTo>
                    <a:pt x="1" y="6597"/>
                    <a:pt x="197" y="6787"/>
                    <a:pt x="562" y="6787"/>
                  </a:cubicBezTo>
                  <a:cubicBezTo>
                    <a:pt x="810" y="6787"/>
                    <a:pt x="1136" y="6700"/>
                    <a:pt x="1519" y="6584"/>
                  </a:cubicBezTo>
                  <a:cubicBezTo>
                    <a:pt x="2490" y="6275"/>
                    <a:pt x="2887" y="4333"/>
                    <a:pt x="3020" y="3317"/>
                  </a:cubicBezTo>
                  <a:cubicBezTo>
                    <a:pt x="3130" y="2324"/>
                    <a:pt x="2711" y="316"/>
                    <a:pt x="2556" y="95"/>
                  </a:cubicBezTo>
                  <a:cubicBezTo>
                    <a:pt x="2517" y="30"/>
                    <a:pt x="2428" y="1"/>
                    <a:pt x="2318"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952;p66">
              <a:extLst>
                <a:ext uri="{FF2B5EF4-FFF2-40B4-BE49-F238E27FC236}">
                  <a16:creationId xmlns:a16="http://schemas.microsoft.com/office/drawing/2014/main" id="{5A150192-E8F4-55CA-BD1E-291B1197A983}"/>
                </a:ext>
              </a:extLst>
            </p:cNvPr>
            <p:cNvSpPr/>
            <p:nvPr/>
          </p:nvSpPr>
          <p:spPr>
            <a:xfrm>
              <a:off x="5196775" y="1089475"/>
              <a:ext cx="458050" cy="327725"/>
            </a:xfrm>
            <a:custGeom>
              <a:avLst/>
              <a:gdLst/>
              <a:ahLst/>
              <a:cxnLst/>
              <a:rect l="l" t="t" r="r" b="b"/>
              <a:pathLst>
                <a:path w="18322" h="13109" extrusionOk="0">
                  <a:moveTo>
                    <a:pt x="17346" y="0"/>
                  </a:moveTo>
                  <a:cubicBezTo>
                    <a:pt x="17233" y="0"/>
                    <a:pt x="17115" y="14"/>
                    <a:pt x="16993" y="43"/>
                  </a:cubicBezTo>
                  <a:cubicBezTo>
                    <a:pt x="16287" y="198"/>
                    <a:pt x="14522" y="4568"/>
                    <a:pt x="14522" y="4568"/>
                  </a:cubicBezTo>
                  <a:cubicBezTo>
                    <a:pt x="14522" y="4568"/>
                    <a:pt x="11275" y="4411"/>
                    <a:pt x="8718" y="4411"/>
                  </a:cubicBezTo>
                  <a:cubicBezTo>
                    <a:pt x="7440" y="4411"/>
                    <a:pt x="6334" y="4450"/>
                    <a:pt x="5893" y="4568"/>
                  </a:cubicBezTo>
                  <a:cubicBezTo>
                    <a:pt x="4546" y="4899"/>
                    <a:pt x="0" y="9445"/>
                    <a:pt x="0" y="9445"/>
                  </a:cubicBezTo>
                  <a:lnTo>
                    <a:pt x="4436" y="13109"/>
                  </a:lnTo>
                  <a:lnTo>
                    <a:pt x="9004" y="8275"/>
                  </a:lnTo>
                  <a:cubicBezTo>
                    <a:pt x="9004" y="8275"/>
                    <a:pt x="9964" y="8325"/>
                    <a:pt x="11093" y="8325"/>
                  </a:cubicBezTo>
                  <a:cubicBezTo>
                    <a:pt x="12221" y="8325"/>
                    <a:pt x="13518" y="8275"/>
                    <a:pt x="14191" y="8077"/>
                  </a:cubicBezTo>
                  <a:cubicBezTo>
                    <a:pt x="15515" y="7679"/>
                    <a:pt x="18119" y="1147"/>
                    <a:pt x="18229" y="705"/>
                  </a:cubicBezTo>
                  <a:cubicBezTo>
                    <a:pt x="18321" y="338"/>
                    <a:pt x="17908" y="0"/>
                    <a:pt x="17346"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953;p66">
              <a:extLst>
                <a:ext uri="{FF2B5EF4-FFF2-40B4-BE49-F238E27FC236}">
                  <a16:creationId xmlns:a16="http://schemas.microsoft.com/office/drawing/2014/main" id="{72C739C6-6B96-DD08-A4A9-56869937F3B6}"/>
                </a:ext>
              </a:extLst>
            </p:cNvPr>
            <p:cNvSpPr/>
            <p:nvPr/>
          </p:nvSpPr>
          <p:spPr>
            <a:xfrm>
              <a:off x="4420125" y="1093700"/>
              <a:ext cx="974725" cy="754850"/>
            </a:xfrm>
            <a:custGeom>
              <a:avLst/>
              <a:gdLst/>
              <a:ahLst/>
              <a:cxnLst/>
              <a:rect l="l" t="t" r="r" b="b"/>
              <a:pathLst>
                <a:path w="38989" h="30194" extrusionOk="0">
                  <a:moveTo>
                    <a:pt x="6588" y="0"/>
                  </a:moveTo>
                  <a:cubicBezTo>
                    <a:pt x="3456" y="0"/>
                    <a:pt x="1" y="3830"/>
                    <a:pt x="897" y="7157"/>
                  </a:cubicBezTo>
                  <a:cubicBezTo>
                    <a:pt x="2157" y="11750"/>
                    <a:pt x="17248" y="30194"/>
                    <a:pt x="22919" y="30194"/>
                  </a:cubicBezTo>
                  <a:cubicBezTo>
                    <a:pt x="23108" y="30194"/>
                    <a:pt x="23285" y="30174"/>
                    <a:pt x="23452" y="30132"/>
                  </a:cubicBezTo>
                  <a:cubicBezTo>
                    <a:pt x="28638" y="28830"/>
                    <a:pt x="38989" y="12432"/>
                    <a:pt x="38989" y="12432"/>
                  </a:cubicBezTo>
                  <a:lnTo>
                    <a:pt x="32633" y="5966"/>
                  </a:lnTo>
                  <a:lnTo>
                    <a:pt x="23121" y="16206"/>
                  </a:lnTo>
                  <a:cubicBezTo>
                    <a:pt x="23121" y="16206"/>
                    <a:pt x="10939" y="1110"/>
                    <a:pt x="7584" y="139"/>
                  </a:cubicBezTo>
                  <a:cubicBezTo>
                    <a:pt x="7260" y="45"/>
                    <a:pt x="6926" y="0"/>
                    <a:pt x="6588"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954;p66">
              <a:extLst>
                <a:ext uri="{FF2B5EF4-FFF2-40B4-BE49-F238E27FC236}">
                  <a16:creationId xmlns:a16="http://schemas.microsoft.com/office/drawing/2014/main" id="{E38DE2DE-835F-735D-076E-B9E307870824}"/>
                </a:ext>
              </a:extLst>
            </p:cNvPr>
            <p:cNvSpPr/>
            <p:nvPr/>
          </p:nvSpPr>
          <p:spPr>
            <a:xfrm>
              <a:off x="3670650" y="1042000"/>
              <a:ext cx="1140475" cy="1548750"/>
            </a:xfrm>
            <a:custGeom>
              <a:avLst/>
              <a:gdLst/>
              <a:ahLst/>
              <a:cxnLst/>
              <a:rect l="l" t="t" r="r" b="b"/>
              <a:pathLst>
                <a:path w="45619" h="61950" extrusionOk="0">
                  <a:moveTo>
                    <a:pt x="13927" y="0"/>
                  </a:moveTo>
                  <a:cubicBezTo>
                    <a:pt x="13927" y="0"/>
                    <a:pt x="13243" y="111"/>
                    <a:pt x="12227" y="287"/>
                  </a:cubicBezTo>
                  <a:cubicBezTo>
                    <a:pt x="9822" y="751"/>
                    <a:pt x="5562" y="1722"/>
                    <a:pt x="4503" y="3178"/>
                  </a:cubicBezTo>
                  <a:cubicBezTo>
                    <a:pt x="3002" y="5231"/>
                    <a:pt x="7725" y="28735"/>
                    <a:pt x="7725" y="28735"/>
                  </a:cubicBezTo>
                  <a:cubicBezTo>
                    <a:pt x="7725" y="28735"/>
                    <a:pt x="1" y="54225"/>
                    <a:pt x="1060" y="61949"/>
                  </a:cubicBezTo>
                  <a:lnTo>
                    <a:pt x="45552" y="61949"/>
                  </a:lnTo>
                  <a:cubicBezTo>
                    <a:pt x="45618" y="60493"/>
                    <a:pt x="45508" y="59014"/>
                    <a:pt x="45287" y="57558"/>
                  </a:cubicBezTo>
                  <a:cubicBezTo>
                    <a:pt x="44890" y="55284"/>
                    <a:pt x="38380" y="34230"/>
                    <a:pt x="37056" y="30721"/>
                  </a:cubicBezTo>
                  <a:cubicBezTo>
                    <a:pt x="38954" y="21055"/>
                    <a:pt x="39505" y="5827"/>
                    <a:pt x="39174" y="4061"/>
                  </a:cubicBezTo>
                  <a:cubicBezTo>
                    <a:pt x="38843" y="2273"/>
                    <a:pt x="35400" y="1391"/>
                    <a:pt x="33789" y="1060"/>
                  </a:cubicBezTo>
                  <a:cubicBezTo>
                    <a:pt x="32995" y="905"/>
                    <a:pt x="31847" y="729"/>
                    <a:pt x="30876" y="596"/>
                  </a:cubicBezTo>
                  <a:cubicBezTo>
                    <a:pt x="29817" y="442"/>
                    <a:pt x="28956" y="331"/>
                    <a:pt x="28956" y="331"/>
                  </a:cubicBezTo>
                  <a:lnTo>
                    <a:pt x="13927" y="0"/>
                  </a:ln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955;p66">
              <a:extLst>
                <a:ext uri="{FF2B5EF4-FFF2-40B4-BE49-F238E27FC236}">
                  <a16:creationId xmlns:a16="http://schemas.microsoft.com/office/drawing/2014/main" id="{20D94C94-C448-A770-0C72-7D2DABA8A0F8}"/>
                </a:ext>
              </a:extLst>
            </p:cNvPr>
            <p:cNvSpPr/>
            <p:nvPr/>
          </p:nvSpPr>
          <p:spPr>
            <a:xfrm>
              <a:off x="4386825" y="2190725"/>
              <a:ext cx="231750" cy="265775"/>
            </a:xfrm>
            <a:custGeom>
              <a:avLst/>
              <a:gdLst/>
              <a:ahLst/>
              <a:cxnLst/>
              <a:rect l="l" t="t" r="r" b="b"/>
              <a:pathLst>
                <a:path w="9270" h="10631" extrusionOk="0">
                  <a:moveTo>
                    <a:pt x="0" y="0"/>
                  </a:moveTo>
                  <a:lnTo>
                    <a:pt x="0" y="7415"/>
                  </a:lnTo>
                  <a:cubicBezTo>
                    <a:pt x="0" y="7415"/>
                    <a:pt x="221" y="9578"/>
                    <a:pt x="3090" y="10395"/>
                  </a:cubicBezTo>
                  <a:cubicBezTo>
                    <a:pt x="3668" y="10558"/>
                    <a:pt x="4238" y="10630"/>
                    <a:pt x="4783" y="10630"/>
                  </a:cubicBezTo>
                  <a:cubicBezTo>
                    <a:pt x="6962" y="10630"/>
                    <a:pt x="8731" y="9472"/>
                    <a:pt x="8960" y="8342"/>
                  </a:cubicBezTo>
                  <a:cubicBezTo>
                    <a:pt x="9269" y="6797"/>
                    <a:pt x="9093" y="353"/>
                    <a:pt x="9071" y="199"/>
                  </a:cubicBezTo>
                  <a:lnTo>
                    <a:pt x="0" y="0"/>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956;p66">
              <a:extLst>
                <a:ext uri="{FF2B5EF4-FFF2-40B4-BE49-F238E27FC236}">
                  <a16:creationId xmlns:a16="http://schemas.microsoft.com/office/drawing/2014/main" id="{123CE0C2-B169-22B4-51B7-4DDA8E93D43C}"/>
                </a:ext>
              </a:extLst>
            </p:cNvPr>
            <p:cNvSpPr/>
            <p:nvPr/>
          </p:nvSpPr>
          <p:spPr>
            <a:xfrm>
              <a:off x="3851075" y="2190725"/>
              <a:ext cx="231750" cy="265775"/>
            </a:xfrm>
            <a:custGeom>
              <a:avLst/>
              <a:gdLst/>
              <a:ahLst/>
              <a:cxnLst/>
              <a:rect l="l" t="t" r="r" b="b"/>
              <a:pathLst>
                <a:path w="9270" h="10631" extrusionOk="0">
                  <a:moveTo>
                    <a:pt x="1" y="0"/>
                  </a:moveTo>
                  <a:lnTo>
                    <a:pt x="1" y="7415"/>
                  </a:lnTo>
                  <a:cubicBezTo>
                    <a:pt x="1" y="7415"/>
                    <a:pt x="199" y="9578"/>
                    <a:pt x="3090" y="10395"/>
                  </a:cubicBezTo>
                  <a:cubicBezTo>
                    <a:pt x="3664" y="10558"/>
                    <a:pt x="4232" y="10630"/>
                    <a:pt x="4775" y="10630"/>
                  </a:cubicBezTo>
                  <a:cubicBezTo>
                    <a:pt x="6948" y="10630"/>
                    <a:pt x="8731" y="9472"/>
                    <a:pt x="8961" y="8342"/>
                  </a:cubicBezTo>
                  <a:cubicBezTo>
                    <a:pt x="9270" y="6797"/>
                    <a:pt x="9071" y="353"/>
                    <a:pt x="9049" y="199"/>
                  </a:cubicBezTo>
                  <a:lnTo>
                    <a:pt x="1" y="0"/>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957;p66">
              <a:extLst>
                <a:ext uri="{FF2B5EF4-FFF2-40B4-BE49-F238E27FC236}">
                  <a16:creationId xmlns:a16="http://schemas.microsoft.com/office/drawing/2014/main" id="{31D06B8E-7349-D624-A13B-A8354C9834DA}"/>
                </a:ext>
              </a:extLst>
            </p:cNvPr>
            <p:cNvSpPr/>
            <p:nvPr/>
          </p:nvSpPr>
          <p:spPr>
            <a:xfrm>
              <a:off x="3976325" y="1042000"/>
              <a:ext cx="466250" cy="295200"/>
            </a:xfrm>
            <a:custGeom>
              <a:avLst/>
              <a:gdLst/>
              <a:ahLst/>
              <a:cxnLst/>
              <a:rect l="l" t="t" r="r" b="b"/>
              <a:pathLst>
                <a:path w="18650" h="11808" extrusionOk="0">
                  <a:moveTo>
                    <a:pt x="1700" y="0"/>
                  </a:moveTo>
                  <a:cubicBezTo>
                    <a:pt x="1700" y="0"/>
                    <a:pt x="1016" y="111"/>
                    <a:pt x="0" y="287"/>
                  </a:cubicBezTo>
                  <a:cubicBezTo>
                    <a:pt x="376" y="2891"/>
                    <a:pt x="4260" y="10638"/>
                    <a:pt x="9358" y="11807"/>
                  </a:cubicBezTo>
                  <a:cubicBezTo>
                    <a:pt x="15008" y="9556"/>
                    <a:pt x="18208" y="4414"/>
                    <a:pt x="18649" y="596"/>
                  </a:cubicBezTo>
                  <a:cubicBezTo>
                    <a:pt x="17590" y="442"/>
                    <a:pt x="16707" y="331"/>
                    <a:pt x="16707" y="331"/>
                  </a:cubicBezTo>
                  <a:lnTo>
                    <a:pt x="1700" y="0"/>
                  </a:lnTo>
                  <a:close/>
                </a:path>
              </a:pathLst>
            </a:custGeom>
            <a:solidFill>
              <a:srgbClr val="1A5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958;p66">
              <a:extLst>
                <a:ext uri="{FF2B5EF4-FFF2-40B4-BE49-F238E27FC236}">
                  <a16:creationId xmlns:a16="http://schemas.microsoft.com/office/drawing/2014/main" id="{5D5F9660-3AC8-F225-F2F7-BDEB7CC302A5}"/>
                </a:ext>
              </a:extLst>
            </p:cNvPr>
            <p:cNvSpPr/>
            <p:nvPr/>
          </p:nvSpPr>
          <p:spPr>
            <a:xfrm>
              <a:off x="3718675" y="2228775"/>
              <a:ext cx="232300" cy="231725"/>
            </a:xfrm>
            <a:custGeom>
              <a:avLst/>
              <a:gdLst/>
              <a:ahLst/>
              <a:cxnLst/>
              <a:rect l="l" t="t" r="r" b="b"/>
              <a:pathLst>
                <a:path w="9292" h="9269" extrusionOk="0">
                  <a:moveTo>
                    <a:pt x="5915" y="1"/>
                  </a:moveTo>
                  <a:lnTo>
                    <a:pt x="0" y="3995"/>
                  </a:lnTo>
                  <a:cubicBezTo>
                    <a:pt x="0" y="3995"/>
                    <a:pt x="2626" y="8122"/>
                    <a:pt x="4105" y="8917"/>
                  </a:cubicBezTo>
                  <a:cubicBezTo>
                    <a:pt x="4574" y="9180"/>
                    <a:pt x="5106" y="9269"/>
                    <a:pt x="5613" y="9269"/>
                  </a:cubicBezTo>
                  <a:cubicBezTo>
                    <a:pt x="6682" y="9269"/>
                    <a:pt x="7636" y="8873"/>
                    <a:pt x="7636" y="8873"/>
                  </a:cubicBezTo>
                  <a:lnTo>
                    <a:pt x="9291" y="7372"/>
                  </a:lnTo>
                  <a:cubicBezTo>
                    <a:pt x="9291" y="7372"/>
                    <a:pt x="7393" y="1722"/>
                    <a:pt x="5915"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959;p66">
              <a:extLst>
                <a:ext uri="{FF2B5EF4-FFF2-40B4-BE49-F238E27FC236}">
                  <a16:creationId xmlns:a16="http://schemas.microsoft.com/office/drawing/2014/main" id="{80A59020-5ED9-0E2E-EC93-E4CA63013D16}"/>
                </a:ext>
              </a:extLst>
            </p:cNvPr>
            <p:cNvSpPr/>
            <p:nvPr/>
          </p:nvSpPr>
          <p:spPr>
            <a:xfrm>
              <a:off x="3397550" y="1657575"/>
              <a:ext cx="523625" cy="762700"/>
            </a:xfrm>
            <a:custGeom>
              <a:avLst/>
              <a:gdLst/>
              <a:ahLst/>
              <a:cxnLst/>
              <a:rect l="l" t="t" r="r" b="b"/>
              <a:pathLst>
                <a:path w="20945" h="30508" extrusionOk="0">
                  <a:moveTo>
                    <a:pt x="4870" y="0"/>
                  </a:moveTo>
                  <a:cubicBezTo>
                    <a:pt x="3945" y="0"/>
                    <a:pt x="3028" y="213"/>
                    <a:pt x="2208" y="691"/>
                  </a:cubicBezTo>
                  <a:cubicBezTo>
                    <a:pt x="1" y="1971"/>
                    <a:pt x="45" y="5590"/>
                    <a:pt x="707" y="7819"/>
                  </a:cubicBezTo>
                  <a:cubicBezTo>
                    <a:pt x="2053" y="13712"/>
                    <a:pt x="3510" y="17707"/>
                    <a:pt x="6489" y="22452"/>
                  </a:cubicBezTo>
                  <a:cubicBezTo>
                    <a:pt x="6884" y="23088"/>
                    <a:pt x="11554" y="30508"/>
                    <a:pt x="11739" y="30508"/>
                  </a:cubicBezTo>
                  <a:cubicBezTo>
                    <a:pt x="11740" y="30508"/>
                    <a:pt x="11741" y="30507"/>
                    <a:pt x="11742" y="30507"/>
                  </a:cubicBezTo>
                  <a:lnTo>
                    <a:pt x="20944" y="24173"/>
                  </a:lnTo>
                  <a:cubicBezTo>
                    <a:pt x="19841" y="21370"/>
                    <a:pt x="14589" y="10313"/>
                    <a:pt x="13331" y="7665"/>
                  </a:cubicBezTo>
                  <a:cubicBezTo>
                    <a:pt x="12271" y="5480"/>
                    <a:pt x="11168" y="3229"/>
                    <a:pt x="9314" y="1662"/>
                  </a:cubicBezTo>
                  <a:cubicBezTo>
                    <a:pt x="9115" y="1486"/>
                    <a:pt x="8895" y="1331"/>
                    <a:pt x="8674" y="1177"/>
                  </a:cubicBezTo>
                  <a:cubicBezTo>
                    <a:pt x="7565" y="446"/>
                    <a:pt x="6208" y="0"/>
                    <a:pt x="4870"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960;p66">
              <a:extLst>
                <a:ext uri="{FF2B5EF4-FFF2-40B4-BE49-F238E27FC236}">
                  <a16:creationId xmlns:a16="http://schemas.microsoft.com/office/drawing/2014/main" id="{C83DD893-335C-49AB-7351-54D12C36F48F}"/>
                </a:ext>
              </a:extLst>
            </p:cNvPr>
            <p:cNvSpPr/>
            <p:nvPr/>
          </p:nvSpPr>
          <p:spPr>
            <a:xfrm>
              <a:off x="3982400" y="2327050"/>
              <a:ext cx="158375" cy="142450"/>
            </a:xfrm>
            <a:custGeom>
              <a:avLst/>
              <a:gdLst/>
              <a:ahLst/>
              <a:cxnLst/>
              <a:rect l="l" t="t" r="r" b="b"/>
              <a:pathLst>
                <a:path w="6335" h="5698" extrusionOk="0">
                  <a:moveTo>
                    <a:pt x="2731" y="0"/>
                  </a:moveTo>
                  <a:cubicBezTo>
                    <a:pt x="1626" y="0"/>
                    <a:pt x="186" y="448"/>
                    <a:pt x="0" y="572"/>
                  </a:cubicBezTo>
                  <a:cubicBezTo>
                    <a:pt x="0" y="572"/>
                    <a:pt x="2671" y="4059"/>
                    <a:pt x="3421" y="4898"/>
                  </a:cubicBezTo>
                  <a:cubicBezTo>
                    <a:pt x="3877" y="5407"/>
                    <a:pt x="4676" y="5697"/>
                    <a:pt x="5287" y="5697"/>
                  </a:cubicBezTo>
                  <a:cubicBezTo>
                    <a:pt x="5680" y="5697"/>
                    <a:pt x="5996" y="5577"/>
                    <a:pt x="6091" y="5317"/>
                  </a:cubicBezTo>
                  <a:cubicBezTo>
                    <a:pt x="6334" y="4655"/>
                    <a:pt x="4767" y="3728"/>
                    <a:pt x="4767" y="3728"/>
                  </a:cubicBezTo>
                  <a:cubicBezTo>
                    <a:pt x="4767" y="3728"/>
                    <a:pt x="4591" y="1058"/>
                    <a:pt x="3840" y="307"/>
                  </a:cubicBezTo>
                  <a:cubicBezTo>
                    <a:pt x="3615" y="82"/>
                    <a:pt x="3204" y="0"/>
                    <a:pt x="2731"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961;p66">
              <a:extLst>
                <a:ext uri="{FF2B5EF4-FFF2-40B4-BE49-F238E27FC236}">
                  <a16:creationId xmlns:a16="http://schemas.microsoft.com/office/drawing/2014/main" id="{E2851C92-BD58-1104-5D7C-A6A2EB764A82}"/>
                </a:ext>
              </a:extLst>
            </p:cNvPr>
            <p:cNvSpPr/>
            <p:nvPr/>
          </p:nvSpPr>
          <p:spPr>
            <a:xfrm>
              <a:off x="3810550" y="2318975"/>
              <a:ext cx="287175" cy="217825"/>
            </a:xfrm>
            <a:custGeom>
              <a:avLst/>
              <a:gdLst/>
              <a:ahLst/>
              <a:cxnLst/>
              <a:rect l="l" t="t" r="r" b="b"/>
              <a:pathLst>
                <a:path w="11487" h="8713" extrusionOk="0">
                  <a:moveTo>
                    <a:pt x="7529" y="1"/>
                  </a:moveTo>
                  <a:cubicBezTo>
                    <a:pt x="5651" y="1"/>
                    <a:pt x="0" y="3575"/>
                    <a:pt x="165" y="4338"/>
                  </a:cubicBezTo>
                  <a:cubicBezTo>
                    <a:pt x="320" y="5132"/>
                    <a:pt x="3144" y="8421"/>
                    <a:pt x="3696" y="8597"/>
                  </a:cubicBezTo>
                  <a:cubicBezTo>
                    <a:pt x="3909" y="8672"/>
                    <a:pt x="4122" y="8712"/>
                    <a:pt x="4335" y="8712"/>
                  </a:cubicBezTo>
                  <a:cubicBezTo>
                    <a:pt x="4497" y="8712"/>
                    <a:pt x="4660" y="8689"/>
                    <a:pt x="4822" y="8641"/>
                  </a:cubicBezTo>
                  <a:cubicBezTo>
                    <a:pt x="5109" y="8553"/>
                    <a:pt x="5396" y="8399"/>
                    <a:pt x="5638" y="8222"/>
                  </a:cubicBezTo>
                  <a:cubicBezTo>
                    <a:pt x="5938" y="8402"/>
                    <a:pt x="6215" y="8518"/>
                    <a:pt x="6504" y="8518"/>
                  </a:cubicBezTo>
                  <a:cubicBezTo>
                    <a:pt x="6854" y="8518"/>
                    <a:pt x="7222" y="8348"/>
                    <a:pt x="7669" y="7913"/>
                  </a:cubicBezTo>
                  <a:cubicBezTo>
                    <a:pt x="7867" y="8068"/>
                    <a:pt x="8088" y="8200"/>
                    <a:pt x="8331" y="8288"/>
                  </a:cubicBezTo>
                  <a:cubicBezTo>
                    <a:pt x="8472" y="8335"/>
                    <a:pt x="8601" y="8356"/>
                    <a:pt x="8718" y="8356"/>
                  </a:cubicBezTo>
                  <a:cubicBezTo>
                    <a:pt x="9478" y="8356"/>
                    <a:pt x="9743" y="7494"/>
                    <a:pt x="9743" y="7494"/>
                  </a:cubicBezTo>
                  <a:cubicBezTo>
                    <a:pt x="9826" y="7503"/>
                    <a:pt x="9908" y="7508"/>
                    <a:pt x="9988" y="7508"/>
                  </a:cubicBezTo>
                  <a:cubicBezTo>
                    <a:pt x="10103" y="7508"/>
                    <a:pt x="10214" y="7498"/>
                    <a:pt x="10317" y="7472"/>
                  </a:cubicBezTo>
                  <a:cubicBezTo>
                    <a:pt x="10825" y="7383"/>
                    <a:pt x="11487" y="7097"/>
                    <a:pt x="11376" y="6148"/>
                  </a:cubicBezTo>
                  <a:cubicBezTo>
                    <a:pt x="11222" y="4625"/>
                    <a:pt x="8949" y="476"/>
                    <a:pt x="7867" y="56"/>
                  </a:cubicBezTo>
                  <a:cubicBezTo>
                    <a:pt x="7776" y="19"/>
                    <a:pt x="7662" y="1"/>
                    <a:pt x="7529" y="1"/>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962;p66">
              <a:extLst>
                <a:ext uri="{FF2B5EF4-FFF2-40B4-BE49-F238E27FC236}">
                  <a16:creationId xmlns:a16="http://schemas.microsoft.com/office/drawing/2014/main" id="{CE9754E5-31A0-99EB-7190-5B81D18355FC}"/>
                </a:ext>
              </a:extLst>
            </p:cNvPr>
            <p:cNvSpPr/>
            <p:nvPr/>
          </p:nvSpPr>
          <p:spPr>
            <a:xfrm>
              <a:off x="3968050" y="2363950"/>
              <a:ext cx="100450" cy="142750"/>
            </a:xfrm>
            <a:custGeom>
              <a:avLst/>
              <a:gdLst/>
              <a:ahLst/>
              <a:cxnLst/>
              <a:rect l="l" t="t" r="r" b="b"/>
              <a:pathLst>
                <a:path w="4018" h="5710" extrusionOk="0">
                  <a:moveTo>
                    <a:pt x="0" y="1"/>
                  </a:moveTo>
                  <a:lnTo>
                    <a:pt x="0" y="1"/>
                  </a:lnTo>
                  <a:cubicBezTo>
                    <a:pt x="67" y="89"/>
                    <a:pt x="2340" y="3024"/>
                    <a:pt x="2715" y="3731"/>
                  </a:cubicBezTo>
                  <a:cubicBezTo>
                    <a:pt x="3090" y="4437"/>
                    <a:pt x="3487" y="5298"/>
                    <a:pt x="3443" y="5695"/>
                  </a:cubicBezTo>
                  <a:cubicBezTo>
                    <a:pt x="3526" y="5704"/>
                    <a:pt x="3608" y="5709"/>
                    <a:pt x="3688" y="5709"/>
                  </a:cubicBezTo>
                  <a:cubicBezTo>
                    <a:pt x="3803" y="5709"/>
                    <a:pt x="3914" y="5699"/>
                    <a:pt x="4017" y="5673"/>
                  </a:cubicBezTo>
                  <a:cubicBezTo>
                    <a:pt x="3951" y="4393"/>
                    <a:pt x="3443" y="3157"/>
                    <a:pt x="2583" y="2186"/>
                  </a:cubicBezTo>
                  <a:cubicBezTo>
                    <a:pt x="1920" y="1502"/>
                    <a:pt x="67" y="45"/>
                    <a:pt x="0"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963;p66">
              <a:extLst>
                <a:ext uri="{FF2B5EF4-FFF2-40B4-BE49-F238E27FC236}">
                  <a16:creationId xmlns:a16="http://schemas.microsoft.com/office/drawing/2014/main" id="{D05D754C-2E8C-0FEF-1B1F-8901C38C8E92}"/>
                </a:ext>
              </a:extLst>
            </p:cNvPr>
            <p:cNvSpPr/>
            <p:nvPr/>
          </p:nvSpPr>
          <p:spPr>
            <a:xfrm>
              <a:off x="3927225" y="2409200"/>
              <a:ext cx="91600" cy="117000"/>
            </a:xfrm>
            <a:custGeom>
              <a:avLst/>
              <a:gdLst/>
              <a:ahLst/>
              <a:cxnLst/>
              <a:rect l="l" t="t" r="r" b="b"/>
              <a:pathLst>
                <a:path w="3664" h="4680" extrusionOk="0">
                  <a:moveTo>
                    <a:pt x="0" y="1"/>
                  </a:moveTo>
                  <a:lnTo>
                    <a:pt x="3002" y="4304"/>
                  </a:lnTo>
                  <a:cubicBezTo>
                    <a:pt x="3200" y="4459"/>
                    <a:pt x="3421" y="4591"/>
                    <a:pt x="3664" y="4679"/>
                  </a:cubicBezTo>
                  <a:cubicBezTo>
                    <a:pt x="3509" y="4061"/>
                    <a:pt x="3289" y="3465"/>
                    <a:pt x="3002" y="2892"/>
                  </a:cubicBezTo>
                  <a:cubicBezTo>
                    <a:pt x="2362" y="1656"/>
                    <a:pt x="66" y="67"/>
                    <a:pt x="0"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964;p66">
              <a:extLst>
                <a:ext uri="{FF2B5EF4-FFF2-40B4-BE49-F238E27FC236}">
                  <a16:creationId xmlns:a16="http://schemas.microsoft.com/office/drawing/2014/main" id="{A175EA83-9789-C3FA-3EB5-9567824FF5A8}"/>
                </a:ext>
              </a:extLst>
            </p:cNvPr>
            <p:cNvSpPr/>
            <p:nvPr/>
          </p:nvSpPr>
          <p:spPr>
            <a:xfrm>
              <a:off x="3886400" y="2457200"/>
              <a:ext cx="65125" cy="77825"/>
            </a:xfrm>
            <a:custGeom>
              <a:avLst/>
              <a:gdLst/>
              <a:ahLst/>
              <a:cxnLst/>
              <a:rect l="l" t="t" r="r" b="b"/>
              <a:pathLst>
                <a:path w="2605" h="3113" extrusionOk="0">
                  <a:moveTo>
                    <a:pt x="0" y="1"/>
                  </a:moveTo>
                  <a:lnTo>
                    <a:pt x="0" y="1"/>
                  </a:lnTo>
                  <a:cubicBezTo>
                    <a:pt x="0" y="1"/>
                    <a:pt x="905" y="2075"/>
                    <a:pt x="1788" y="3112"/>
                  </a:cubicBezTo>
                  <a:cubicBezTo>
                    <a:pt x="2075" y="3024"/>
                    <a:pt x="2362" y="2870"/>
                    <a:pt x="2604" y="2693"/>
                  </a:cubicBezTo>
                  <a:lnTo>
                    <a:pt x="0" y="1"/>
                  </a:ln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965;p66">
              <a:extLst>
                <a:ext uri="{FF2B5EF4-FFF2-40B4-BE49-F238E27FC236}">
                  <a16:creationId xmlns:a16="http://schemas.microsoft.com/office/drawing/2014/main" id="{80CE22A9-76C2-87C5-BE39-C4A1C78C217F}"/>
                </a:ext>
              </a:extLst>
            </p:cNvPr>
            <p:cNvSpPr/>
            <p:nvPr/>
          </p:nvSpPr>
          <p:spPr>
            <a:xfrm>
              <a:off x="3796450" y="238100"/>
              <a:ext cx="850250" cy="748000"/>
            </a:xfrm>
            <a:custGeom>
              <a:avLst/>
              <a:gdLst/>
              <a:ahLst/>
              <a:cxnLst/>
              <a:rect l="l" t="t" r="r" b="b"/>
              <a:pathLst>
                <a:path w="34010" h="29920" extrusionOk="0">
                  <a:moveTo>
                    <a:pt x="23773" y="0"/>
                  </a:moveTo>
                  <a:cubicBezTo>
                    <a:pt x="23131" y="0"/>
                    <a:pt x="22484" y="130"/>
                    <a:pt x="21872" y="398"/>
                  </a:cubicBezTo>
                  <a:cubicBezTo>
                    <a:pt x="21077" y="773"/>
                    <a:pt x="20746" y="1480"/>
                    <a:pt x="20062" y="2053"/>
                  </a:cubicBezTo>
                  <a:cubicBezTo>
                    <a:pt x="19007" y="1106"/>
                    <a:pt x="17667" y="603"/>
                    <a:pt x="16298" y="603"/>
                  </a:cubicBezTo>
                  <a:cubicBezTo>
                    <a:pt x="15690" y="603"/>
                    <a:pt x="15076" y="702"/>
                    <a:pt x="14478" y="906"/>
                  </a:cubicBezTo>
                  <a:cubicBezTo>
                    <a:pt x="12558" y="1568"/>
                    <a:pt x="11168" y="3223"/>
                    <a:pt x="10815" y="5231"/>
                  </a:cubicBezTo>
                  <a:cubicBezTo>
                    <a:pt x="10127" y="4518"/>
                    <a:pt x="9134" y="4160"/>
                    <a:pt x="8138" y="4160"/>
                  </a:cubicBezTo>
                  <a:cubicBezTo>
                    <a:pt x="7376" y="4160"/>
                    <a:pt x="6613" y="4369"/>
                    <a:pt x="5982" y="4790"/>
                  </a:cubicBezTo>
                  <a:cubicBezTo>
                    <a:pt x="4481" y="5827"/>
                    <a:pt x="3686" y="7615"/>
                    <a:pt x="3929" y="9425"/>
                  </a:cubicBezTo>
                  <a:cubicBezTo>
                    <a:pt x="2362" y="9623"/>
                    <a:pt x="1082" y="10749"/>
                    <a:pt x="685" y="12294"/>
                  </a:cubicBezTo>
                  <a:cubicBezTo>
                    <a:pt x="332" y="13772"/>
                    <a:pt x="1126" y="15538"/>
                    <a:pt x="2428" y="16355"/>
                  </a:cubicBezTo>
                  <a:cubicBezTo>
                    <a:pt x="994" y="17392"/>
                    <a:pt x="1" y="20018"/>
                    <a:pt x="1082" y="21629"/>
                  </a:cubicBezTo>
                  <a:cubicBezTo>
                    <a:pt x="2029" y="23069"/>
                    <a:pt x="4332" y="23662"/>
                    <a:pt x="6055" y="23662"/>
                  </a:cubicBezTo>
                  <a:cubicBezTo>
                    <a:pt x="6261" y="23662"/>
                    <a:pt x="6458" y="23654"/>
                    <a:pt x="6644" y="23637"/>
                  </a:cubicBezTo>
                  <a:lnTo>
                    <a:pt x="6644" y="23637"/>
                  </a:lnTo>
                  <a:cubicBezTo>
                    <a:pt x="6224" y="25447"/>
                    <a:pt x="7637" y="26970"/>
                    <a:pt x="9380" y="27301"/>
                  </a:cubicBezTo>
                  <a:cubicBezTo>
                    <a:pt x="9586" y="27335"/>
                    <a:pt x="9793" y="27352"/>
                    <a:pt x="10000" y="27352"/>
                  </a:cubicBezTo>
                  <a:cubicBezTo>
                    <a:pt x="10858" y="27352"/>
                    <a:pt x="11706" y="27062"/>
                    <a:pt x="12382" y="26529"/>
                  </a:cubicBezTo>
                  <a:cubicBezTo>
                    <a:pt x="12470" y="26705"/>
                    <a:pt x="12580" y="26860"/>
                    <a:pt x="12691" y="27036"/>
                  </a:cubicBezTo>
                  <a:cubicBezTo>
                    <a:pt x="13562" y="28271"/>
                    <a:pt x="14670" y="28947"/>
                    <a:pt x="15889" y="28947"/>
                  </a:cubicBezTo>
                  <a:cubicBezTo>
                    <a:pt x="16740" y="28947"/>
                    <a:pt x="17645" y="28618"/>
                    <a:pt x="18561" y="27919"/>
                  </a:cubicBezTo>
                  <a:cubicBezTo>
                    <a:pt x="19152" y="29158"/>
                    <a:pt x="20385" y="29919"/>
                    <a:pt x="21705" y="29919"/>
                  </a:cubicBezTo>
                  <a:cubicBezTo>
                    <a:pt x="21913" y="29919"/>
                    <a:pt x="22124" y="29900"/>
                    <a:pt x="22335" y="29861"/>
                  </a:cubicBezTo>
                  <a:cubicBezTo>
                    <a:pt x="23836" y="29574"/>
                    <a:pt x="25337" y="28603"/>
                    <a:pt x="25381" y="27080"/>
                  </a:cubicBezTo>
                  <a:cubicBezTo>
                    <a:pt x="25875" y="27282"/>
                    <a:pt x="26392" y="27379"/>
                    <a:pt x="26902" y="27379"/>
                  </a:cubicBezTo>
                  <a:cubicBezTo>
                    <a:pt x="28237" y="27379"/>
                    <a:pt x="29530" y="26717"/>
                    <a:pt x="30280" y="25535"/>
                  </a:cubicBezTo>
                  <a:cubicBezTo>
                    <a:pt x="31273" y="23946"/>
                    <a:pt x="31052" y="21673"/>
                    <a:pt x="29596" y="20482"/>
                  </a:cubicBezTo>
                  <a:lnTo>
                    <a:pt x="29596" y="20482"/>
                  </a:lnTo>
                  <a:cubicBezTo>
                    <a:pt x="29691" y="20489"/>
                    <a:pt x="29786" y="20492"/>
                    <a:pt x="29881" y="20492"/>
                  </a:cubicBezTo>
                  <a:cubicBezTo>
                    <a:pt x="31553" y="20492"/>
                    <a:pt x="33023" y="19398"/>
                    <a:pt x="33524" y="17789"/>
                  </a:cubicBezTo>
                  <a:cubicBezTo>
                    <a:pt x="34010" y="16134"/>
                    <a:pt x="33237" y="13794"/>
                    <a:pt x="31693" y="13044"/>
                  </a:cubicBezTo>
                  <a:cubicBezTo>
                    <a:pt x="32973" y="11764"/>
                    <a:pt x="33259" y="9778"/>
                    <a:pt x="32377" y="8189"/>
                  </a:cubicBezTo>
                  <a:cubicBezTo>
                    <a:pt x="31679" y="7014"/>
                    <a:pt x="30534" y="6325"/>
                    <a:pt x="29277" y="6325"/>
                  </a:cubicBezTo>
                  <a:cubicBezTo>
                    <a:pt x="28905" y="6325"/>
                    <a:pt x="28523" y="6385"/>
                    <a:pt x="28139" y="6512"/>
                  </a:cubicBezTo>
                  <a:cubicBezTo>
                    <a:pt x="28846" y="4724"/>
                    <a:pt x="28448" y="2693"/>
                    <a:pt x="27080" y="1325"/>
                  </a:cubicBezTo>
                  <a:cubicBezTo>
                    <a:pt x="26172" y="460"/>
                    <a:pt x="24982" y="0"/>
                    <a:pt x="23773" y="0"/>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966;p66">
              <a:extLst>
                <a:ext uri="{FF2B5EF4-FFF2-40B4-BE49-F238E27FC236}">
                  <a16:creationId xmlns:a16="http://schemas.microsoft.com/office/drawing/2014/main" id="{8AEADD6C-38C8-1ADA-B900-560FC6FBFE8A}"/>
                </a:ext>
              </a:extLst>
            </p:cNvPr>
            <p:cNvSpPr/>
            <p:nvPr/>
          </p:nvSpPr>
          <p:spPr>
            <a:xfrm>
              <a:off x="3928875" y="563025"/>
              <a:ext cx="162225" cy="162000"/>
            </a:xfrm>
            <a:custGeom>
              <a:avLst/>
              <a:gdLst/>
              <a:ahLst/>
              <a:cxnLst/>
              <a:rect l="l" t="t" r="r" b="b"/>
              <a:pathLst>
                <a:path w="6489" h="6480" extrusionOk="0">
                  <a:moveTo>
                    <a:pt x="2399" y="0"/>
                  </a:moveTo>
                  <a:cubicBezTo>
                    <a:pt x="2164" y="0"/>
                    <a:pt x="1915" y="73"/>
                    <a:pt x="1656" y="246"/>
                  </a:cubicBezTo>
                  <a:cubicBezTo>
                    <a:pt x="0" y="1327"/>
                    <a:pt x="1258" y="3358"/>
                    <a:pt x="2185" y="4020"/>
                  </a:cubicBezTo>
                  <a:cubicBezTo>
                    <a:pt x="3265" y="4816"/>
                    <a:pt x="3919" y="6479"/>
                    <a:pt x="4728" y="6479"/>
                  </a:cubicBezTo>
                  <a:cubicBezTo>
                    <a:pt x="4928" y="6479"/>
                    <a:pt x="5136" y="6378"/>
                    <a:pt x="5363" y="6138"/>
                  </a:cubicBezTo>
                  <a:cubicBezTo>
                    <a:pt x="6489" y="4924"/>
                    <a:pt x="4436" y="1901"/>
                    <a:pt x="4436" y="1901"/>
                  </a:cubicBezTo>
                  <a:cubicBezTo>
                    <a:pt x="4436" y="1901"/>
                    <a:pt x="3602" y="0"/>
                    <a:pt x="2399"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967;p66">
              <a:extLst>
                <a:ext uri="{FF2B5EF4-FFF2-40B4-BE49-F238E27FC236}">
                  <a16:creationId xmlns:a16="http://schemas.microsoft.com/office/drawing/2014/main" id="{B8B353D8-68F3-3674-1726-2879CE2E8FB5}"/>
                </a:ext>
              </a:extLst>
            </p:cNvPr>
            <p:cNvSpPr/>
            <p:nvPr/>
          </p:nvSpPr>
          <p:spPr>
            <a:xfrm>
              <a:off x="4341575" y="574650"/>
              <a:ext cx="162225" cy="162450"/>
            </a:xfrm>
            <a:custGeom>
              <a:avLst/>
              <a:gdLst/>
              <a:ahLst/>
              <a:cxnLst/>
              <a:rect l="l" t="t" r="r" b="b"/>
              <a:pathLst>
                <a:path w="6489" h="6498" extrusionOk="0">
                  <a:moveTo>
                    <a:pt x="4116" y="0"/>
                  </a:moveTo>
                  <a:cubicBezTo>
                    <a:pt x="2905" y="0"/>
                    <a:pt x="2053" y="1921"/>
                    <a:pt x="2053" y="1921"/>
                  </a:cubicBezTo>
                  <a:cubicBezTo>
                    <a:pt x="2053" y="1921"/>
                    <a:pt x="0" y="4945"/>
                    <a:pt x="1148" y="6159"/>
                  </a:cubicBezTo>
                  <a:cubicBezTo>
                    <a:pt x="1369" y="6397"/>
                    <a:pt x="1574" y="6498"/>
                    <a:pt x="1769" y="6498"/>
                  </a:cubicBezTo>
                  <a:cubicBezTo>
                    <a:pt x="2569" y="6498"/>
                    <a:pt x="3227" y="4820"/>
                    <a:pt x="4326" y="4040"/>
                  </a:cubicBezTo>
                  <a:cubicBezTo>
                    <a:pt x="5231" y="3378"/>
                    <a:pt x="6489" y="1348"/>
                    <a:pt x="4856" y="244"/>
                  </a:cubicBezTo>
                  <a:cubicBezTo>
                    <a:pt x="4598" y="72"/>
                    <a:pt x="4350" y="0"/>
                    <a:pt x="4116" y="0"/>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968;p66">
              <a:extLst>
                <a:ext uri="{FF2B5EF4-FFF2-40B4-BE49-F238E27FC236}">
                  <a16:creationId xmlns:a16="http://schemas.microsoft.com/office/drawing/2014/main" id="{8C6A2816-9CA5-7EC7-70DC-A421C7D519F0}"/>
                </a:ext>
              </a:extLst>
            </p:cNvPr>
            <p:cNvSpPr/>
            <p:nvPr/>
          </p:nvSpPr>
          <p:spPr>
            <a:xfrm>
              <a:off x="4018800" y="816875"/>
              <a:ext cx="385150" cy="466800"/>
            </a:xfrm>
            <a:custGeom>
              <a:avLst/>
              <a:gdLst/>
              <a:ahLst/>
              <a:cxnLst/>
              <a:rect l="l" t="t" r="r" b="b"/>
              <a:pathLst>
                <a:path w="15406" h="18672" extrusionOk="0">
                  <a:moveTo>
                    <a:pt x="4657" y="1"/>
                  </a:moveTo>
                  <a:lnTo>
                    <a:pt x="4657" y="1"/>
                  </a:lnTo>
                  <a:cubicBezTo>
                    <a:pt x="4702" y="111"/>
                    <a:pt x="4591" y="5231"/>
                    <a:pt x="3951" y="6644"/>
                  </a:cubicBezTo>
                  <a:cubicBezTo>
                    <a:pt x="3113" y="8564"/>
                    <a:pt x="1" y="9005"/>
                    <a:pt x="1" y="9005"/>
                  </a:cubicBezTo>
                  <a:cubicBezTo>
                    <a:pt x="1" y="9005"/>
                    <a:pt x="3223" y="17811"/>
                    <a:pt x="7924" y="18672"/>
                  </a:cubicBezTo>
                  <a:cubicBezTo>
                    <a:pt x="11786" y="17127"/>
                    <a:pt x="14302" y="12536"/>
                    <a:pt x="15405" y="9380"/>
                  </a:cubicBezTo>
                  <a:cubicBezTo>
                    <a:pt x="12470" y="8983"/>
                    <a:pt x="11698" y="7571"/>
                    <a:pt x="11565" y="6225"/>
                  </a:cubicBezTo>
                  <a:cubicBezTo>
                    <a:pt x="11433" y="5121"/>
                    <a:pt x="11102" y="155"/>
                    <a:pt x="11102" y="155"/>
                  </a:cubicBezTo>
                  <a:lnTo>
                    <a:pt x="4657" y="1"/>
                  </a:ln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969;p66">
              <a:extLst>
                <a:ext uri="{FF2B5EF4-FFF2-40B4-BE49-F238E27FC236}">
                  <a16:creationId xmlns:a16="http://schemas.microsoft.com/office/drawing/2014/main" id="{6EB4D748-B0B1-C90A-07E1-9705E07F19DD}"/>
                </a:ext>
              </a:extLst>
            </p:cNvPr>
            <p:cNvSpPr/>
            <p:nvPr/>
          </p:nvSpPr>
          <p:spPr>
            <a:xfrm>
              <a:off x="4027075" y="488050"/>
              <a:ext cx="387350" cy="401150"/>
            </a:xfrm>
            <a:custGeom>
              <a:avLst/>
              <a:gdLst/>
              <a:ahLst/>
              <a:cxnLst/>
              <a:rect l="l" t="t" r="r" b="b"/>
              <a:pathLst>
                <a:path w="15494" h="16046" extrusionOk="0">
                  <a:moveTo>
                    <a:pt x="8564" y="0"/>
                  </a:moveTo>
                  <a:cubicBezTo>
                    <a:pt x="8445" y="1610"/>
                    <a:pt x="7107" y="2646"/>
                    <a:pt x="5708" y="2646"/>
                  </a:cubicBezTo>
                  <a:cubicBezTo>
                    <a:pt x="5035" y="2646"/>
                    <a:pt x="4348" y="2407"/>
                    <a:pt x="3775" y="1876"/>
                  </a:cubicBezTo>
                  <a:cubicBezTo>
                    <a:pt x="3245" y="2494"/>
                    <a:pt x="2627" y="3686"/>
                    <a:pt x="1788" y="3730"/>
                  </a:cubicBezTo>
                  <a:cubicBezTo>
                    <a:pt x="1780" y="3731"/>
                    <a:pt x="1771" y="3731"/>
                    <a:pt x="1761" y="3731"/>
                  </a:cubicBezTo>
                  <a:cubicBezTo>
                    <a:pt x="1140" y="3731"/>
                    <a:pt x="111" y="2992"/>
                    <a:pt x="133" y="2318"/>
                  </a:cubicBezTo>
                  <a:lnTo>
                    <a:pt x="133" y="2318"/>
                  </a:lnTo>
                  <a:cubicBezTo>
                    <a:pt x="1" y="5694"/>
                    <a:pt x="244" y="9402"/>
                    <a:pt x="2119" y="12359"/>
                  </a:cubicBezTo>
                  <a:cubicBezTo>
                    <a:pt x="3995" y="15317"/>
                    <a:pt x="6555" y="16045"/>
                    <a:pt x="8012" y="16045"/>
                  </a:cubicBezTo>
                  <a:cubicBezTo>
                    <a:pt x="9756" y="16045"/>
                    <a:pt x="13596" y="14125"/>
                    <a:pt x="14589" y="9888"/>
                  </a:cubicBezTo>
                  <a:cubicBezTo>
                    <a:pt x="15074" y="7857"/>
                    <a:pt x="15185" y="5783"/>
                    <a:pt x="15494" y="3708"/>
                  </a:cubicBezTo>
                  <a:lnTo>
                    <a:pt x="15494" y="3708"/>
                  </a:lnTo>
                  <a:cubicBezTo>
                    <a:pt x="15385" y="3722"/>
                    <a:pt x="15277" y="3729"/>
                    <a:pt x="15172" y="3729"/>
                  </a:cubicBezTo>
                  <a:cubicBezTo>
                    <a:pt x="13441" y="3729"/>
                    <a:pt x="12230" y="1910"/>
                    <a:pt x="13000" y="287"/>
                  </a:cubicBezTo>
                  <a:lnTo>
                    <a:pt x="13000" y="287"/>
                  </a:lnTo>
                  <a:lnTo>
                    <a:pt x="13000" y="309"/>
                  </a:lnTo>
                  <a:cubicBezTo>
                    <a:pt x="13044" y="221"/>
                    <a:pt x="13066" y="155"/>
                    <a:pt x="13110" y="89"/>
                  </a:cubicBezTo>
                  <a:lnTo>
                    <a:pt x="13110" y="89"/>
                  </a:lnTo>
                  <a:cubicBezTo>
                    <a:pt x="12467" y="646"/>
                    <a:pt x="11678" y="923"/>
                    <a:pt x="10889" y="923"/>
                  </a:cubicBezTo>
                  <a:cubicBezTo>
                    <a:pt x="10055" y="923"/>
                    <a:pt x="9222" y="613"/>
                    <a:pt x="8564" y="0"/>
                  </a:cubicBezTo>
                  <a:close/>
                </a:path>
              </a:pathLst>
            </a:custGeom>
            <a:solidFill>
              <a:srgbClr val="734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970;p66">
              <a:extLst>
                <a:ext uri="{FF2B5EF4-FFF2-40B4-BE49-F238E27FC236}">
                  <a16:creationId xmlns:a16="http://schemas.microsoft.com/office/drawing/2014/main" id="{64A7501A-8E39-8B35-EFEA-AE12E5187A90}"/>
                </a:ext>
              </a:extLst>
            </p:cNvPr>
            <p:cNvSpPr/>
            <p:nvPr/>
          </p:nvSpPr>
          <p:spPr>
            <a:xfrm>
              <a:off x="4133575" y="607775"/>
              <a:ext cx="38650" cy="38650"/>
            </a:xfrm>
            <a:custGeom>
              <a:avLst/>
              <a:gdLst/>
              <a:ahLst/>
              <a:cxnLst/>
              <a:rect l="l" t="t" r="r" b="b"/>
              <a:pathLst>
                <a:path w="1546" h="1546" extrusionOk="0">
                  <a:moveTo>
                    <a:pt x="751" y="1"/>
                  </a:moveTo>
                  <a:cubicBezTo>
                    <a:pt x="552" y="23"/>
                    <a:pt x="375" y="111"/>
                    <a:pt x="221" y="243"/>
                  </a:cubicBezTo>
                  <a:cubicBezTo>
                    <a:pt x="155" y="310"/>
                    <a:pt x="89" y="398"/>
                    <a:pt x="66" y="508"/>
                  </a:cubicBezTo>
                  <a:cubicBezTo>
                    <a:pt x="22" y="596"/>
                    <a:pt x="0" y="685"/>
                    <a:pt x="0" y="795"/>
                  </a:cubicBezTo>
                  <a:cubicBezTo>
                    <a:pt x="22" y="861"/>
                    <a:pt x="22" y="905"/>
                    <a:pt x="44" y="972"/>
                  </a:cubicBezTo>
                  <a:cubicBezTo>
                    <a:pt x="66" y="1104"/>
                    <a:pt x="155" y="1236"/>
                    <a:pt x="243" y="1325"/>
                  </a:cubicBezTo>
                  <a:cubicBezTo>
                    <a:pt x="309" y="1369"/>
                    <a:pt x="353" y="1413"/>
                    <a:pt x="420" y="1435"/>
                  </a:cubicBezTo>
                  <a:cubicBezTo>
                    <a:pt x="530" y="1501"/>
                    <a:pt x="662" y="1545"/>
                    <a:pt x="795" y="1545"/>
                  </a:cubicBezTo>
                  <a:cubicBezTo>
                    <a:pt x="1104" y="1523"/>
                    <a:pt x="1369" y="1325"/>
                    <a:pt x="1479" y="1038"/>
                  </a:cubicBezTo>
                  <a:cubicBezTo>
                    <a:pt x="1523" y="950"/>
                    <a:pt x="1545" y="861"/>
                    <a:pt x="1545" y="751"/>
                  </a:cubicBezTo>
                  <a:lnTo>
                    <a:pt x="1501" y="552"/>
                  </a:lnTo>
                  <a:cubicBezTo>
                    <a:pt x="1479" y="420"/>
                    <a:pt x="1391" y="310"/>
                    <a:pt x="1302" y="221"/>
                  </a:cubicBezTo>
                  <a:lnTo>
                    <a:pt x="1126" y="89"/>
                  </a:lnTo>
                  <a:cubicBezTo>
                    <a:pt x="1015" y="45"/>
                    <a:pt x="883" y="1"/>
                    <a:pt x="751"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971;p66">
              <a:extLst>
                <a:ext uri="{FF2B5EF4-FFF2-40B4-BE49-F238E27FC236}">
                  <a16:creationId xmlns:a16="http://schemas.microsoft.com/office/drawing/2014/main" id="{3D5210AB-614E-4678-F051-2BAA8580EB6F}"/>
                </a:ext>
              </a:extLst>
            </p:cNvPr>
            <p:cNvSpPr/>
            <p:nvPr/>
          </p:nvSpPr>
          <p:spPr>
            <a:xfrm>
              <a:off x="4266525" y="609425"/>
              <a:ext cx="38100" cy="38100"/>
            </a:xfrm>
            <a:custGeom>
              <a:avLst/>
              <a:gdLst/>
              <a:ahLst/>
              <a:cxnLst/>
              <a:rect l="l" t="t" r="r" b="b"/>
              <a:pathLst>
                <a:path w="1524" h="1524" extrusionOk="0">
                  <a:moveTo>
                    <a:pt x="751" y="1"/>
                  </a:moveTo>
                  <a:cubicBezTo>
                    <a:pt x="641" y="1"/>
                    <a:pt x="553" y="23"/>
                    <a:pt x="464" y="67"/>
                  </a:cubicBezTo>
                  <a:cubicBezTo>
                    <a:pt x="354" y="89"/>
                    <a:pt x="266" y="155"/>
                    <a:pt x="200" y="221"/>
                  </a:cubicBezTo>
                  <a:cubicBezTo>
                    <a:pt x="133" y="310"/>
                    <a:pt x="89" y="398"/>
                    <a:pt x="45" y="486"/>
                  </a:cubicBezTo>
                  <a:cubicBezTo>
                    <a:pt x="1" y="575"/>
                    <a:pt x="1" y="685"/>
                    <a:pt x="1" y="773"/>
                  </a:cubicBezTo>
                  <a:cubicBezTo>
                    <a:pt x="1" y="839"/>
                    <a:pt x="23" y="906"/>
                    <a:pt x="23" y="972"/>
                  </a:cubicBezTo>
                  <a:cubicBezTo>
                    <a:pt x="67" y="1104"/>
                    <a:pt x="133" y="1215"/>
                    <a:pt x="222" y="1303"/>
                  </a:cubicBezTo>
                  <a:lnTo>
                    <a:pt x="398" y="1435"/>
                  </a:lnTo>
                  <a:cubicBezTo>
                    <a:pt x="509" y="1502"/>
                    <a:pt x="641" y="1524"/>
                    <a:pt x="773" y="1524"/>
                  </a:cubicBezTo>
                  <a:cubicBezTo>
                    <a:pt x="884" y="1524"/>
                    <a:pt x="972" y="1502"/>
                    <a:pt x="1060" y="1457"/>
                  </a:cubicBezTo>
                  <a:cubicBezTo>
                    <a:pt x="1259" y="1391"/>
                    <a:pt x="1413" y="1215"/>
                    <a:pt x="1480" y="1038"/>
                  </a:cubicBezTo>
                  <a:cubicBezTo>
                    <a:pt x="1524" y="950"/>
                    <a:pt x="1524" y="839"/>
                    <a:pt x="1524" y="751"/>
                  </a:cubicBezTo>
                  <a:cubicBezTo>
                    <a:pt x="1524" y="685"/>
                    <a:pt x="1502" y="619"/>
                    <a:pt x="1502" y="553"/>
                  </a:cubicBezTo>
                  <a:cubicBezTo>
                    <a:pt x="1458" y="420"/>
                    <a:pt x="1391" y="310"/>
                    <a:pt x="1281" y="199"/>
                  </a:cubicBezTo>
                  <a:lnTo>
                    <a:pt x="1127" y="89"/>
                  </a:lnTo>
                  <a:cubicBezTo>
                    <a:pt x="1016" y="23"/>
                    <a:pt x="884" y="1"/>
                    <a:pt x="751"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972;p66">
              <a:extLst>
                <a:ext uri="{FF2B5EF4-FFF2-40B4-BE49-F238E27FC236}">
                  <a16:creationId xmlns:a16="http://schemas.microsoft.com/office/drawing/2014/main" id="{BF8634E3-D5E0-6789-DF33-12DAFFD38F17}"/>
                </a:ext>
              </a:extLst>
            </p:cNvPr>
            <p:cNvSpPr/>
            <p:nvPr/>
          </p:nvSpPr>
          <p:spPr>
            <a:xfrm>
              <a:off x="4177150" y="730275"/>
              <a:ext cx="111475" cy="54725"/>
            </a:xfrm>
            <a:custGeom>
              <a:avLst/>
              <a:gdLst/>
              <a:ahLst/>
              <a:cxnLst/>
              <a:rect l="l" t="t" r="r" b="b"/>
              <a:pathLst>
                <a:path w="4459" h="2189" extrusionOk="0">
                  <a:moveTo>
                    <a:pt x="4459" y="0"/>
                  </a:moveTo>
                  <a:cubicBezTo>
                    <a:pt x="4459" y="0"/>
                    <a:pt x="3179" y="795"/>
                    <a:pt x="1899" y="795"/>
                  </a:cubicBezTo>
                  <a:cubicBezTo>
                    <a:pt x="1857" y="796"/>
                    <a:pt x="1816" y="797"/>
                    <a:pt x="1775" y="797"/>
                  </a:cubicBezTo>
                  <a:cubicBezTo>
                    <a:pt x="1154" y="797"/>
                    <a:pt x="539" y="641"/>
                    <a:pt x="1" y="331"/>
                  </a:cubicBezTo>
                  <a:lnTo>
                    <a:pt x="1" y="331"/>
                  </a:lnTo>
                  <a:cubicBezTo>
                    <a:pt x="107" y="1393"/>
                    <a:pt x="1010" y="2189"/>
                    <a:pt x="2041" y="2189"/>
                  </a:cubicBezTo>
                  <a:cubicBezTo>
                    <a:pt x="2082" y="2189"/>
                    <a:pt x="2122" y="2187"/>
                    <a:pt x="2164" y="2185"/>
                  </a:cubicBezTo>
                  <a:cubicBezTo>
                    <a:pt x="4172" y="2185"/>
                    <a:pt x="4459" y="0"/>
                    <a:pt x="44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973;p66">
              <a:extLst>
                <a:ext uri="{FF2B5EF4-FFF2-40B4-BE49-F238E27FC236}">
                  <a16:creationId xmlns:a16="http://schemas.microsoft.com/office/drawing/2014/main" id="{C0BAEE27-C905-6477-2AF6-8C650A5A4D27}"/>
                </a:ext>
              </a:extLst>
            </p:cNvPr>
            <p:cNvSpPr/>
            <p:nvPr/>
          </p:nvSpPr>
          <p:spPr>
            <a:xfrm>
              <a:off x="4188200" y="567700"/>
              <a:ext cx="41950" cy="142850"/>
            </a:xfrm>
            <a:custGeom>
              <a:avLst/>
              <a:gdLst/>
              <a:ahLst/>
              <a:cxnLst/>
              <a:rect l="l" t="t" r="r" b="b"/>
              <a:pathLst>
                <a:path w="1678" h="5714" extrusionOk="0">
                  <a:moveTo>
                    <a:pt x="950" y="1"/>
                  </a:moveTo>
                  <a:cubicBezTo>
                    <a:pt x="899" y="1"/>
                    <a:pt x="839" y="48"/>
                    <a:pt x="839" y="103"/>
                  </a:cubicBezTo>
                  <a:cubicBezTo>
                    <a:pt x="839" y="809"/>
                    <a:pt x="1015" y="1515"/>
                    <a:pt x="993" y="2222"/>
                  </a:cubicBezTo>
                  <a:cubicBezTo>
                    <a:pt x="993" y="2817"/>
                    <a:pt x="861" y="3413"/>
                    <a:pt x="618" y="3965"/>
                  </a:cubicBezTo>
                  <a:cubicBezTo>
                    <a:pt x="419" y="4340"/>
                    <a:pt x="0" y="4737"/>
                    <a:pt x="199" y="5201"/>
                  </a:cubicBezTo>
                  <a:cubicBezTo>
                    <a:pt x="367" y="5604"/>
                    <a:pt x="777" y="5713"/>
                    <a:pt x="1178" y="5713"/>
                  </a:cubicBezTo>
                  <a:cubicBezTo>
                    <a:pt x="1304" y="5713"/>
                    <a:pt x="1429" y="5702"/>
                    <a:pt x="1545" y="5686"/>
                  </a:cubicBezTo>
                  <a:cubicBezTo>
                    <a:pt x="1677" y="5664"/>
                    <a:pt x="1655" y="5444"/>
                    <a:pt x="1523" y="5444"/>
                  </a:cubicBezTo>
                  <a:cubicBezTo>
                    <a:pt x="1214" y="5422"/>
                    <a:pt x="839" y="5466"/>
                    <a:pt x="596" y="5223"/>
                  </a:cubicBezTo>
                  <a:cubicBezTo>
                    <a:pt x="353" y="4980"/>
                    <a:pt x="486" y="4760"/>
                    <a:pt x="640" y="4517"/>
                  </a:cubicBezTo>
                  <a:cubicBezTo>
                    <a:pt x="905" y="4119"/>
                    <a:pt x="1104" y="3678"/>
                    <a:pt x="1192" y="3215"/>
                  </a:cubicBezTo>
                  <a:cubicBezTo>
                    <a:pt x="1302" y="2751"/>
                    <a:pt x="1324" y="2244"/>
                    <a:pt x="1280" y="1758"/>
                  </a:cubicBezTo>
                  <a:cubicBezTo>
                    <a:pt x="1280" y="1184"/>
                    <a:pt x="1192" y="610"/>
                    <a:pt x="1015" y="59"/>
                  </a:cubicBezTo>
                  <a:cubicBezTo>
                    <a:pt x="1007" y="17"/>
                    <a:pt x="980" y="1"/>
                    <a:pt x="950" y="1"/>
                  </a:cubicBezTo>
                  <a:close/>
                </a:path>
              </a:pathLst>
            </a:custGeom>
            <a:solidFill>
              <a:srgbClr val="482C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974;p66">
              <a:extLst>
                <a:ext uri="{FF2B5EF4-FFF2-40B4-BE49-F238E27FC236}">
                  <a16:creationId xmlns:a16="http://schemas.microsoft.com/office/drawing/2014/main" id="{B0EB0625-A17A-C01C-3228-9B32A23CA4C3}"/>
                </a:ext>
              </a:extLst>
            </p:cNvPr>
            <p:cNvSpPr/>
            <p:nvPr/>
          </p:nvSpPr>
          <p:spPr>
            <a:xfrm>
              <a:off x="4017750" y="552600"/>
              <a:ext cx="407725" cy="146900"/>
            </a:xfrm>
            <a:custGeom>
              <a:avLst/>
              <a:gdLst/>
              <a:ahLst/>
              <a:cxnLst/>
              <a:rect l="l" t="t" r="r" b="b"/>
              <a:pathLst>
                <a:path w="16309" h="5876" extrusionOk="0">
                  <a:moveTo>
                    <a:pt x="5034" y="795"/>
                  </a:moveTo>
                  <a:cubicBezTo>
                    <a:pt x="5048" y="795"/>
                    <a:pt x="5061" y="795"/>
                    <a:pt x="5075" y="795"/>
                  </a:cubicBezTo>
                  <a:cubicBezTo>
                    <a:pt x="6156" y="817"/>
                    <a:pt x="7237" y="1810"/>
                    <a:pt x="7193" y="2914"/>
                  </a:cubicBezTo>
                  <a:cubicBezTo>
                    <a:pt x="7127" y="4061"/>
                    <a:pt x="6178" y="4966"/>
                    <a:pt x="5008" y="4988"/>
                  </a:cubicBezTo>
                  <a:cubicBezTo>
                    <a:pt x="3861" y="4966"/>
                    <a:pt x="2934" y="3995"/>
                    <a:pt x="2956" y="2848"/>
                  </a:cubicBezTo>
                  <a:cubicBezTo>
                    <a:pt x="2978" y="1713"/>
                    <a:pt x="3905" y="795"/>
                    <a:pt x="5034" y="795"/>
                  </a:cubicBezTo>
                  <a:close/>
                  <a:moveTo>
                    <a:pt x="11169" y="905"/>
                  </a:moveTo>
                  <a:cubicBezTo>
                    <a:pt x="11183" y="905"/>
                    <a:pt x="11196" y="905"/>
                    <a:pt x="11210" y="905"/>
                  </a:cubicBezTo>
                  <a:cubicBezTo>
                    <a:pt x="12358" y="905"/>
                    <a:pt x="13284" y="1877"/>
                    <a:pt x="13262" y="3024"/>
                  </a:cubicBezTo>
                  <a:cubicBezTo>
                    <a:pt x="13241" y="4158"/>
                    <a:pt x="12313" y="5077"/>
                    <a:pt x="11184" y="5077"/>
                  </a:cubicBezTo>
                  <a:cubicBezTo>
                    <a:pt x="11170" y="5077"/>
                    <a:pt x="11157" y="5077"/>
                    <a:pt x="11144" y="5077"/>
                  </a:cubicBezTo>
                  <a:cubicBezTo>
                    <a:pt x="9974" y="5055"/>
                    <a:pt x="9069" y="4106"/>
                    <a:pt x="9091" y="2958"/>
                  </a:cubicBezTo>
                  <a:cubicBezTo>
                    <a:pt x="9091" y="1802"/>
                    <a:pt x="10039" y="905"/>
                    <a:pt x="11169" y="905"/>
                  </a:cubicBezTo>
                  <a:close/>
                  <a:moveTo>
                    <a:pt x="5097" y="1"/>
                  </a:moveTo>
                  <a:cubicBezTo>
                    <a:pt x="3905" y="1"/>
                    <a:pt x="2824" y="729"/>
                    <a:pt x="2404" y="1832"/>
                  </a:cubicBezTo>
                  <a:cubicBezTo>
                    <a:pt x="1808" y="1568"/>
                    <a:pt x="1190" y="1325"/>
                    <a:pt x="595" y="1060"/>
                  </a:cubicBezTo>
                  <a:cubicBezTo>
                    <a:pt x="548" y="1042"/>
                    <a:pt x="504" y="1034"/>
                    <a:pt x="463" y="1034"/>
                  </a:cubicBezTo>
                  <a:cubicBezTo>
                    <a:pt x="149" y="1034"/>
                    <a:pt x="1" y="1500"/>
                    <a:pt x="352" y="1656"/>
                  </a:cubicBezTo>
                  <a:cubicBezTo>
                    <a:pt x="970" y="1921"/>
                    <a:pt x="1588" y="2186"/>
                    <a:pt x="2228" y="2450"/>
                  </a:cubicBezTo>
                  <a:cubicBezTo>
                    <a:pt x="2073" y="3289"/>
                    <a:pt x="2316" y="4150"/>
                    <a:pt x="2890" y="4790"/>
                  </a:cubicBezTo>
                  <a:cubicBezTo>
                    <a:pt x="3483" y="5465"/>
                    <a:pt x="4266" y="5775"/>
                    <a:pt x="5039" y="5775"/>
                  </a:cubicBezTo>
                  <a:cubicBezTo>
                    <a:pt x="6336" y="5775"/>
                    <a:pt x="7601" y="4902"/>
                    <a:pt x="7877" y="3421"/>
                  </a:cubicBezTo>
                  <a:cubicBezTo>
                    <a:pt x="7877" y="3281"/>
                    <a:pt x="7989" y="3209"/>
                    <a:pt x="8100" y="3209"/>
                  </a:cubicBezTo>
                  <a:cubicBezTo>
                    <a:pt x="8215" y="3209"/>
                    <a:pt x="8330" y="3286"/>
                    <a:pt x="8319" y="3443"/>
                  </a:cubicBezTo>
                  <a:cubicBezTo>
                    <a:pt x="8560" y="4959"/>
                    <a:pt x="9856" y="5875"/>
                    <a:pt x="11185" y="5875"/>
                  </a:cubicBezTo>
                  <a:cubicBezTo>
                    <a:pt x="11926" y="5875"/>
                    <a:pt x="12678" y="5590"/>
                    <a:pt x="13262" y="4966"/>
                  </a:cubicBezTo>
                  <a:cubicBezTo>
                    <a:pt x="13902" y="4304"/>
                    <a:pt x="14145" y="3377"/>
                    <a:pt x="13969" y="2494"/>
                  </a:cubicBezTo>
                  <a:cubicBezTo>
                    <a:pt x="14631" y="2230"/>
                    <a:pt x="15315" y="1943"/>
                    <a:pt x="15977" y="1656"/>
                  </a:cubicBezTo>
                  <a:cubicBezTo>
                    <a:pt x="16308" y="1500"/>
                    <a:pt x="16158" y="1034"/>
                    <a:pt x="15859" y="1034"/>
                  </a:cubicBezTo>
                  <a:cubicBezTo>
                    <a:pt x="15820" y="1034"/>
                    <a:pt x="15778" y="1042"/>
                    <a:pt x="15734" y="1060"/>
                  </a:cubicBezTo>
                  <a:cubicBezTo>
                    <a:pt x="15072" y="1325"/>
                    <a:pt x="14432" y="1612"/>
                    <a:pt x="13770" y="1899"/>
                  </a:cubicBezTo>
                  <a:cubicBezTo>
                    <a:pt x="13373" y="839"/>
                    <a:pt x="12358" y="133"/>
                    <a:pt x="11232" y="111"/>
                  </a:cubicBezTo>
                  <a:cubicBezTo>
                    <a:pt x="11216" y="111"/>
                    <a:pt x="11200" y="111"/>
                    <a:pt x="11185" y="111"/>
                  </a:cubicBezTo>
                  <a:cubicBezTo>
                    <a:pt x="9815" y="111"/>
                    <a:pt x="8647" y="1053"/>
                    <a:pt x="8363" y="2362"/>
                  </a:cubicBezTo>
                  <a:cubicBezTo>
                    <a:pt x="8352" y="2514"/>
                    <a:pt x="8240" y="2586"/>
                    <a:pt x="8127" y="2586"/>
                  </a:cubicBezTo>
                  <a:cubicBezTo>
                    <a:pt x="8009" y="2586"/>
                    <a:pt x="7889" y="2508"/>
                    <a:pt x="7877" y="2362"/>
                  </a:cubicBezTo>
                  <a:cubicBezTo>
                    <a:pt x="7635" y="1016"/>
                    <a:pt x="6465" y="23"/>
                    <a:pt x="5097" y="1"/>
                  </a:cubicBezTo>
                  <a:close/>
                </a:path>
              </a:pathLst>
            </a:custGeom>
            <a:solidFill>
              <a:srgbClr val="0A2E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 name="Google Shape;1893;p66">
            <a:extLst>
              <a:ext uri="{FF2B5EF4-FFF2-40B4-BE49-F238E27FC236}">
                <a16:creationId xmlns:a16="http://schemas.microsoft.com/office/drawing/2014/main" id="{934CE2CF-1C7C-EAEA-7511-2914AB5E6A7C}"/>
              </a:ext>
            </a:extLst>
          </p:cNvPr>
          <p:cNvSpPr txBox="1">
            <a:spLocks noGrp="1"/>
          </p:cNvSpPr>
          <p:nvPr>
            <p:ph type="title"/>
          </p:nvPr>
        </p:nvSpPr>
        <p:spPr>
          <a:xfrm>
            <a:off x="5265356" y="1871330"/>
            <a:ext cx="3325751" cy="401910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9600" dirty="0">
                <a:solidFill>
                  <a:srgbClr val="19B0A8"/>
                </a:solidFill>
                <a:latin typeface="Bodoni MT Condensed" panose="02070606080606020203" pitchFamily="18" charset="0"/>
              </a:rPr>
              <a:t>Thank </a:t>
            </a:r>
            <a:br>
              <a:rPr lang="en" sz="9600" dirty="0">
                <a:solidFill>
                  <a:srgbClr val="19B0A8"/>
                </a:solidFill>
                <a:latin typeface="Bodoni MT Condensed" panose="02070606080606020203" pitchFamily="18" charset="0"/>
              </a:rPr>
            </a:br>
            <a:r>
              <a:rPr lang="en" sz="9600" dirty="0">
                <a:solidFill>
                  <a:srgbClr val="19B0A8"/>
                </a:solidFill>
                <a:latin typeface="Bodoni MT Condensed" panose="02070606080606020203" pitchFamily="18" charset="0"/>
              </a:rPr>
              <a:t>you</a:t>
            </a:r>
            <a:endParaRPr sz="9600" dirty="0">
              <a:solidFill>
                <a:srgbClr val="19B0A8"/>
              </a:solidFill>
              <a:latin typeface="Bodoni MT Condensed" panose="02070606080606020203" pitchFamily="18" charset="0"/>
            </a:endParaRPr>
          </a:p>
        </p:txBody>
      </p:sp>
      <p:grpSp>
        <p:nvGrpSpPr>
          <p:cNvPr id="156" name="Google Shape;1167;p48">
            <a:extLst>
              <a:ext uri="{FF2B5EF4-FFF2-40B4-BE49-F238E27FC236}">
                <a16:creationId xmlns:a16="http://schemas.microsoft.com/office/drawing/2014/main" id="{F4CEBA8C-7A4D-157A-E9F7-DFB5CB3C058E}"/>
              </a:ext>
            </a:extLst>
          </p:cNvPr>
          <p:cNvGrpSpPr/>
          <p:nvPr/>
        </p:nvGrpSpPr>
        <p:grpSpPr>
          <a:xfrm rot="1909247">
            <a:off x="9825035" y="529418"/>
            <a:ext cx="2308755" cy="1603103"/>
            <a:chOff x="238125" y="502000"/>
            <a:chExt cx="7027925" cy="4604825"/>
          </a:xfrm>
        </p:grpSpPr>
        <p:sp>
          <p:nvSpPr>
            <p:cNvPr id="157" name="Google Shape;1168;p48">
              <a:extLst>
                <a:ext uri="{FF2B5EF4-FFF2-40B4-BE49-F238E27FC236}">
                  <a16:creationId xmlns:a16="http://schemas.microsoft.com/office/drawing/2014/main" id="{1A73D7A1-9D0D-8DC5-6837-33C5560A68D2}"/>
                </a:ext>
              </a:extLst>
            </p:cNvPr>
            <p:cNvSpPr/>
            <p:nvPr/>
          </p:nvSpPr>
          <p:spPr>
            <a:xfrm>
              <a:off x="238125" y="1242100"/>
              <a:ext cx="7027925" cy="3411000"/>
            </a:xfrm>
            <a:custGeom>
              <a:avLst/>
              <a:gdLst/>
              <a:ahLst/>
              <a:cxnLst/>
              <a:rect l="l" t="t" r="r" b="b"/>
              <a:pathLst>
                <a:path w="281117" h="136440" extrusionOk="0">
                  <a:moveTo>
                    <a:pt x="150212" y="23684"/>
                  </a:moveTo>
                  <a:lnTo>
                    <a:pt x="150212" y="47883"/>
                  </a:lnTo>
                  <a:lnTo>
                    <a:pt x="174410" y="47883"/>
                  </a:lnTo>
                  <a:lnTo>
                    <a:pt x="174410" y="67319"/>
                  </a:lnTo>
                  <a:lnTo>
                    <a:pt x="150212" y="67319"/>
                  </a:lnTo>
                  <a:lnTo>
                    <a:pt x="150212" y="91518"/>
                  </a:lnTo>
                  <a:lnTo>
                    <a:pt x="130776" y="91518"/>
                  </a:lnTo>
                  <a:lnTo>
                    <a:pt x="130776" y="67319"/>
                  </a:lnTo>
                  <a:lnTo>
                    <a:pt x="106577" y="67319"/>
                  </a:lnTo>
                  <a:lnTo>
                    <a:pt x="106577" y="47883"/>
                  </a:lnTo>
                  <a:lnTo>
                    <a:pt x="130776" y="47883"/>
                  </a:lnTo>
                  <a:lnTo>
                    <a:pt x="130776" y="23684"/>
                  </a:lnTo>
                  <a:close/>
                  <a:moveTo>
                    <a:pt x="140558" y="1"/>
                  </a:moveTo>
                  <a:cubicBezTo>
                    <a:pt x="109151" y="1"/>
                    <a:pt x="77745" y="3090"/>
                    <a:pt x="46853" y="9268"/>
                  </a:cubicBezTo>
                  <a:cubicBezTo>
                    <a:pt x="45437" y="9397"/>
                    <a:pt x="43892" y="9783"/>
                    <a:pt x="42348" y="10040"/>
                  </a:cubicBezTo>
                  <a:lnTo>
                    <a:pt x="0" y="18793"/>
                  </a:lnTo>
                  <a:lnTo>
                    <a:pt x="25228" y="136439"/>
                  </a:lnTo>
                  <a:lnTo>
                    <a:pt x="30892" y="134509"/>
                  </a:lnTo>
                  <a:cubicBezTo>
                    <a:pt x="79289" y="122023"/>
                    <a:pt x="109924" y="115716"/>
                    <a:pt x="140558" y="115716"/>
                  </a:cubicBezTo>
                  <a:cubicBezTo>
                    <a:pt x="171193" y="115716"/>
                    <a:pt x="201827" y="122023"/>
                    <a:pt x="250224" y="134509"/>
                  </a:cubicBezTo>
                  <a:lnTo>
                    <a:pt x="255888" y="136439"/>
                  </a:lnTo>
                  <a:lnTo>
                    <a:pt x="281116" y="18922"/>
                  </a:lnTo>
                  <a:lnTo>
                    <a:pt x="238769" y="10040"/>
                  </a:lnTo>
                  <a:cubicBezTo>
                    <a:pt x="237224" y="9783"/>
                    <a:pt x="235679" y="9397"/>
                    <a:pt x="234135" y="9268"/>
                  </a:cubicBezTo>
                  <a:cubicBezTo>
                    <a:pt x="203372" y="3090"/>
                    <a:pt x="171965" y="1"/>
                    <a:pt x="140558" y="1"/>
                  </a:cubicBezTo>
                  <a:close/>
                </a:path>
              </a:pathLst>
            </a:custGeom>
            <a:solidFill>
              <a:srgbClr val="00FF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169;p48">
              <a:extLst>
                <a:ext uri="{FF2B5EF4-FFF2-40B4-BE49-F238E27FC236}">
                  <a16:creationId xmlns:a16="http://schemas.microsoft.com/office/drawing/2014/main" id="{2227DBEF-AD41-3B4F-BCDD-74C31F567222}"/>
                </a:ext>
              </a:extLst>
            </p:cNvPr>
            <p:cNvSpPr/>
            <p:nvPr/>
          </p:nvSpPr>
          <p:spPr>
            <a:xfrm>
              <a:off x="868825" y="4135000"/>
              <a:ext cx="5766500" cy="971825"/>
            </a:xfrm>
            <a:custGeom>
              <a:avLst/>
              <a:gdLst/>
              <a:ahLst/>
              <a:cxnLst/>
              <a:rect l="l" t="t" r="r" b="b"/>
              <a:pathLst>
                <a:path w="230660" h="38873" extrusionOk="0">
                  <a:moveTo>
                    <a:pt x="115330" y="0"/>
                  </a:moveTo>
                  <a:cubicBezTo>
                    <a:pt x="84696" y="0"/>
                    <a:pt x="54061" y="6307"/>
                    <a:pt x="5664" y="18793"/>
                  </a:cubicBezTo>
                  <a:lnTo>
                    <a:pt x="0" y="20723"/>
                  </a:lnTo>
                  <a:lnTo>
                    <a:pt x="3862" y="38872"/>
                  </a:lnTo>
                  <a:lnTo>
                    <a:pt x="5149" y="38486"/>
                  </a:lnTo>
                  <a:cubicBezTo>
                    <a:pt x="53675" y="25872"/>
                    <a:pt x="84438" y="19436"/>
                    <a:pt x="115330" y="19436"/>
                  </a:cubicBezTo>
                  <a:cubicBezTo>
                    <a:pt x="146093" y="19436"/>
                    <a:pt x="176985" y="25872"/>
                    <a:pt x="225382" y="38486"/>
                  </a:cubicBezTo>
                  <a:lnTo>
                    <a:pt x="226798" y="38872"/>
                  </a:lnTo>
                  <a:lnTo>
                    <a:pt x="230660" y="20723"/>
                  </a:lnTo>
                  <a:lnTo>
                    <a:pt x="224996" y="18793"/>
                  </a:lnTo>
                  <a:cubicBezTo>
                    <a:pt x="176599" y="6307"/>
                    <a:pt x="145965" y="0"/>
                    <a:pt x="115330" y="0"/>
                  </a:cubicBezTo>
                  <a:close/>
                </a:path>
              </a:pathLst>
            </a:custGeom>
            <a:solidFill>
              <a:srgbClr val="19B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170;p48">
              <a:extLst>
                <a:ext uri="{FF2B5EF4-FFF2-40B4-BE49-F238E27FC236}">
                  <a16:creationId xmlns:a16="http://schemas.microsoft.com/office/drawing/2014/main" id="{25682B52-E0A3-0444-C50B-048A724A18BA}"/>
                </a:ext>
              </a:extLst>
            </p:cNvPr>
            <p:cNvSpPr/>
            <p:nvPr/>
          </p:nvSpPr>
          <p:spPr>
            <a:xfrm>
              <a:off x="1409425" y="502000"/>
              <a:ext cx="4682075" cy="971825"/>
            </a:xfrm>
            <a:custGeom>
              <a:avLst/>
              <a:gdLst/>
              <a:ahLst/>
              <a:cxnLst/>
              <a:rect l="l" t="t" r="r" b="b"/>
              <a:pathLst>
                <a:path w="187283" h="38873" extrusionOk="0">
                  <a:moveTo>
                    <a:pt x="54963" y="0"/>
                  </a:moveTo>
                  <a:cubicBezTo>
                    <a:pt x="30249" y="0"/>
                    <a:pt x="8239" y="15575"/>
                    <a:pt x="1" y="38872"/>
                  </a:cubicBezTo>
                  <a:cubicBezTo>
                    <a:pt x="30957" y="32758"/>
                    <a:pt x="62332" y="29701"/>
                    <a:pt x="93690" y="29701"/>
                  </a:cubicBezTo>
                  <a:cubicBezTo>
                    <a:pt x="125049" y="29701"/>
                    <a:pt x="156391" y="32758"/>
                    <a:pt x="187283" y="38872"/>
                  </a:cubicBezTo>
                  <a:cubicBezTo>
                    <a:pt x="179045" y="15575"/>
                    <a:pt x="157163" y="0"/>
                    <a:pt x="132450" y="0"/>
                  </a:cubicBezTo>
                  <a:close/>
                </a:path>
              </a:pathLst>
            </a:custGeom>
            <a:solidFill>
              <a:srgbClr val="19B0A8"/>
            </a:solidFill>
            <a:ln>
              <a:solidFill>
                <a:srgbClr val="19B0A8"/>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171;p48">
              <a:extLst>
                <a:ext uri="{FF2B5EF4-FFF2-40B4-BE49-F238E27FC236}">
                  <a16:creationId xmlns:a16="http://schemas.microsoft.com/office/drawing/2014/main" id="{6F02AE6A-E4B8-FC0B-95BE-5DDC57D9EEB6}"/>
                </a:ext>
              </a:extLst>
            </p:cNvPr>
            <p:cNvSpPr/>
            <p:nvPr/>
          </p:nvSpPr>
          <p:spPr>
            <a:xfrm>
              <a:off x="2902550" y="1834200"/>
              <a:ext cx="1695850" cy="1695850"/>
            </a:xfrm>
            <a:custGeom>
              <a:avLst/>
              <a:gdLst/>
              <a:ahLst/>
              <a:cxnLst/>
              <a:rect l="l" t="t" r="r" b="b"/>
              <a:pathLst>
                <a:path w="67834" h="67834" extrusionOk="0">
                  <a:moveTo>
                    <a:pt x="24199" y="0"/>
                  </a:moveTo>
                  <a:lnTo>
                    <a:pt x="24199" y="24199"/>
                  </a:lnTo>
                  <a:lnTo>
                    <a:pt x="0" y="24199"/>
                  </a:lnTo>
                  <a:lnTo>
                    <a:pt x="0" y="43635"/>
                  </a:lnTo>
                  <a:lnTo>
                    <a:pt x="24199" y="43635"/>
                  </a:lnTo>
                  <a:lnTo>
                    <a:pt x="24199" y="67834"/>
                  </a:lnTo>
                  <a:lnTo>
                    <a:pt x="43635" y="67834"/>
                  </a:lnTo>
                  <a:lnTo>
                    <a:pt x="43635" y="43635"/>
                  </a:lnTo>
                  <a:lnTo>
                    <a:pt x="67833" y="43635"/>
                  </a:lnTo>
                  <a:lnTo>
                    <a:pt x="67833" y="24199"/>
                  </a:lnTo>
                  <a:lnTo>
                    <a:pt x="43635" y="24199"/>
                  </a:lnTo>
                  <a:lnTo>
                    <a:pt x="436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62485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882</Words>
  <Application>Microsoft Office PowerPoint</Application>
  <PresentationFormat>Widescreen</PresentationFormat>
  <Paragraphs>99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Bodoni MT Condensed</vt:lpstr>
      <vt:lpstr>Calibri</vt:lpstr>
      <vt:lpstr>Calibri Light</vt:lpstr>
      <vt:lpstr>Wingdings</vt:lpstr>
      <vt:lpstr>Office Theme</vt:lpstr>
      <vt:lpstr>Nigerian Healthcare Analysis</vt:lpstr>
      <vt:lpstr>Table of Contents</vt:lpstr>
      <vt:lpstr>Introduction</vt:lpstr>
      <vt:lpstr>PowerPoint Presentation</vt:lpstr>
      <vt:lpstr>Problem Statement</vt:lpstr>
      <vt:lpstr>Key Performing indicators</vt:lpstr>
      <vt:lpstr>Objectives</vt:lpstr>
      <vt:lpstr>Key Findings</vt:lpstr>
      <vt:lpstr>Key Findings</vt:lpstr>
      <vt:lpstr>Key Findings</vt:lpstr>
      <vt:lpstr>Key Findings</vt:lpstr>
      <vt:lpstr>Key Findings</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6</cp:revision>
  <dcterms:created xsi:type="dcterms:W3CDTF">2026-03-06T18:36:05Z</dcterms:created>
  <dcterms:modified xsi:type="dcterms:W3CDTF">2026-03-06T23:16:07Z</dcterms:modified>
</cp:coreProperties>
</file>